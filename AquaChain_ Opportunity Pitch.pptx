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Bebas Neue"/>
      <p:regular r:id="rId19"/>
    </p:embeddedFont>
    <p:embeddedFont>
      <p:font typeface="Albert Sans Light"/>
      <p:regular r:id="rId20"/>
      <p:bold r:id="rId21"/>
      <p:italic r:id="rId22"/>
      <p:boldItalic r:id="rId23"/>
    </p:embeddedFont>
    <p:embeddedFont>
      <p:font typeface="Albert Sans SemiBold"/>
      <p:regular r:id="rId24"/>
      <p:bold r:id="rId25"/>
      <p:italic r:id="rId26"/>
      <p:boldItalic r:id="rId27"/>
    </p:embeddedFont>
    <p:embeddedFont>
      <p:font typeface="Albert Sans"/>
      <p:regular r:id="rId28"/>
      <p:bold r:id="rId29"/>
      <p:italic r:id="rId30"/>
      <p:boldItalic r:id="rId31"/>
    </p:embeddedFont>
    <p:embeddedFont>
      <p:font typeface="PT Sans"/>
      <p:regular r:id="rId32"/>
      <p:bold r:id="rId33"/>
      <p:italic r:id="rId34"/>
      <p:boldItalic r:id="rId35"/>
    </p:embeddedFont>
    <p:embeddedFont>
      <p:font typeface="Fira Sans Extra Condensed SemiBold"/>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guide id="3" pos="449">
          <p15:clr>
            <a:srgbClr val="747775"/>
          </p15:clr>
        </p15:guide>
        <p15:guide id="4" pos="530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449"/>
        <p:guide pos="530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lbertSansLight-regular.fntdata"/><Relationship Id="rId22" Type="http://schemas.openxmlformats.org/officeDocument/2006/relationships/font" Target="fonts/AlbertSansLight-italic.fntdata"/><Relationship Id="rId21" Type="http://schemas.openxmlformats.org/officeDocument/2006/relationships/font" Target="fonts/AlbertSansLight-bold.fntdata"/><Relationship Id="rId24" Type="http://schemas.openxmlformats.org/officeDocument/2006/relationships/font" Target="fonts/AlbertSansSemiBold-regular.fntdata"/><Relationship Id="rId23" Type="http://schemas.openxmlformats.org/officeDocument/2006/relationships/font" Target="fonts/AlbertSans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lbertSansSemiBold-italic.fntdata"/><Relationship Id="rId25" Type="http://schemas.openxmlformats.org/officeDocument/2006/relationships/font" Target="fonts/AlbertSansSemiBold-bold.fntdata"/><Relationship Id="rId28" Type="http://schemas.openxmlformats.org/officeDocument/2006/relationships/font" Target="fonts/AlbertSans-regular.fntdata"/><Relationship Id="rId27" Type="http://schemas.openxmlformats.org/officeDocument/2006/relationships/font" Target="fonts/AlbertSans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lbert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lbertSans-boldItalic.fntdata"/><Relationship Id="rId30" Type="http://schemas.openxmlformats.org/officeDocument/2006/relationships/font" Target="fonts/AlbertSans-italic.fntdata"/><Relationship Id="rId11" Type="http://schemas.openxmlformats.org/officeDocument/2006/relationships/slide" Target="slides/slide6.xml"/><Relationship Id="rId33" Type="http://schemas.openxmlformats.org/officeDocument/2006/relationships/font" Target="fonts/PTSans-bold.fntdata"/><Relationship Id="rId10" Type="http://schemas.openxmlformats.org/officeDocument/2006/relationships/slide" Target="slides/slide5.xml"/><Relationship Id="rId32" Type="http://schemas.openxmlformats.org/officeDocument/2006/relationships/font" Target="fonts/PTSans-regular.fntdata"/><Relationship Id="rId13" Type="http://schemas.openxmlformats.org/officeDocument/2006/relationships/slide" Target="slides/slide8.xml"/><Relationship Id="rId35" Type="http://schemas.openxmlformats.org/officeDocument/2006/relationships/font" Target="fonts/PTSans-boldItalic.fntdata"/><Relationship Id="rId12" Type="http://schemas.openxmlformats.org/officeDocument/2006/relationships/slide" Target="slides/slide7.xml"/><Relationship Id="rId34" Type="http://schemas.openxmlformats.org/officeDocument/2006/relationships/font" Target="fonts/PTSans-italic.fntdata"/><Relationship Id="rId15" Type="http://schemas.openxmlformats.org/officeDocument/2006/relationships/slide" Target="slides/slide10.xml"/><Relationship Id="rId37" Type="http://schemas.openxmlformats.org/officeDocument/2006/relationships/font" Target="fonts/FiraSansExtraCondensedSemiBold-bold.fntdata"/><Relationship Id="rId14" Type="http://schemas.openxmlformats.org/officeDocument/2006/relationships/slide" Target="slides/slide9.xml"/><Relationship Id="rId36" Type="http://schemas.openxmlformats.org/officeDocument/2006/relationships/font" Target="fonts/FiraSansExtraCondensedSemiBold-regular.fntdata"/><Relationship Id="rId17" Type="http://schemas.openxmlformats.org/officeDocument/2006/relationships/slide" Target="slides/slide12.xml"/><Relationship Id="rId39" Type="http://schemas.openxmlformats.org/officeDocument/2006/relationships/font" Target="fonts/FiraSansExtraCondensedSemiBold-boldItalic.fntdata"/><Relationship Id="rId16" Type="http://schemas.openxmlformats.org/officeDocument/2006/relationships/slide" Target="slides/slide11.xml"/><Relationship Id="rId38" Type="http://schemas.openxmlformats.org/officeDocument/2006/relationships/font" Target="fonts/FiraSansExtraCondensedSemiBold-italic.fntdata"/><Relationship Id="rId19" Type="http://schemas.openxmlformats.org/officeDocument/2006/relationships/font" Target="fonts/BebasNeue-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A6deX8WCrvxsVhNhEmLpHe7OncgBQgF7ow6tP6HJzqA/edit#gid=0" TargetMode="External"/><Relationship Id="rId3" Type="http://schemas.openxmlformats.org/officeDocument/2006/relationships/hyperlink" Target="https://docs.google.com/document/d/1VE3yKhujaXySLjmE0jhI-HBjgeK_-ap-IIxi8KXxGgg/edi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nnect.comptia.org/blog/blockchain-statistics" TargetMode="External"/><Relationship Id="rId3" Type="http://schemas.openxmlformats.org/officeDocument/2006/relationships/hyperlink" Target="https://gitnux.org/water-waste-statistics/#:~:text=Highlights%3A%20Water%20Waste%20Statistics,home%20is%20around%2058%20gallons"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pokimi@usc.edu" TargetMode="External"/><Relationship Id="rId3" Type="http://schemas.openxmlformats.org/officeDocument/2006/relationships/hyperlink" Target="mailto:mkavishw@usc.edu" TargetMode="External"/><Relationship Id="rId4" Type="http://schemas.openxmlformats.org/officeDocument/2006/relationships/hyperlink" Target="mailto:skalyana@usc.edu" TargetMode="External"/><Relationship Id="rId5" Type="http://schemas.openxmlformats.org/officeDocument/2006/relationships/hyperlink" Target="mailto:rachanab@usc.edu" TargetMode="External"/><Relationship Id="rId6" Type="http://schemas.openxmlformats.org/officeDocument/2006/relationships/hyperlink" Target="mailto:walopez@usc.edu"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ceb0806d62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 Q: How many of you use a filter at home for drinking water?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RB: We don't trust the tap water. We know that there are contaminants like lead.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SK: But how harmful is lead. Do you guys know?!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MK: Lead causes brain damage. </a:t>
            </a:r>
            <a:r>
              <a:rPr lang="en"/>
              <a:t>It's</a:t>
            </a:r>
            <a:r>
              <a:rPr lang="en"/>
              <a:t> true look it up.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WL: Stats: The permissible limit of lead is 15 ppb &lt;explain ppb&gt; And the water found in some parts of California is 4,700 ppb! </a:t>
            </a:r>
            <a:r>
              <a:rPr lang="en"/>
              <a:t>Isn't</a:t>
            </a:r>
            <a:r>
              <a:rPr lang="en"/>
              <a:t> that crazy??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 How do we solve this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RB: AQUACHAIN!!! We ensure clean drinking water through the use of blockchain technology.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MK: Let me explain how???</a:t>
            </a:r>
            <a:endParaRPr/>
          </a:p>
        </p:txBody>
      </p:sp>
      <p:sp>
        <p:nvSpPr>
          <p:cNvPr id="306" name="Google Shape;306;g2ceb0806d6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cf8474ece8_9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cf8474ece8_9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cf8474ec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cf8474ec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cf8474ece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cf8474ece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ceb0806d62_0_4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g2ceb0806d62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cf8474ece8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cf8474ece8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cf8474ece8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cf8474ece8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lbert Sans"/>
                <a:ea typeface="Albert Sans"/>
                <a:cs typeface="Albert Sans"/>
                <a:sym typeface="Albert Sans"/>
              </a:rPr>
              <a:t>Detailed Risk Analysis is in the attached sheet </a:t>
            </a:r>
            <a:r>
              <a:rPr lang="en" u="sng">
                <a:solidFill>
                  <a:schemeClr val="hlink"/>
                </a:solidFill>
                <a:latin typeface="Albert Sans"/>
                <a:ea typeface="Albert Sans"/>
                <a:cs typeface="Albert Sans"/>
                <a:sym typeface="Albert Sans"/>
                <a:hlinkClick r:id="rId2"/>
              </a:rPr>
              <a:t>Aquachain's Risk Management - Google Sheets</a:t>
            </a:r>
            <a:r>
              <a:rPr lang="en">
                <a:latin typeface="Albert Sans"/>
                <a:ea typeface="Albert Sans"/>
                <a:cs typeface="Albert Sans"/>
                <a:sym typeface="Albert Sans"/>
              </a:rPr>
              <a:t> </a:t>
            </a:r>
            <a:endParaRPr>
              <a:latin typeface="Albert Sans"/>
              <a:ea typeface="Albert Sans"/>
              <a:cs typeface="Albert Sans"/>
              <a:sym typeface="Albert Sans"/>
            </a:endParaRPr>
          </a:p>
          <a:p>
            <a:pPr indent="0" lvl="0" marL="0" rtl="0" algn="l">
              <a:spcBef>
                <a:spcPts val="0"/>
              </a:spcBef>
              <a:spcAft>
                <a:spcPts val="0"/>
              </a:spcAft>
              <a:buNone/>
            </a:pPr>
            <a:r>
              <a:rPr lang="en">
                <a:latin typeface="Albert Sans"/>
                <a:ea typeface="Albert Sans"/>
                <a:cs typeface="Albert Sans"/>
                <a:sym typeface="Albert Sans"/>
              </a:rPr>
              <a:t>Detailed Competitive Strategies and competitive benefits in the sheet </a:t>
            </a:r>
            <a:r>
              <a:rPr lang="en" u="sng">
                <a:solidFill>
                  <a:schemeClr val="hlink"/>
                </a:solidFill>
                <a:latin typeface="Albert Sans"/>
                <a:ea typeface="Albert Sans"/>
                <a:cs typeface="Albert Sans"/>
                <a:sym typeface="Albert Sans"/>
                <a:hlinkClick r:id="rId3"/>
              </a:rPr>
              <a:t>Aquachain's Competitive Strategies - Google Docs</a:t>
            </a:r>
            <a:endParaRPr>
              <a:latin typeface="Albert Sans"/>
              <a:ea typeface="Albert Sans"/>
              <a:cs typeface="Albert Sans"/>
              <a:sym typeface="Albert Sans"/>
            </a:endParaRPr>
          </a:p>
          <a:p>
            <a:pPr indent="0" lvl="0" marL="0" rtl="0" algn="l">
              <a:spcBef>
                <a:spcPts val="0"/>
              </a:spcBef>
              <a:spcAft>
                <a:spcPts val="0"/>
              </a:spcAft>
              <a:buNone/>
            </a:pPr>
            <a:r>
              <a:t/>
            </a:r>
            <a:endParaRPr>
              <a:latin typeface="Albert Sans"/>
              <a:ea typeface="Albert Sans"/>
              <a:cs typeface="Albert Sans"/>
              <a:sym typeface="Albert Sans"/>
            </a:endParaRPr>
          </a:p>
          <a:p>
            <a:pPr indent="0" lvl="0" marL="0" rtl="0" algn="l">
              <a:spcBef>
                <a:spcPts val="0"/>
              </a:spcBef>
              <a:spcAft>
                <a:spcPts val="0"/>
              </a:spcAft>
              <a:buNone/>
            </a:pPr>
            <a:r>
              <a:t/>
            </a:r>
            <a:endParaRPr>
              <a:latin typeface="Albert Sans"/>
              <a:ea typeface="Albert Sans"/>
              <a:cs typeface="Albert Sans"/>
              <a:sym typeface="Albert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cf8474ece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cf8474ece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cf8474ece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cf8474ece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https://connect.comptia.org/blog/blockchain-statistics</a:t>
            </a:r>
            <a:endParaRPr/>
          </a:p>
          <a:p>
            <a:pPr indent="0" lvl="0" marL="0" rtl="0" algn="l">
              <a:spcBef>
                <a:spcPts val="0"/>
              </a:spcBef>
              <a:spcAft>
                <a:spcPts val="0"/>
              </a:spcAft>
              <a:buNone/>
            </a:pPr>
            <a:r>
              <a:rPr lang="en" u="sng">
                <a:solidFill>
                  <a:schemeClr val="hlink"/>
                </a:solidFill>
                <a:hlinkClick r:id="rId3"/>
              </a:rPr>
              <a:t>https://gitnux.org/water-waste-statistics/#:~:text=Highlights%3A%20Water%20Waste%20Statistics,home%20is%20around%2058%20gallons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Blockchain technology is a driver of innovation. The </a:t>
            </a:r>
            <a:r>
              <a:rPr lang="en"/>
              <a:t>blockchain</a:t>
            </a:r>
            <a:r>
              <a:rPr lang="en"/>
              <a:t> market possesses a market </a:t>
            </a:r>
            <a:r>
              <a:rPr lang="en"/>
              <a:t>compound</a:t>
            </a:r>
            <a:r>
              <a:rPr lang="en"/>
              <a:t> growth rate of 66%. And billions of dollars have been invested to develop blockchain solutions to some of the worlds most complex problems. It is estimated that </a:t>
            </a:r>
            <a:r>
              <a:rPr lang="en"/>
              <a:t>blockchain</a:t>
            </a:r>
            <a:r>
              <a:rPr lang="en"/>
              <a:t> will add over 3 trillion dollars in business value by 2030. Aquachain will not only own the smart water management sector of the blockchain market but will also contrubite to water waste reduction and clean water for everyone.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cf8474ece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cf8474ece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CAGR - </a:t>
            </a:r>
            <a:r>
              <a:rPr lang="en"/>
              <a:t>compounded</a:t>
            </a:r>
            <a:r>
              <a:rPr lang="en"/>
              <a:t> </a:t>
            </a:r>
            <a:r>
              <a:rPr lang="en"/>
              <a:t>annual</a:t>
            </a:r>
            <a:r>
              <a:rPr lang="en"/>
              <a:t> growth rate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cf8474ece8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cf8474ece8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Consumer Goods Industry</a:t>
            </a:r>
            <a:endParaRPr sz="1000"/>
          </a:p>
          <a:p>
            <a:pPr indent="0" lvl="0" marL="0" rtl="0" algn="l">
              <a:spcBef>
                <a:spcPts val="0"/>
              </a:spcBef>
              <a:spcAft>
                <a:spcPts val="0"/>
              </a:spcAft>
              <a:buNone/>
            </a:pPr>
            <a:r>
              <a:rPr lang="en" sz="1000"/>
              <a:t>Software Engineer at MathWorks</a:t>
            </a:r>
            <a:endParaRPr sz="1000"/>
          </a:p>
          <a:p>
            <a:pPr indent="0" lvl="0" marL="0" rtl="0" algn="l">
              <a:spcBef>
                <a:spcPts val="0"/>
              </a:spcBef>
              <a:spcAft>
                <a:spcPts val="0"/>
              </a:spcAft>
              <a:buNone/>
            </a:pPr>
            <a:r>
              <a:rPr lang="en" sz="1000"/>
              <a:t>Continuous Business Operations - Education Management Industry</a:t>
            </a:r>
            <a:endParaRPr sz="1000"/>
          </a:p>
          <a:p>
            <a:pPr indent="0" lvl="0" marL="0" rtl="0" algn="l">
              <a:spcBef>
                <a:spcPts val="0"/>
              </a:spcBef>
              <a:spcAft>
                <a:spcPts val="0"/>
              </a:spcAft>
              <a:buNone/>
            </a:pPr>
            <a:r>
              <a:rPr lang="en" sz="1000"/>
              <a:t>Royal Dutch Shell</a:t>
            </a:r>
            <a:endParaRPr sz="1000"/>
          </a:p>
          <a:p>
            <a:pPr indent="0" lvl="0" marL="0" rtl="0" algn="l">
              <a:spcBef>
                <a:spcPts val="0"/>
              </a:spcBef>
              <a:spcAft>
                <a:spcPts val="0"/>
              </a:spcAft>
              <a:buNone/>
            </a:pPr>
            <a:r>
              <a:rPr lang="en" sz="1000"/>
              <a:t>Lockheed Martin, </a:t>
            </a:r>
            <a:endParaRPr sz="1000"/>
          </a:p>
          <a:p>
            <a:pPr indent="0" lvl="0" marL="0" rtl="0" algn="l">
              <a:spcBef>
                <a:spcPts val="0"/>
              </a:spcBef>
              <a:spcAft>
                <a:spcPts val="0"/>
              </a:spcAft>
              <a:buNone/>
            </a:pPr>
            <a:r>
              <a:rPr lang="en" sz="1000"/>
              <a:t>Raytheon Technologies</a:t>
            </a:r>
            <a:endParaRPr sz="1000"/>
          </a:p>
          <a:p>
            <a:pPr indent="0" lvl="0" marL="0" rtl="0" algn="l">
              <a:spcBef>
                <a:spcPts val="0"/>
              </a:spcBef>
              <a:spcAft>
                <a:spcPts val="0"/>
              </a:spcAft>
              <a:buNone/>
            </a:pPr>
            <a:r>
              <a:t/>
            </a:r>
            <a:endParaRPr/>
          </a:p>
          <a:p>
            <a:pPr indent="0" lvl="0" marL="0" rtl="0" algn="l">
              <a:spcBef>
                <a:spcPts val="0"/>
              </a:spcBef>
              <a:spcAft>
                <a:spcPts val="0"/>
              </a:spcAft>
              <a:buNone/>
            </a:pPr>
            <a:r>
              <a:rPr lang="en" u="sng">
                <a:solidFill>
                  <a:srgbClr val="1155CC"/>
                </a:solidFill>
                <a:hlinkClick r:id="rId2">
                  <a:extLst>
                    <a:ext uri="{A12FA001-AC4F-418D-AE19-62706E023703}">
                      <ahyp:hlinkClr val="tx"/>
                    </a:ext>
                  </a:extLst>
                </a:hlinkClick>
              </a:rPr>
              <a:t>Patrick Okimi</a:t>
            </a:r>
            <a:r>
              <a:rPr lang="en" sz="1000"/>
              <a:t> </a:t>
            </a:r>
            <a:r>
              <a:rPr lang="en" sz="1000">
                <a:solidFill>
                  <a:schemeClr val="dk1"/>
                </a:solidFill>
              </a:rPr>
              <a:t>CEO</a:t>
            </a:r>
            <a:endParaRPr sz="1000"/>
          </a:p>
          <a:p>
            <a:pPr indent="0" lvl="0" marL="0" rtl="0" algn="l">
              <a:spcBef>
                <a:spcPts val="0"/>
              </a:spcBef>
              <a:spcAft>
                <a:spcPts val="0"/>
              </a:spcAft>
              <a:buNone/>
            </a:pPr>
            <a:r>
              <a:rPr lang="en" u="sng">
                <a:solidFill>
                  <a:srgbClr val="1155CC"/>
                </a:solidFill>
                <a:hlinkClick r:id="rId3">
                  <a:extLst>
                    <a:ext uri="{A12FA001-AC4F-418D-AE19-62706E023703}">
                      <ahyp:hlinkClr val="tx"/>
                    </a:ext>
                  </a:extLst>
                </a:hlinkClick>
              </a:rPr>
              <a:t>Mihir Kavishwar</a:t>
            </a:r>
            <a:r>
              <a:rPr lang="en" sz="1000"/>
              <a:t> </a:t>
            </a:r>
            <a:r>
              <a:rPr lang="en" sz="1000">
                <a:solidFill>
                  <a:schemeClr val="dk1"/>
                </a:solidFill>
              </a:rPr>
              <a:t>CFO</a:t>
            </a:r>
            <a:endParaRPr sz="1000"/>
          </a:p>
          <a:p>
            <a:pPr indent="0" lvl="0" marL="0" rtl="0" algn="l">
              <a:spcBef>
                <a:spcPts val="0"/>
              </a:spcBef>
              <a:spcAft>
                <a:spcPts val="0"/>
              </a:spcAft>
              <a:buNone/>
            </a:pPr>
            <a:r>
              <a:rPr lang="en" u="sng">
                <a:solidFill>
                  <a:srgbClr val="1155CC"/>
                </a:solidFill>
                <a:hlinkClick r:id="rId4">
                  <a:extLst>
                    <a:ext uri="{A12FA001-AC4F-418D-AE19-62706E023703}">
                      <ahyp:hlinkClr val="tx"/>
                    </a:ext>
                  </a:extLst>
                </a:hlinkClick>
              </a:rPr>
              <a:t>Shruti Kalyanaraman</a:t>
            </a:r>
            <a:r>
              <a:rPr lang="en" sz="1000"/>
              <a:t> </a:t>
            </a:r>
            <a:r>
              <a:rPr lang="en" sz="1000">
                <a:solidFill>
                  <a:schemeClr val="dk1"/>
                </a:solidFill>
              </a:rPr>
              <a:t>CPO</a:t>
            </a:r>
            <a:endParaRPr sz="1000"/>
          </a:p>
          <a:p>
            <a:pPr indent="0" lvl="0" marL="0" rtl="0" algn="l">
              <a:spcBef>
                <a:spcPts val="0"/>
              </a:spcBef>
              <a:spcAft>
                <a:spcPts val="0"/>
              </a:spcAft>
              <a:buNone/>
            </a:pPr>
            <a:r>
              <a:rPr lang="en" u="sng">
                <a:solidFill>
                  <a:srgbClr val="1155CC"/>
                </a:solidFill>
                <a:hlinkClick r:id="rId5">
                  <a:extLst>
                    <a:ext uri="{A12FA001-AC4F-418D-AE19-62706E023703}">
                      <ahyp:hlinkClr val="tx"/>
                    </a:ext>
                  </a:extLst>
                </a:hlinkClick>
              </a:rPr>
              <a:t>Rachana Bangalore Nagaraju</a:t>
            </a:r>
            <a:r>
              <a:rPr lang="en" sz="1000"/>
              <a:t> </a:t>
            </a:r>
            <a:r>
              <a:rPr lang="en" sz="1000">
                <a:solidFill>
                  <a:schemeClr val="dk1"/>
                </a:solidFill>
              </a:rPr>
              <a:t>CMO</a:t>
            </a:r>
            <a:endParaRPr sz="1000"/>
          </a:p>
          <a:p>
            <a:pPr indent="0" lvl="0" marL="0" rtl="0" algn="l">
              <a:spcBef>
                <a:spcPts val="0"/>
              </a:spcBef>
              <a:spcAft>
                <a:spcPts val="0"/>
              </a:spcAft>
              <a:buNone/>
            </a:pPr>
            <a:r>
              <a:rPr lang="en" u="sng">
                <a:solidFill>
                  <a:srgbClr val="1155CC"/>
                </a:solidFill>
                <a:hlinkClick r:id="rId6">
                  <a:extLst>
                    <a:ext uri="{A12FA001-AC4F-418D-AE19-62706E023703}">
                      <ahyp:hlinkClr val="tx"/>
                    </a:ext>
                  </a:extLst>
                </a:hlinkClick>
              </a:rPr>
              <a:t>William Lopez</a:t>
            </a:r>
            <a:r>
              <a:rPr lang="en" sz="1000"/>
              <a:t> COO</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2cf8474ece8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2cf8474ece8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2cf8474ece8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2cf8474ece8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58022" y="692000"/>
            <a:ext cx="6176700" cy="3588600"/>
          </a:xfrm>
          <a:prstGeom prst="rect">
            <a:avLst/>
          </a:prstGeom>
        </p:spPr>
        <p:txBody>
          <a:bodyPr anchorCtr="0" anchor="b" bIns="91425" lIns="91425" spcFirstLastPara="1" rIns="91425" wrap="square" tIns="91425">
            <a:noAutofit/>
          </a:bodyPr>
          <a:lstStyle>
            <a:lvl1pPr lvl="0" algn="l">
              <a:lnSpc>
                <a:spcPct val="80000"/>
              </a:lnSpc>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260700" y="4204400"/>
            <a:ext cx="45288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accen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txBox="1"/>
          <p:nvPr>
            <p:ph type="title"/>
          </p:nvPr>
        </p:nvSpPr>
        <p:spPr>
          <a:xfrm>
            <a:off x="3893700" y="1620825"/>
            <a:ext cx="3537900" cy="1599900"/>
          </a:xfrm>
          <a:prstGeom prst="rect">
            <a:avLst/>
          </a:prstGeom>
        </p:spPr>
        <p:txBody>
          <a:bodyPr anchorCtr="0" anchor="ctr" bIns="91425" lIns="91425" spcFirstLastPara="1" rIns="91425" wrap="square" tIns="91425">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2269000" y="1941325"/>
            <a:ext cx="1421100" cy="841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txBox="1"/>
          <p:nvPr>
            <p:ph idx="1" type="subTitle"/>
          </p:nvPr>
        </p:nvSpPr>
        <p:spPr>
          <a:xfrm>
            <a:off x="3893700" y="3220725"/>
            <a:ext cx="4442400" cy="37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6" name="Google Shape;16;p3"/>
          <p:cNvGrpSpPr/>
          <p:nvPr/>
        </p:nvGrpSpPr>
        <p:grpSpPr>
          <a:xfrm>
            <a:off x="7233663" y="3665882"/>
            <a:ext cx="2394232" cy="2358638"/>
            <a:chOff x="7233663" y="3665882"/>
            <a:chExt cx="2394232" cy="2358638"/>
          </a:xfrm>
        </p:grpSpPr>
        <p:grpSp>
          <p:nvGrpSpPr>
            <p:cNvPr id="17" name="Google Shape;17;p3"/>
            <p:cNvGrpSpPr/>
            <p:nvPr/>
          </p:nvGrpSpPr>
          <p:grpSpPr>
            <a:xfrm rot="2700000">
              <a:off x="7450195" y="4008895"/>
              <a:ext cx="1045765" cy="1045615"/>
              <a:chOff x="3741950" y="353925"/>
              <a:chExt cx="1045775" cy="1045625"/>
            </a:xfrm>
          </p:grpSpPr>
          <p:sp>
            <p:nvSpPr>
              <p:cNvPr id="18" name="Google Shape;18;p3"/>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p:nvPr/>
          </p:nvSpPr>
          <p:spPr>
            <a:xfrm rot="2700000">
              <a:off x="7619646" y="4006322"/>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 name="Google Shape;22;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 name="Google Shape;25;p4"/>
          <p:cNvSpPr txBox="1"/>
          <p:nvPr>
            <p:ph idx="1" type="body"/>
          </p:nvPr>
        </p:nvSpPr>
        <p:spPr>
          <a:xfrm>
            <a:off x="720000" y="1269175"/>
            <a:ext cx="7704000" cy="3990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26" name="Google Shape;26;p4"/>
          <p:cNvGrpSpPr/>
          <p:nvPr/>
        </p:nvGrpSpPr>
        <p:grpSpPr>
          <a:xfrm>
            <a:off x="7845966" y="4050781"/>
            <a:ext cx="1775083" cy="1748694"/>
            <a:chOff x="4757800" y="3823757"/>
            <a:chExt cx="2394232" cy="2358638"/>
          </a:xfrm>
        </p:grpSpPr>
        <p:grpSp>
          <p:nvGrpSpPr>
            <p:cNvPr id="27" name="Google Shape;27;p4"/>
            <p:cNvGrpSpPr/>
            <p:nvPr/>
          </p:nvGrpSpPr>
          <p:grpSpPr>
            <a:xfrm rot="2700000">
              <a:off x="4974332" y="4166770"/>
              <a:ext cx="1045765" cy="1045615"/>
              <a:chOff x="3741950" y="353925"/>
              <a:chExt cx="1045775" cy="1045625"/>
            </a:xfrm>
          </p:grpSpPr>
          <p:sp>
            <p:nvSpPr>
              <p:cNvPr id="28" name="Google Shape;28;p4"/>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 name="Google Shape;31;p4"/>
            <p:cNvSpPr/>
            <p:nvPr/>
          </p:nvSpPr>
          <p:spPr>
            <a:xfrm rot="2700000">
              <a:off x="5143783" y="4164197"/>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5" name="Google Shape;35;p5"/>
          <p:cNvSpPr txBox="1"/>
          <p:nvPr>
            <p:ph idx="1" type="subTitle"/>
          </p:nvPr>
        </p:nvSpPr>
        <p:spPr>
          <a:xfrm>
            <a:off x="5077073" y="3042975"/>
            <a:ext cx="2619900" cy="1106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6" name="Google Shape;36;p5"/>
          <p:cNvSpPr txBox="1"/>
          <p:nvPr>
            <p:ph idx="2" type="subTitle"/>
          </p:nvPr>
        </p:nvSpPr>
        <p:spPr>
          <a:xfrm>
            <a:off x="1447027" y="3042975"/>
            <a:ext cx="2619900" cy="1106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7" name="Google Shape;37;p5"/>
          <p:cNvSpPr txBox="1"/>
          <p:nvPr>
            <p:ph idx="3" type="subTitle"/>
          </p:nvPr>
        </p:nvSpPr>
        <p:spPr>
          <a:xfrm>
            <a:off x="5077073" y="2734950"/>
            <a:ext cx="26199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8" name="Google Shape;38;p5"/>
          <p:cNvSpPr txBox="1"/>
          <p:nvPr>
            <p:ph idx="4" type="subTitle"/>
          </p:nvPr>
        </p:nvSpPr>
        <p:spPr>
          <a:xfrm>
            <a:off x="1447027" y="2734950"/>
            <a:ext cx="26199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39" name="Google Shape;39;p5"/>
          <p:cNvGrpSpPr/>
          <p:nvPr/>
        </p:nvGrpSpPr>
        <p:grpSpPr>
          <a:xfrm>
            <a:off x="6667638" y="3630961"/>
            <a:ext cx="2394232" cy="2358638"/>
            <a:chOff x="6667638" y="3630961"/>
            <a:chExt cx="2394232" cy="2358638"/>
          </a:xfrm>
        </p:grpSpPr>
        <p:grpSp>
          <p:nvGrpSpPr>
            <p:cNvPr id="40" name="Google Shape;40;p5"/>
            <p:cNvGrpSpPr/>
            <p:nvPr/>
          </p:nvGrpSpPr>
          <p:grpSpPr>
            <a:xfrm flipH="1" rot="-2700000">
              <a:off x="7799572" y="3973974"/>
              <a:ext cx="1045765" cy="1045615"/>
              <a:chOff x="3741950" y="353925"/>
              <a:chExt cx="1045775" cy="1045625"/>
            </a:xfrm>
          </p:grpSpPr>
          <p:sp>
            <p:nvSpPr>
              <p:cNvPr id="41" name="Google Shape;41;p5"/>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 name="Google Shape;44;p5"/>
            <p:cNvSpPr/>
            <p:nvPr/>
          </p:nvSpPr>
          <p:spPr>
            <a:xfrm flipH="1" rot="-2700000">
              <a:off x="7018027" y="3971401"/>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48" name="Google Shape;48;p6"/>
          <p:cNvGrpSpPr/>
          <p:nvPr/>
        </p:nvGrpSpPr>
        <p:grpSpPr>
          <a:xfrm flipH="1" rot="-2700000">
            <a:off x="7844935" y="4353026"/>
            <a:ext cx="1045765" cy="1045615"/>
            <a:chOff x="3741950" y="353925"/>
            <a:chExt cx="1045775" cy="1045625"/>
          </a:xfrm>
        </p:grpSpPr>
        <p:sp>
          <p:nvSpPr>
            <p:cNvPr id="49" name="Google Shape;49;p6"/>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 name="Google Shape;55;p7"/>
          <p:cNvSpPr txBox="1"/>
          <p:nvPr>
            <p:ph idx="1" type="subTitle"/>
          </p:nvPr>
        </p:nvSpPr>
        <p:spPr>
          <a:xfrm>
            <a:off x="720000" y="1541950"/>
            <a:ext cx="5373300" cy="202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grpSp>
        <p:nvGrpSpPr>
          <p:cNvPr id="56" name="Google Shape;56;p7"/>
          <p:cNvGrpSpPr/>
          <p:nvPr/>
        </p:nvGrpSpPr>
        <p:grpSpPr>
          <a:xfrm>
            <a:off x="83363" y="3630961"/>
            <a:ext cx="2394232" cy="2358638"/>
            <a:chOff x="7518600" y="1769557"/>
            <a:chExt cx="2394232" cy="2358638"/>
          </a:xfrm>
        </p:grpSpPr>
        <p:grpSp>
          <p:nvGrpSpPr>
            <p:cNvPr id="57" name="Google Shape;57;p7"/>
            <p:cNvGrpSpPr/>
            <p:nvPr/>
          </p:nvGrpSpPr>
          <p:grpSpPr>
            <a:xfrm rot="2700000">
              <a:off x="7735132" y="2112570"/>
              <a:ext cx="1045765" cy="1045615"/>
              <a:chOff x="3741950" y="353925"/>
              <a:chExt cx="1045775" cy="1045625"/>
            </a:xfrm>
          </p:grpSpPr>
          <p:sp>
            <p:nvSpPr>
              <p:cNvPr id="58" name="Google Shape;58;p7"/>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 name="Google Shape;61;p7"/>
            <p:cNvSpPr/>
            <p:nvPr/>
          </p:nvSpPr>
          <p:spPr>
            <a:xfrm rot="2700000">
              <a:off x="7904583" y="2109997"/>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3" name="Shape 63"/>
        <p:cNvGrpSpPr/>
        <p:nvPr/>
      </p:nvGrpSpPr>
      <p:grpSpPr>
        <a:xfrm>
          <a:off x="0" y="0"/>
          <a:ext cx="0" cy="0"/>
          <a:chOff x="0" y="0"/>
          <a:chExt cx="0" cy="0"/>
        </a:xfrm>
      </p:grpSpPr>
      <p:sp>
        <p:nvSpPr>
          <p:cNvPr id="64" name="Google Shape;64;p8"/>
          <p:cNvSpPr txBox="1"/>
          <p:nvPr>
            <p:ph type="title"/>
          </p:nvPr>
        </p:nvSpPr>
        <p:spPr>
          <a:xfrm>
            <a:off x="1962000" y="1307100"/>
            <a:ext cx="52200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65" name="Google Shape;65;p8"/>
          <p:cNvGrpSpPr/>
          <p:nvPr/>
        </p:nvGrpSpPr>
        <p:grpSpPr>
          <a:xfrm>
            <a:off x="-808637" y="3630961"/>
            <a:ext cx="2394232" cy="2358638"/>
            <a:chOff x="-808637" y="3630961"/>
            <a:chExt cx="2394232" cy="2358638"/>
          </a:xfrm>
        </p:grpSpPr>
        <p:grpSp>
          <p:nvGrpSpPr>
            <p:cNvPr id="66" name="Google Shape;66;p8"/>
            <p:cNvGrpSpPr/>
            <p:nvPr/>
          </p:nvGrpSpPr>
          <p:grpSpPr>
            <a:xfrm flipH="1" rot="-2700000">
              <a:off x="323297" y="3973974"/>
              <a:ext cx="1045765" cy="1045615"/>
              <a:chOff x="3741950" y="353925"/>
              <a:chExt cx="1045775" cy="1045625"/>
            </a:xfrm>
          </p:grpSpPr>
          <p:sp>
            <p:nvSpPr>
              <p:cNvPr id="67" name="Google Shape;67;p8"/>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8"/>
            <p:cNvSpPr/>
            <p:nvPr/>
          </p:nvSpPr>
          <p:spPr>
            <a:xfrm flipH="1" rot="-2700000">
              <a:off x="-458248" y="3971401"/>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p9"/>
          <p:cNvSpPr txBox="1"/>
          <p:nvPr>
            <p:ph type="title"/>
          </p:nvPr>
        </p:nvSpPr>
        <p:spPr>
          <a:xfrm>
            <a:off x="2135550" y="1651188"/>
            <a:ext cx="4872900" cy="115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72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74" name="Google Shape;74;p9"/>
          <p:cNvSpPr txBox="1"/>
          <p:nvPr>
            <p:ph idx="1" type="subTitle"/>
          </p:nvPr>
        </p:nvSpPr>
        <p:spPr>
          <a:xfrm>
            <a:off x="2135550" y="2765575"/>
            <a:ext cx="4872900" cy="70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75" name="Google Shape;75;p9"/>
          <p:cNvGrpSpPr/>
          <p:nvPr/>
        </p:nvGrpSpPr>
        <p:grpSpPr>
          <a:xfrm rot="2700000">
            <a:off x="7740957" y="4395495"/>
            <a:ext cx="1045765" cy="1045615"/>
            <a:chOff x="3741950" y="353925"/>
            <a:chExt cx="1045775" cy="1045625"/>
          </a:xfrm>
        </p:grpSpPr>
        <p:sp>
          <p:nvSpPr>
            <p:cNvPr id="76" name="Google Shape;76;p9"/>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9"/>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0" name="Shape 80"/>
        <p:cNvGrpSpPr/>
        <p:nvPr/>
      </p:nvGrpSpPr>
      <p:grpSpPr>
        <a:xfrm>
          <a:off x="0" y="0"/>
          <a:ext cx="0" cy="0"/>
          <a:chOff x="0" y="0"/>
          <a:chExt cx="0" cy="0"/>
        </a:xfrm>
      </p:grpSpPr>
      <p:sp>
        <p:nvSpPr>
          <p:cNvPr id="81" name="Google Shape;81;p10"/>
          <p:cNvSpPr txBox="1"/>
          <p:nvPr>
            <p:ph type="title"/>
          </p:nvPr>
        </p:nvSpPr>
        <p:spPr>
          <a:xfrm>
            <a:off x="3992121" y="398525"/>
            <a:ext cx="4597200" cy="16734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500"/>
              <a:buNone/>
              <a:defRPr>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2" name="Google Shape;82;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 name="Shape 83"/>
        <p:cNvGrpSpPr/>
        <p:nvPr/>
      </p:nvGrpSpPr>
      <p:grpSpPr>
        <a:xfrm>
          <a:off x="0" y="0"/>
          <a:ext cx="0" cy="0"/>
          <a:chOff x="0" y="0"/>
          <a:chExt cx="0" cy="0"/>
        </a:xfrm>
      </p:grpSpPr>
      <p:sp>
        <p:nvSpPr>
          <p:cNvPr id="84" name="Google Shape;84;p11"/>
          <p:cNvSpPr txBox="1"/>
          <p:nvPr>
            <p:ph hasCustomPrompt="1" type="title"/>
          </p:nvPr>
        </p:nvSpPr>
        <p:spPr>
          <a:xfrm>
            <a:off x="1284000" y="1288250"/>
            <a:ext cx="6576000" cy="19707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5" name="Google Shape;85;p11"/>
          <p:cNvSpPr txBox="1"/>
          <p:nvPr>
            <p:ph idx="1" type="subTitle"/>
          </p:nvPr>
        </p:nvSpPr>
        <p:spPr>
          <a:xfrm>
            <a:off x="1284000" y="301142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accent1"/>
                </a:solidFill>
              </a:defRPr>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86" name="Google Shape;86;p11"/>
          <p:cNvGrpSpPr/>
          <p:nvPr/>
        </p:nvGrpSpPr>
        <p:grpSpPr>
          <a:xfrm flipH="1" rot="-2700000">
            <a:off x="290285" y="-33524"/>
            <a:ext cx="1045765" cy="1045615"/>
            <a:chOff x="3741950" y="353925"/>
            <a:chExt cx="1045775" cy="1045625"/>
          </a:xfrm>
        </p:grpSpPr>
        <p:sp>
          <p:nvSpPr>
            <p:cNvPr id="87" name="Google Shape;87;p11"/>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1"/>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93" name="Shape 93"/>
        <p:cNvGrpSpPr/>
        <p:nvPr/>
      </p:nvGrpSpPr>
      <p:grpSpPr>
        <a:xfrm>
          <a:off x="0" y="0"/>
          <a:ext cx="0" cy="0"/>
          <a:chOff x="0" y="0"/>
          <a:chExt cx="0" cy="0"/>
        </a:xfrm>
      </p:grpSpPr>
      <p:sp>
        <p:nvSpPr>
          <p:cNvPr id="94" name="Google Shape;94;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95" name="Google Shape;95;p13"/>
          <p:cNvGrpSpPr/>
          <p:nvPr/>
        </p:nvGrpSpPr>
        <p:grpSpPr>
          <a:xfrm flipH="1">
            <a:off x="-657300" y="3660238"/>
            <a:ext cx="2358638" cy="2358638"/>
            <a:chOff x="7553538" y="3660238"/>
            <a:chExt cx="2358638" cy="2358638"/>
          </a:xfrm>
        </p:grpSpPr>
        <p:grpSp>
          <p:nvGrpSpPr>
            <p:cNvPr id="96" name="Google Shape;96;p13"/>
            <p:cNvGrpSpPr/>
            <p:nvPr/>
          </p:nvGrpSpPr>
          <p:grpSpPr>
            <a:xfrm flipH="1" rot="-2700000">
              <a:off x="7828010" y="4050176"/>
              <a:ext cx="1045765" cy="1045615"/>
              <a:chOff x="3741950" y="353925"/>
              <a:chExt cx="1045775" cy="1045625"/>
            </a:xfrm>
          </p:grpSpPr>
          <p:sp>
            <p:nvSpPr>
              <p:cNvPr id="97" name="Google Shape;97;p13"/>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 name="Google Shape;100;p13"/>
            <p:cNvSpPr/>
            <p:nvPr/>
          </p:nvSpPr>
          <p:spPr>
            <a:xfrm flipH="1" rot="-2700000">
              <a:off x="7903927" y="4000677"/>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 name="Google Shape;101;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02" name="Shape 102"/>
        <p:cNvGrpSpPr/>
        <p:nvPr/>
      </p:nvGrpSpPr>
      <p:grpSpPr>
        <a:xfrm>
          <a:off x="0" y="0"/>
          <a:ext cx="0" cy="0"/>
          <a:chOff x="0" y="0"/>
          <a:chExt cx="0" cy="0"/>
        </a:xfrm>
      </p:grpSpPr>
      <p:sp>
        <p:nvSpPr>
          <p:cNvPr id="103" name="Google Shape;103;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04" name="Google Shape;104;p14"/>
          <p:cNvGrpSpPr/>
          <p:nvPr/>
        </p:nvGrpSpPr>
        <p:grpSpPr>
          <a:xfrm>
            <a:off x="7324675" y="3660238"/>
            <a:ext cx="2358638" cy="2358638"/>
            <a:chOff x="7553538" y="3660238"/>
            <a:chExt cx="2358638" cy="2358638"/>
          </a:xfrm>
        </p:grpSpPr>
        <p:grpSp>
          <p:nvGrpSpPr>
            <p:cNvPr id="105" name="Google Shape;105;p14"/>
            <p:cNvGrpSpPr/>
            <p:nvPr/>
          </p:nvGrpSpPr>
          <p:grpSpPr>
            <a:xfrm flipH="1" rot="-2700000">
              <a:off x="7828010" y="4050176"/>
              <a:ext cx="1045765" cy="1045615"/>
              <a:chOff x="3741950" y="353925"/>
              <a:chExt cx="1045775" cy="1045625"/>
            </a:xfrm>
          </p:grpSpPr>
          <p:sp>
            <p:nvSpPr>
              <p:cNvPr id="106" name="Google Shape;106;p14"/>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14"/>
            <p:cNvSpPr/>
            <p:nvPr/>
          </p:nvSpPr>
          <p:spPr>
            <a:xfrm flipH="1" rot="-2700000">
              <a:off x="7903927" y="4000677"/>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11" name="Shape 111"/>
        <p:cNvGrpSpPr/>
        <p:nvPr/>
      </p:nvGrpSpPr>
      <p:grpSpPr>
        <a:xfrm>
          <a:off x="0" y="0"/>
          <a:ext cx="0" cy="0"/>
          <a:chOff x="0" y="0"/>
          <a:chExt cx="0" cy="0"/>
        </a:xfrm>
      </p:grpSpPr>
      <p:sp>
        <p:nvSpPr>
          <p:cNvPr id="112" name="Google Shape;112;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3" name="Google Shape;113;p15"/>
          <p:cNvSpPr txBox="1"/>
          <p:nvPr>
            <p:ph idx="1" type="subTitle"/>
          </p:nvPr>
        </p:nvSpPr>
        <p:spPr>
          <a:xfrm>
            <a:off x="774411" y="3926850"/>
            <a:ext cx="2301300" cy="60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4" name="Google Shape;114;p15"/>
          <p:cNvSpPr txBox="1"/>
          <p:nvPr>
            <p:ph idx="2" type="subTitle"/>
          </p:nvPr>
        </p:nvSpPr>
        <p:spPr>
          <a:xfrm>
            <a:off x="3419568" y="3926850"/>
            <a:ext cx="2301300" cy="60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5" name="Google Shape;115;p15"/>
          <p:cNvSpPr txBox="1"/>
          <p:nvPr>
            <p:ph idx="3" type="subTitle"/>
          </p:nvPr>
        </p:nvSpPr>
        <p:spPr>
          <a:xfrm>
            <a:off x="6068289" y="3926850"/>
            <a:ext cx="2301300" cy="60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6" name="Google Shape;116;p15"/>
          <p:cNvSpPr txBox="1"/>
          <p:nvPr>
            <p:ph idx="4" type="subTitle"/>
          </p:nvPr>
        </p:nvSpPr>
        <p:spPr>
          <a:xfrm>
            <a:off x="774411" y="3472275"/>
            <a:ext cx="2301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7" name="Google Shape;117;p15"/>
          <p:cNvSpPr txBox="1"/>
          <p:nvPr>
            <p:ph idx="5" type="subTitle"/>
          </p:nvPr>
        </p:nvSpPr>
        <p:spPr>
          <a:xfrm>
            <a:off x="3419568" y="3472275"/>
            <a:ext cx="2301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8" name="Google Shape;118;p15"/>
          <p:cNvSpPr txBox="1"/>
          <p:nvPr>
            <p:ph idx="6" type="subTitle"/>
          </p:nvPr>
        </p:nvSpPr>
        <p:spPr>
          <a:xfrm>
            <a:off x="6068289" y="3472275"/>
            <a:ext cx="2301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19" name="Google Shape;119;p15"/>
          <p:cNvGrpSpPr/>
          <p:nvPr/>
        </p:nvGrpSpPr>
        <p:grpSpPr>
          <a:xfrm>
            <a:off x="7382638" y="3658850"/>
            <a:ext cx="2358638" cy="2358638"/>
            <a:chOff x="7330063" y="1376500"/>
            <a:chExt cx="2358638" cy="2358638"/>
          </a:xfrm>
        </p:grpSpPr>
        <p:grpSp>
          <p:nvGrpSpPr>
            <p:cNvPr id="120" name="Google Shape;120;p15"/>
            <p:cNvGrpSpPr/>
            <p:nvPr/>
          </p:nvGrpSpPr>
          <p:grpSpPr>
            <a:xfrm flipH="1" rot="-2700000">
              <a:off x="7604535" y="1766438"/>
              <a:ext cx="1045765" cy="1045615"/>
              <a:chOff x="3741950" y="353925"/>
              <a:chExt cx="1045775" cy="1045625"/>
            </a:xfrm>
          </p:grpSpPr>
          <p:sp>
            <p:nvSpPr>
              <p:cNvPr id="121" name="Google Shape;121;p15"/>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15"/>
            <p:cNvSpPr/>
            <p:nvPr/>
          </p:nvSpPr>
          <p:spPr>
            <a:xfrm flipH="1" rot="-2700000">
              <a:off x="7680452" y="1716940"/>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26" name="Shape 126"/>
        <p:cNvGrpSpPr/>
        <p:nvPr/>
      </p:nvGrpSpPr>
      <p:grpSpPr>
        <a:xfrm>
          <a:off x="0" y="0"/>
          <a:ext cx="0" cy="0"/>
          <a:chOff x="0" y="0"/>
          <a:chExt cx="0" cy="0"/>
        </a:xfrm>
      </p:grpSpPr>
      <p:sp>
        <p:nvSpPr>
          <p:cNvPr id="127" name="Google Shape;127;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8" name="Google Shape;128;p16"/>
          <p:cNvSpPr txBox="1"/>
          <p:nvPr>
            <p:ph idx="1" type="subTitle"/>
          </p:nvPr>
        </p:nvSpPr>
        <p:spPr>
          <a:xfrm>
            <a:off x="2968125" y="1744118"/>
            <a:ext cx="5455800" cy="651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29" name="Google Shape;129;p16"/>
          <p:cNvSpPr txBox="1"/>
          <p:nvPr>
            <p:ph idx="2" type="subTitle"/>
          </p:nvPr>
        </p:nvSpPr>
        <p:spPr>
          <a:xfrm>
            <a:off x="2968112" y="2794537"/>
            <a:ext cx="5455800" cy="64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0" name="Google Shape;130;p16"/>
          <p:cNvSpPr txBox="1"/>
          <p:nvPr>
            <p:ph idx="3" type="subTitle"/>
          </p:nvPr>
        </p:nvSpPr>
        <p:spPr>
          <a:xfrm>
            <a:off x="2968098" y="3841899"/>
            <a:ext cx="5455800" cy="64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1" name="Google Shape;131;p16"/>
          <p:cNvSpPr txBox="1"/>
          <p:nvPr>
            <p:ph idx="4" type="subTitle"/>
          </p:nvPr>
        </p:nvSpPr>
        <p:spPr>
          <a:xfrm>
            <a:off x="2968125" y="1289543"/>
            <a:ext cx="54558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2" name="Google Shape;132;p16"/>
          <p:cNvSpPr txBox="1"/>
          <p:nvPr>
            <p:ph idx="5" type="subTitle"/>
          </p:nvPr>
        </p:nvSpPr>
        <p:spPr>
          <a:xfrm>
            <a:off x="2968127" y="2339963"/>
            <a:ext cx="54558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3" name="Google Shape;133;p16"/>
          <p:cNvSpPr txBox="1"/>
          <p:nvPr>
            <p:ph idx="6" type="subTitle"/>
          </p:nvPr>
        </p:nvSpPr>
        <p:spPr>
          <a:xfrm>
            <a:off x="2968112" y="3387325"/>
            <a:ext cx="54558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34" name="Google Shape;134;p16"/>
          <p:cNvGrpSpPr/>
          <p:nvPr/>
        </p:nvGrpSpPr>
        <p:grpSpPr>
          <a:xfrm>
            <a:off x="7553538" y="3660238"/>
            <a:ext cx="2358638" cy="2358638"/>
            <a:chOff x="7553538" y="3660238"/>
            <a:chExt cx="2358638" cy="2358638"/>
          </a:xfrm>
        </p:grpSpPr>
        <p:grpSp>
          <p:nvGrpSpPr>
            <p:cNvPr id="135" name="Google Shape;135;p16"/>
            <p:cNvGrpSpPr/>
            <p:nvPr/>
          </p:nvGrpSpPr>
          <p:grpSpPr>
            <a:xfrm flipH="1" rot="-2700000">
              <a:off x="7828010" y="4050176"/>
              <a:ext cx="1045765" cy="1045615"/>
              <a:chOff x="3741950" y="353925"/>
              <a:chExt cx="1045775" cy="1045625"/>
            </a:xfrm>
          </p:grpSpPr>
          <p:sp>
            <p:nvSpPr>
              <p:cNvPr id="136" name="Google Shape;136;p16"/>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6"/>
            <p:cNvSpPr/>
            <p:nvPr/>
          </p:nvSpPr>
          <p:spPr>
            <a:xfrm flipH="1" rot="-2700000">
              <a:off x="7903927" y="4000677"/>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1" name="Shape 141"/>
        <p:cNvGrpSpPr/>
        <p:nvPr/>
      </p:nvGrpSpPr>
      <p:grpSpPr>
        <a:xfrm>
          <a:off x="0" y="0"/>
          <a:ext cx="0" cy="0"/>
          <a:chOff x="0" y="0"/>
          <a:chExt cx="0" cy="0"/>
        </a:xfrm>
      </p:grpSpPr>
      <p:sp>
        <p:nvSpPr>
          <p:cNvPr id="142" name="Google Shape;14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3" name="Google Shape;143;p17"/>
          <p:cNvSpPr txBox="1"/>
          <p:nvPr>
            <p:ph idx="1" type="subTitle"/>
          </p:nvPr>
        </p:nvSpPr>
        <p:spPr>
          <a:xfrm>
            <a:off x="2010042" y="1471051"/>
            <a:ext cx="33912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4" name="Google Shape;144;p17"/>
          <p:cNvSpPr txBox="1"/>
          <p:nvPr>
            <p:ph idx="2" type="subTitle"/>
          </p:nvPr>
        </p:nvSpPr>
        <p:spPr>
          <a:xfrm>
            <a:off x="3546853" y="3210739"/>
            <a:ext cx="33912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5" name="Google Shape;145;p17"/>
          <p:cNvSpPr txBox="1"/>
          <p:nvPr>
            <p:ph idx="3" type="subTitle"/>
          </p:nvPr>
        </p:nvSpPr>
        <p:spPr>
          <a:xfrm>
            <a:off x="2780860" y="2338825"/>
            <a:ext cx="33912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6" name="Google Shape;146;p17"/>
          <p:cNvSpPr txBox="1"/>
          <p:nvPr>
            <p:ph idx="4" type="subTitle"/>
          </p:nvPr>
        </p:nvSpPr>
        <p:spPr>
          <a:xfrm>
            <a:off x="4304937" y="4082578"/>
            <a:ext cx="33912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7" name="Google Shape;147;p17"/>
          <p:cNvSpPr txBox="1"/>
          <p:nvPr>
            <p:ph hasCustomPrompt="1" idx="5" type="title"/>
          </p:nvPr>
        </p:nvSpPr>
        <p:spPr>
          <a:xfrm>
            <a:off x="1121750" y="1405736"/>
            <a:ext cx="860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8" name="Google Shape;148;p17"/>
          <p:cNvSpPr txBox="1"/>
          <p:nvPr>
            <p:ph hasCustomPrompt="1" idx="6" type="title"/>
          </p:nvPr>
        </p:nvSpPr>
        <p:spPr>
          <a:xfrm>
            <a:off x="1892625" y="2251075"/>
            <a:ext cx="860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9" name="Google Shape;149;p17"/>
          <p:cNvSpPr txBox="1"/>
          <p:nvPr>
            <p:ph hasCustomPrompt="1" idx="7" type="title"/>
          </p:nvPr>
        </p:nvSpPr>
        <p:spPr>
          <a:xfrm>
            <a:off x="2656850" y="3122939"/>
            <a:ext cx="860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0" name="Google Shape;150;p17"/>
          <p:cNvSpPr txBox="1"/>
          <p:nvPr>
            <p:ph hasCustomPrompt="1" idx="8" type="title"/>
          </p:nvPr>
        </p:nvSpPr>
        <p:spPr>
          <a:xfrm>
            <a:off x="3415352" y="3994815"/>
            <a:ext cx="8595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1" name="Google Shape;151;p17"/>
          <p:cNvSpPr txBox="1"/>
          <p:nvPr>
            <p:ph idx="9" type="subTitle"/>
          </p:nvPr>
        </p:nvSpPr>
        <p:spPr>
          <a:xfrm>
            <a:off x="2010042" y="1258251"/>
            <a:ext cx="33912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2"/>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52" name="Google Shape;152;p17"/>
          <p:cNvSpPr txBox="1"/>
          <p:nvPr>
            <p:ph idx="13" type="subTitle"/>
          </p:nvPr>
        </p:nvSpPr>
        <p:spPr>
          <a:xfrm>
            <a:off x="3546861" y="2997939"/>
            <a:ext cx="33912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2"/>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53" name="Google Shape;153;p17"/>
          <p:cNvSpPr txBox="1"/>
          <p:nvPr>
            <p:ph idx="14" type="subTitle"/>
          </p:nvPr>
        </p:nvSpPr>
        <p:spPr>
          <a:xfrm>
            <a:off x="2780860" y="2126100"/>
            <a:ext cx="33912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2"/>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54" name="Google Shape;154;p17"/>
          <p:cNvSpPr txBox="1"/>
          <p:nvPr>
            <p:ph idx="15" type="subTitle"/>
          </p:nvPr>
        </p:nvSpPr>
        <p:spPr>
          <a:xfrm>
            <a:off x="4304946" y="3869853"/>
            <a:ext cx="33912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2"/>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55" name="Google Shape;155;p17"/>
          <p:cNvGrpSpPr/>
          <p:nvPr/>
        </p:nvGrpSpPr>
        <p:grpSpPr>
          <a:xfrm flipH="1" rot="-2700000">
            <a:off x="7837772" y="4409520"/>
            <a:ext cx="1045765" cy="1045615"/>
            <a:chOff x="3741950" y="353925"/>
            <a:chExt cx="1045775" cy="1045625"/>
          </a:xfrm>
        </p:grpSpPr>
        <p:sp>
          <p:nvSpPr>
            <p:cNvPr id="156" name="Google Shape;156;p17"/>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7"/>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7"/>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0" name="Shape 160"/>
        <p:cNvGrpSpPr/>
        <p:nvPr/>
      </p:nvGrpSpPr>
      <p:grpSpPr>
        <a:xfrm>
          <a:off x="0" y="0"/>
          <a:ext cx="0" cy="0"/>
          <a:chOff x="0" y="0"/>
          <a:chExt cx="0" cy="0"/>
        </a:xfrm>
      </p:grpSpPr>
      <p:sp>
        <p:nvSpPr>
          <p:cNvPr id="161" name="Google Shape;161;p18"/>
          <p:cNvSpPr txBox="1"/>
          <p:nvPr>
            <p:ph type="title"/>
          </p:nvPr>
        </p:nvSpPr>
        <p:spPr>
          <a:xfrm>
            <a:off x="2968125" y="3100294"/>
            <a:ext cx="49494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62" name="Google Shape;162;p18"/>
          <p:cNvSpPr txBox="1"/>
          <p:nvPr>
            <p:ph idx="1" type="subTitle"/>
          </p:nvPr>
        </p:nvSpPr>
        <p:spPr>
          <a:xfrm>
            <a:off x="1226400" y="1511306"/>
            <a:ext cx="6691200" cy="1478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000">
                <a:solidFill>
                  <a:schemeClr val="accent1"/>
                </a:solidFill>
              </a:defRPr>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163" name="Google Shape;163;p18"/>
          <p:cNvGrpSpPr/>
          <p:nvPr/>
        </p:nvGrpSpPr>
        <p:grpSpPr>
          <a:xfrm flipH="1" rot="-2700000">
            <a:off x="520872" y="60574"/>
            <a:ext cx="1045765" cy="1045615"/>
            <a:chOff x="3741950" y="353925"/>
            <a:chExt cx="1045775" cy="1045625"/>
          </a:xfrm>
        </p:grpSpPr>
        <p:sp>
          <p:nvSpPr>
            <p:cNvPr id="164" name="Google Shape;164;p18"/>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8"/>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8"/>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 name="Google Shape;167;p18"/>
          <p:cNvGrpSpPr/>
          <p:nvPr/>
        </p:nvGrpSpPr>
        <p:grpSpPr>
          <a:xfrm>
            <a:off x="7553538" y="3660238"/>
            <a:ext cx="2358638" cy="2358638"/>
            <a:chOff x="7553538" y="3660238"/>
            <a:chExt cx="2358638" cy="2358638"/>
          </a:xfrm>
        </p:grpSpPr>
        <p:grpSp>
          <p:nvGrpSpPr>
            <p:cNvPr id="168" name="Google Shape;168;p18"/>
            <p:cNvGrpSpPr/>
            <p:nvPr/>
          </p:nvGrpSpPr>
          <p:grpSpPr>
            <a:xfrm flipH="1" rot="-2700000">
              <a:off x="7828010" y="4050176"/>
              <a:ext cx="1045765" cy="1045615"/>
              <a:chOff x="3741950" y="353925"/>
              <a:chExt cx="1045775" cy="1045625"/>
            </a:xfrm>
          </p:grpSpPr>
          <p:sp>
            <p:nvSpPr>
              <p:cNvPr id="169" name="Google Shape;169;p18"/>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8"/>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 name="Google Shape;172;p18"/>
            <p:cNvSpPr/>
            <p:nvPr/>
          </p:nvSpPr>
          <p:spPr>
            <a:xfrm flipH="1" rot="-2700000">
              <a:off x="7903927" y="4000677"/>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 name="Google Shape;173;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74" name="Shape 174"/>
        <p:cNvGrpSpPr/>
        <p:nvPr/>
      </p:nvGrpSpPr>
      <p:grpSpPr>
        <a:xfrm>
          <a:off x="0" y="0"/>
          <a:ext cx="0" cy="0"/>
          <a:chOff x="0" y="0"/>
          <a:chExt cx="0" cy="0"/>
        </a:xfrm>
      </p:grpSpPr>
      <p:sp>
        <p:nvSpPr>
          <p:cNvPr id="175" name="Google Shape;175;p19"/>
          <p:cNvSpPr txBox="1"/>
          <p:nvPr>
            <p:ph type="title"/>
          </p:nvPr>
        </p:nvSpPr>
        <p:spPr>
          <a:xfrm>
            <a:off x="720000" y="897163"/>
            <a:ext cx="3594000" cy="1632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6" name="Google Shape;176;p19"/>
          <p:cNvSpPr txBox="1"/>
          <p:nvPr>
            <p:ph idx="1" type="subTitle"/>
          </p:nvPr>
        </p:nvSpPr>
        <p:spPr>
          <a:xfrm>
            <a:off x="720000" y="2529150"/>
            <a:ext cx="3594000" cy="91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7" name="Google Shape;177;p19"/>
          <p:cNvSpPr/>
          <p:nvPr>
            <p:ph idx="2" type="pic"/>
          </p:nvPr>
        </p:nvSpPr>
        <p:spPr>
          <a:xfrm>
            <a:off x="4739575" y="971573"/>
            <a:ext cx="3447600" cy="3443700"/>
          </a:xfrm>
          <a:prstGeom prst="ellipse">
            <a:avLst/>
          </a:prstGeom>
          <a:noFill/>
          <a:ln>
            <a:noFill/>
          </a:ln>
        </p:spPr>
      </p:sp>
      <p:sp>
        <p:nvSpPr>
          <p:cNvPr id="178" name="Google Shape;178;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79" name="Shape 179"/>
        <p:cNvGrpSpPr/>
        <p:nvPr/>
      </p:nvGrpSpPr>
      <p:grpSpPr>
        <a:xfrm>
          <a:off x="0" y="0"/>
          <a:ext cx="0" cy="0"/>
          <a:chOff x="0" y="0"/>
          <a:chExt cx="0" cy="0"/>
        </a:xfrm>
      </p:grpSpPr>
      <p:sp>
        <p:nvSpPr>
          <p:cNvPr id="180" name="Google Shape;180;p20"/>
          <p:cNvSpPr txBox="1"/>
          <p:nvPr>
            <p:ph type="title"/>
          </p:nvPr>
        </p:nvSpPr>
        <p:spPr>
          <a:xfrm>
            <a:off x="720000" y="1745250"/>
            <a:ext cx="3588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1" name="Google Shape;181;p20"/>
          <p:cNvSpPr txBox="1"/>
          <p:nvPr>
            <p:ph idx="1" type="subTitle"/>
          </p:nvPr>
        </p:nvSpPr>
        <p:spPr>
          <a:xfrm>
            <a:off x="720000" y="2317950"/>
            <a:ext cx="3588600" cy="887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82" name="Google Shape;182;p20"/>
          <p:cNvGrpSpPr/>
          <p:nvPr/>
        </p:nvGrpSpPr>
        <p:grpSpPr>
          <a:xfrm flipH="1">
            <a:off x="-797087" y="3665882"/>
            <a:ext cx="2394232" cy="2358638"/>
            <a:chOff x="7233663" y="3665882"/>
            <a:chExt cx="2394232" cy="2358638"/>
          </a:xfrm>
        </p:grpSpPr>
        <p:grpSp>
          <p:nvGrpSpPr>
            <p:cNvPr id="183" name="Google Shape;183;p20"/>
            <p:cNvGrpSpPr/>
            <p:nvPr/>
          </p:nvGrpSpPr>
          <p:grpSpPr>
            <a:xfrm rot="2700000">
              <a:off x="7450195" y="4008895"/>
              <a:ext cx="1045765" cy="1045615"/>
              <a:chOff x="3741950" y="353925"/>
              <a:chExt cx="1045775" cy="1045625"/>
            </a:xfrm>
          </p:grpSpPr>
          <p:sp>
            <p:nvSpPr>
              <p:cNvPr id="184" name="Google Shape;184;p20"/>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20"/>
            <p:cNvSpPr/>
            <p:nvPr/>
          </p:nvSpPr>
          <p:spPr>
            <a:xfrm rot="2700000">
              <a:off x="7619646" y="4006322"/>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 name="Google Shape;188;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_1">
    <p:spTree>
      <p:nvGrpSpPr>
        <p:cNvPr id="189" name="Shape 189"/>
        <p:cNvGrpSpPr/>
        <p:nvPr/>
      </p:nvGrpSpPr>
      <p:grpSpPr>
        <a:xfrm>
          <a:off x="0" y="0"/>
          <a:ext cx="0" cy="0"/>
          <a:chOff x="0" y="0"/>
          <a:chExt cx="0" cy="0"/>
        </a:xfrm>
      </p:grpSpPr>
      <p:sp>
        <p:nvSpPr>
          <p:cNvPr id="190" name="Google Shape;190;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1" name="Google Shape;191;p21"/>
          <p:cNvSpPr txBox="1"/>
          <p:nvPr>
            <p:ph idx="1" type="subTitle"/>
          </p:nvPr>
        </p:nvSpPr>
        <p:spPr>
          <a:xfrm>
            <a:off x="5084391" y="1572587"/>
            <a:ext cx="2947800" cy="287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2" name="Google Shape;192;p21"/>
          <p:cNvSpPr txBox="1"/>
          <p:nvPr>
            <p:ph idx="2" type="subTitle"/>
          </p:nvPr>
        </p:nvSpPr>
        <p:spPr>
          <a:xfrm>
            <a:off x="1111834" y="1572587"/>
            <a:ext cx="2947800" cy="287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93" name="Google Shape;193;p21"/>
          <p:cNvGrpSpPr/>
          <p:nvPr/>
        </p:nvGrpSpPr>
        <p:grpSpPr>
          <a:xfrm flipH="1" rot="10800000">
            <a:off x="7191231" y="4676382"/>
            <a:ext cx="2249640" cy="423402"/>
            <a:chOff x="6456475" y="3575600"/>
            <a:chExt cx="2936100" cy="552600"/>
          </a:xfrm>
        </p:grpSpPr>
        <p:sp>
          <p:nvSpPr>
            <p:cNvPr id="194" name="Google Shape;194;p21"/>
            <p:cNvSpPr/>
            <p:nvPr/>
          </p:nvSpPr>
          <p:spPr>
            <a:xfrm>
              <a:off x="6456475" y="3575600"/>
              <a:ext cx="2936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1"/>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 name="Google Shape;196;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7" name="Shape 197"/>
        <p:cNvGrpSpPr/>
        <p:nvPr/>
      </p:nvGrpSpPr>
      <p:grpSpPr>
        <a:xfrm>
          <a:off x="0" y="0"/>
          <a:ext cx="0" cy="0"/>
          <a:chOff x="0" y="0"/>
          <a:chExt cx="0" cy="0"/>
        </a:xfrm>
      </p:grpSpPr>
      <p:sp>
        <p:nvSpPr>
          <p:cNvPr id="198" name="Google Shape;198;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9" name="Google Shape;199;p22"/>
          <p:cNvSpPr txBox="1"/>
          <p:nvPr>
            <p:ph idx="1" type="subTitle"/>
          </p:nvPr>
        </p:nvSpPr>
        <p:spPr>
          <a:xfrm>
            <a:off x="785226" y="3042926"/>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0" name="Google Shape;200;p22"/>
          <p:cNvSpPr txBox="1"/>
          <p:nvPr>
            <p:ph idx="2" type="subTitle"/>
          </p:nvPr>
        </p:nvSpPr>
        <p:spPr>
          <a:xfrm>
            <a:off x="3484347" y="3042926"/>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1" name="Google Shape;201;p22"/>
          <p:cNvSpPr txBox="1"/>
          <p:nvPr>
            <p:ph idx="3" type="subTitle"/>
          </p:nvPr>
        </p:nvSpPr>
        <p:spPr>
          <a:xfrm>
            <a:off x="6183474" y="3042926"/>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2" name="Google Shape;202;p22"/>
          <p:cNvSpPr txBox="1"/>
          <p:nvPr>
            <p:ph idx="4" type="subTitle"/>
          </p:nvPr>
        </p:nvSpPr>
        <p:spPr>
          <a:xfrm>
            <a:off x="785225" y="2601445"/>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3" name="Google Shape;203;p22"/>
          <p:cNvSpPr txBox="1"/>
          <p:nvPr>
            <p:ph idx="5" type="subTitle"/>
          </p:nvPr>
        </p:nvSpPr>
        <p:spPr>
          <a:xfrm>
            <a:off x="3484350" y="2601445"/>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4" name="Google Shape;204;p22"/>
          <p:cNvSpPr txBox="1"/>
          <p:nvPr>
            <p:ph idx="6" type="subTitle"/>
          </p:nvPr>
        </p:nvSpPr>
        <p:spPr>
          <a:xfrm>
            <a:off x="6183475" y="2601445"/>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05" name="Google Shape;205;p22"/>
          <p:cNvGrpSpPr/>
          <p:nvPr/>
        </p:nvGrpSpPr>
        <p:grpSpPr>
          <a:xfrm rot="10800000">
            <a:off x="-310519" y="4676382"/>
            <a:ext cx="2249640" cy="423402"/>
            <a:chOff x="6456475" y="3575600"/>
            <a:chExt cx="2936100" cy="552600"/>
          </a:xfrm>
        </p:grpSpPr>
        <p:sp>
          <p:nvSpPr>
            <p:cNvPr id="206" name="Google Shape;206;p22"/>
            <p:cNvSpPr/>
            <p:nvPr/>
          </p:nvSpPr>
          <p:spPr>
            <a:xfrm>
              <a:off x="6456475" y="3575600"/>
              <a:ext cx="2936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2"/>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 name="Google Shape;208;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09" name="Shape 209"/>
        <p:cNvGrpSpPr/>
        <p:nvPr/>
      </p:nvGrpSpPr>
      <p:grpSpPr>
        <a:xfrm>
          <a:off x="0" y="0"/>
          <a:ext cx="0" cy="0"/>
          <a:chOff x="0" y="0"/>
          <a:chExt cx="0" cy="0"/>
        </a:xfrm>
      </p:grpSpPr>
      <p:sp>
        <p:nvSpPr>
          <p:cNvPr id="210" name="Google Shape;210;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1" name="Google Shape;211;p23"/>
          <p:cNvSpPr txBox="1"/>
          <p:nvPr>
            <p:ph idx="1" type="subTitle"/>
          </p:nvPr>
        </p:nvSpPr>
        <p:spPr>
          <a:xfrm>
            <a:off x="900101" y="2021050"/>
            <a:ext cx="2161500" cy="665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2" name="Google Shape;212;p23"/>
          <p:cNvSpPr txBox="1"/>
          <p:nvPr>
            <p:ph idx="2" type="subTitle"/>
          </p:nvPr>
        </p:nvSpPr>
        <p:spPr>
          <a:xfrm>
            <a:off x="6082360" y="2021625"/>
            <a:ext cx="21579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3" name="Google Shape;213;p23"/>
          <p:cNvSpPr txBox="1"/>
          <p:nvPr>
            <p:ph idx="3" type="subTitle"/>
          </p:nvPr>
        </p:nvSpPr>
        <p:spPr>
          <a:xfrm>
            <a:off x="900101" y="3606850"/>
            <a:ext cx="2161500" cy="665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4" name="Google Shape;214;p23"/>
          <p:cNvSpPr txBox="1"/>
          <p:nvPr>
            <p:ph idx="4" type="subTitle"/>
          </p:nvPr>
        </p:nvSpPr>
        <p:spPr>
          <a:xfrm>
            <a:off x="6082360" y="3607425"/>
            <a:ext cx="2157900" cy="665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5" name="Google Shape;215;p23"/>
          <p:cNvSpPr txBox="1"/>
          <p:nvPr>
            <p:ph idx="5" type="subTitle"/>
          </p:nvPr>
        </p:nvSpPr>
        <p:spPr>
          <a:xfrm>
            <a:off x="900101" y="1737450"/>
            <a:ext cx="2161500" cy="3771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6" name="Google Shape;216;p23"/>
          <p:cNvSpPr txBox="1"/>
          <p:nvPr>
            <p:ph idx="6" type="subTitle"/>
          </p:nvPr>
        </p:nvSpPr>
        <p:spPr>
          <a:xfrm>
            <a:off x="900101" y="3323325"/>
            <a:ext cx="2161500" cy="3771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7" name="Google Shape;217;p23"/>
          <p:cNvSpPr txBox="1"/>
          <p:nvPr>
            <p:ph idx="7" type="subTitle"/>
          </p:nvPr>
        </p:nvSpPr>
        <p:spPr>
          <a:xfrm>
            <a:off x="6082356" y="1738025"/>
            <a:ext cx="2157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8" name="Google Shape;218;p23"/>
          <p:cNvSpPr txBox="1"/>
          <p:nvPr>
            <p:ph idx="8" type="subTitle"/>
          </p:nvPr>
        </p:nvSpPr>
        <p:spPr>
          <a:xfrm>
            <a:off x="6082356" y="3323900"/>
            <a:ext cx="21579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19" name="Google Shape;219;p23"/>
          <p:cNvGrpSpPr/>
          <p:nvPr/>
        </p:nvGrpSpPr>
        <p:grpSpPr>
          <a:xfrm flipH="1" rot="10800000">
            <a:off x="7191231" y="4676382"/>
            <a:ext cx="2249640" cy="423402"/>
            <a:chOff x="6456475" y="3575600"/>
            <a:chExt cx="2936100" cy="552600"/>
          </a:xfrm>
        </p:grpSpPr>
        <p:sp>
          <p:nvSpPr>
            <p:cNvPr id="220" name="Google Shape;220;p23"/>
            <p:cNvSpPr/>
            <p:nvPr/>
          </p:nvSpPr>
          <p:spPr>
            <a:xfrm>
              <a:off x="6456475" y="3575600"/>
              <a:ext cx="2936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3"/>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 name="Google Shape;222;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3" name="Shape 223"/>
        <p:cNvGrpSpPr/>
        <p:nvPr/>
      </p:nvGrpSpPr>
      <p:grpSpPr>
        <a:xfrm>
          <a:off x="0" y="0"/>
          <a:ext cx="0" cy="0"/>
          <a:chOff x="0" y="0"/>
          <a:chExt cx="0" cy="0"/>
        </a:xfrm>
      </p:grpSpPr>
      <p:sp>
        <p:nvSpPr>
          <p:cNvPr id="224" name="Google Shape;224;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5" name="Google Shape;225;p24"/>
          <p:cNvSpPr txBox="1"/>
          <p:nvPr>
            <p:ph idx="1" type="subTitle"/>
          </p:nvPr>
        </p:nvSpPr>
        <p:spPr>
          <a:xfrm>
            <a:off x="1109155" y="2421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6" name="Google Shape;226;p24"/>
          <p:cNvSpPr txBox="1"/>
          <p:nvPr>
            <p:ph idx="2" type="subTitle"/>
          </p:nvPr>
        </p:nvSpPr>
        <p:spPr>
          <a:xfrm>
            <a:off x="3579000" y="2421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7" name="Google Shape;227;p24"/>
          <p:cNvSpPr txBox="1"/>
          <p:nvPr>
            <p:ph idx="3" type="subTitle"/>
          </p:nvPr>
        </p:nvSpPr>
        <p:spPr>
          <a:xfrm>
            <a:off x="1109155" y="4083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8" name="Google Shape;228;p24"/>
          <p:cNvSpPr txBox="1"/>
          <p:nvPr>
            <p:ph idx="4" type="subTitle"/>
          </p:nvPr>
        </p:nvSpPr>
        <p:spPr>
          <a:xfrm>
            <a:off x="3579000" y="4083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9" name="Google Shape;229;p24"/>
          <p:cNvSpPr txBox="1"/>
          <p:nvPr>
            <p:ph idx="5" type="subTitle"/>
          </p:nvPr>
        </p:nvSpPr>
        <p:spPr>
          <a:xfrm>
            <a:off x="6048845" y="2421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0" name="Google Shape;230;p24"/>
          <p:cNvSpPr txBox="1"/>
          <p:nvPr>
            <p:ph idx="6" type="subTitle"/>
          </p:nvPr>
        </p:nvSpPr>
        <p:spPr>
          <a:xfrm>
            <a:off x="6048845" y="4083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1" name="Google Shape;231;p24"/>
          <p:cNvSpPr txBox="1"/>
          <p:nvPr>
            <p:ph idx="7" type="subTitle"/>
          </p:nvPr>
        </p:nvSpPr>
        <p:spPr>
          <a:xfrm>
            <a:off x="1113055" y="2214388"/>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 name="Google Shape;232;p24"/>
          <p:cNvSpPr txBox="1"/>
          <p:nvPr>
            <p:ph idx="8" type="subTitle"/>
          </p:nvPr>
        </p:nvSpPr>
        <p:spPr>
          <a:xfrm>
            <a:off x="3582900" y="2214388"/>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3" name="Google Shape;233;p24"/>
          <p:cNvSpPr txBox="1"/>
          <p:nvPr>
            <p:ph idx="9" type="subTitle"/>
          </p:nvPr>
        </p:nvSpPr>
        <p:spPr>
          <a:xfrm>
            <a:off x="6052745" y="2214388"/>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4" name="Google Shape;234;p24"/>
          <p:cNvSpPr txBox="1"/>
          <p:nvPr>
            <p:ph idx="13" type="subTitle"/>
          </p:nvPr>
        </p:nvSpPr>
        <p:spPr>
          <a:xfrm>
            <a:off x="1113055" y="387525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5" name="Google Shape;235;p24"/>
          <p:cNvSpPr txBox="1"/>
          <p:nvPr>
            <p:ph idx="14" type="subTitle"/>
          </p:nvPr>
        </p:nvSpPr>
        <p:spPr>
          <a:xfrm>
            <a:off x="3582900" y="387525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6" name="Google Shape;236;p24"/>
          <p:cNvSpPr txBox="1"/>
          <p:nvPr>
            <p:ph idx="15" type="subTitle"/>
          </p:nvPr>
        </p:nvSpPr>
        <p:spPr>
          <a:xfrm>
            <a:off x="6052745" y="387525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2"/>
                </a:solidFill>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37" name="Google Shape;237;p24"/>
          <p:cNvGrpSpPr/>
          <p:nvPr/>
        </p:nvGrpSpPr>
        <p:grpSpPr>
          <a:xfrm rot="10800000">
            <a:off x="-310519" y="4676382"/>
            <a:ext cx="2249640" cy="423402"/>
            <a:chOff x="6456475" y="3575600"/>
            <a:chExt cx="2936100" cy="552600"/>
          </a:xfrm>
        </p:grpSpPr>
        <p:sp>
          <p:nvSpPr>
            <p:cNvPr id="238" name="Google Shape;238;p24"/>
            <p:cNvSpPr/>
            <p:nvPr/>
          </p:nvSpPr>
          <p:spPr>
            <a:xfrm>
              <a:off x="6456475" y="3575600"/>
              <a:ext cx="2936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4"/>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 name="Google Shape;240;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241" name="Shape 241"/>
        <p:cNvGrpSpPr/>
        <p:nvPr/>
      </p:nvGrpSpPr>
      <p:grpSpPr>
        <a:xfrm>
          <a:off x="0" y="0"/>
          <a:ext cx="0" cy="0"/>
          <a:chOff x="0" y="0"/>
          <a:chExt cx="0" cy="0"/>
        </a:xfrm>
      </p:grpSpPr>
      <p:sp>
        <p:nvSpPr>
          <p:cNvPr id="242" name="Google Shape;242;p25"/>
          <p:cNvSpPr txBox="1"/>
          <p:nvPr>
            <p:ph hasCustomPrompt="1" type="title"/>
          </p:nvPr>
        </p:nvSpPr>
        <p:spPr>
          <a:xfrm>
            <a:off x="1182628" y="2128775"/>
            <a:ext cx="1627500" cy="621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3" name="Google Shape;243;p25"/>
          <p:cNvSpPr txBox="1"/>
          <p:nvPr>
            <p:ph idx="1" type="subTitle"/>
          </p:nvPr>
        </p:nvSpPr>
        <p:spPr>
          <a:xfrm>
            <a:off x="909778" y="3629175"/>
            <a:ext cx="2173200" cy="65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44" name="Google Shape;244;p25"/>
          <p:cNvSpPr txBox="1"/>
          <p:nvPr>
            <p:ph idx="2" type="subTitle"/>
          </p:nvPr>
        </p:nvSpPr>
        <p:spPr>
          <a:xfrm>
            <a:off x="909778" y="3273300"/>
            <a:ext cx="21732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2400">
                <a:solidFill>
                  <a:schemeClr val="dk2"/>
                </a:solidFill>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45" name="Google Shape;245;p25"/>
          <p:cNvSpPr txBox="1"/>
          <p:nvPr>
            <p:ph hasCustomPrompt="1" idx="3" type="title"/>
          </p:nvPr>
        </p:nvSpPr>
        <p:spPr>
          <a:xfrm>
            <a:off x="3758399" y="2128775"/>
            <a:ext cx="1627200" cy="621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6" name="Google Shape;246;p25"/>
          <p:cNvSpPr txBox="1"/>
          <p:nvPr>
            <p:ph idx="4" type="subTitle"/>
          </p:nvPr>
        </p:nvSpPr>
        <p:spPr>
          <a:xfrm>
            <a:off x="3485399" y="3629175"/>
            <a:ext cx="2173200" cy="65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47" name="Google Shape;247;p25"/>
          <p:cNvSpPr txBox="1"/>
          <p:nvPr>
            <p:ph idx="5" type="subTitle"/>
          </p:nvPr>
        </p:nvSpPr>
        <p:spPr>
          <a:xfrm>
            <a:off x="3485399" y="3273300"/>
            <a:ext cx="21732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2400">
                <a:solidFill>
                  <a:schemeClr val="dk2"/>
                </a:solidFill>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48" name="Google Shape;248;p25"/>
          <p:cNvSpPr txBox="1"/>
          <p:nvPr>
            <p:ph hasCustomPrompt="1" idx="6" type="title"/>
          </p:nvPr>
        </p:nvSpPr>
        <p:spPr>
          <a:xfrm>
            <a:off x="6334019" y="2128775"/>
            <a:ext cx="1627200" cy="621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49" name="Google Shape;249;p25"/>
          <p:cNvSpPr txBox="1"/>
          <p:nvPr>
            <p:ph idx="7" type="subTitle"/>
          </p:nvPr>
        </p:nvSpPr>
        <p:spPr>
          <a:xfrm>
            <a:off x="6061019" y="3629175"/>
            <a:ext cx="2173200" cy="65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50" name="Google Shape;250;p25"/>
          <p:cNvSpPr txBox="1"/>
          <p:nvPr>
            <p:ph idx="8" type="subTitle"/>
          </p:nvPr>
        </p:nvSpPr>
        <p:spPr>
          <a:xfrm>
            <a:off x="6061019" y="3273300"/>
            <a:ext cx="2173200" cy="44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b="1" sz="2400">
                <a:solidFill>
                  <a:schemeClr val="dk2"/>
                </a:solidFill>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51" name="Google Shape;251;p25"/>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52" name="Google Shape;252;p25"/>
          <p:cNvGrpSpPr/>
          <p:nvPr/>
        </p:nvGrpSpPr>
        <p:grpSpPr>
          <a:xfrm>
            <a:off x="7553538" y="3660238"/>
            <a:ext cx="2358638" cy="2358638"/>
            <a:chOff x="7553538" y="3660238"/>
            <a:chExt cx="2358638" cy="2358638"/>
          </a:xfrm>
        </p:grpSpPr>
        <p:grpSp>
          <p:nvGrpSpPr>
            <p:cNvPr id="253" name="Google Shape;253;p25"/>
            <p:cNvGrpSpPr/>
            <p:nvPr/>
          </p:nvGrpSpPr>
          <p:grpSpPr>
            <a:xfrm flipH="1" rot="-2700000">
              <a:off x="7828010" y="4050176"/>
              <a:ext cx="1045765" cy="1045615"/>
              <a:chOff x="3741950" y="353925"/>
              <a:chExt cx="1045775" cy="1045625"/>
            </a:xfrm>
          </p:grpSpPr>
          <p:sp>
            <p:nvSpPr>
              <p:cNvPr id="254" name="Google Shape;254;p25"/>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5"/>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5"/>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7" name="Google Shape;257;p25"/>
            <p:cNvSpPr/>
            <p:nvPr/>
          </p:nvSpPr>
          <p:spPr>
            <a:xfrm flipH="1" rot="-2700000">
              <a:off x="7903927" y="4000677"/>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8" name="Google Shape;258;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59" name="Shape 259"/>
        <p:cNvGrpSpPr/>
        <p:nvPr/>
      </p:nvGrpSpPr>
      <p:grpSpPr>
        <a:xfrm>
          <a:off x="0" y="0"/>
          <a:ext cx="0" cy="0"/>
          <a:chOff x="0" y="0"/>
          <a:chExt cx="0" cy="0"/>
        </a:xfrm>
      </p:grpSpPr>
      <p:sp>
        <p:nvSpPr>
          <p:cNvPr id="260" name="Google Shape;260;p26"/>
          <p:cNvSpPr txBox="1"/>
          <p:nvPr>
            <p:ph type="title"/>
          </p:nvPr>
        </p:nvSpPr>
        <p:spPr>
          <a:xfrm>
            <a:off x="713275" y="540000"/>
            <a:ext cx="4448100" cy="13014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500"/>
              <a:buNone/>
              <a:defRPr sz="8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1" name="Google Shape;261;p26"/>
          <p:cNvSpPr txBox="1"/>
          <p:nvPr>
            <p:ph idx="1" type="subTitle"/>
          </p:nvPr>
        </p:nvSpPr>
        <p:spPr>
          <a:xfrm>
            <a:off x="713225" y="1841450"/>
            <a:ext cx="44481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2" name="Google Shape;262;p26"/>
          <p:cNvSpPr txBox="1"/>
          <p:nvPr/>
        </p:nvSpPr>
        <p:spPr>
          <a:xfrm>
            <a:off x="713275" y="38405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Albert Sans"/>
                <a:ea typeface="Albert Sans"/>
                <a:cs typeface="Albert Sans"/>
                <a:sym typeface="Albert Sans"/>
              </a:rPr>
              <a:t>CREDITS:</a:t>
            </a:r>
            <a:r>
              <a:rPr lang="en" sz="1200">
                <a:solidFill>
                  <a:schemeClr val="dk1"/>
                </a:solidFill>
                <a:latin typeface="Albert Sans"/>
                <a:ea typeface="Albert Sans"/>
                <a:cs typeface="Albert Sans"/>
                <a:sym typeface="Albert Sans"/>
              </a:rPr>
              <a:t> This presentation template was created by </a:t>
            </a:r>
            <a:r>
              <a:rPr b="1" lang="en" sz="1200">
                <a:solidFill>
                  <a:schemeClr val="dk1"/>
                </a:solidFill>
                <a:uFill>
                  <a:noFill/>
                </a:uFill>
                <a:latin typeface="Albert Sans"/>
                <a:ea typeface="Albert Sans"/>
                <a:cs typeface="Albert Sans"/>
                <a:sym typeface="Albert Sans"/>
                <a:hlinkClick r:id="rId2">
                  <a:extLst>
                    <a:ext uri="{A12FA001-AC4F-418D-AE19-62706E023703}">
                      <ahyp:hlinkClr val="tx"/>
                    </a:ext>
                  </a:extLst>
                </a:hlinkClick>
              </a:rPr>
              <a:t>Slidesgo</a:t>
            </a:r>
            <a:r>
              <a:rPr lang="en" sz="1200">
                <a:solidFill>
                  <a:schemeClr val="dk1"/>
                </a:solidFill>
                <a:latin typeface="Albert Sans"/>
                <a:ea typeface="Albert Sans"/>
                <a:cs typeface="Albert Sans"/>
                <a:sym typeface="Albert Sans"/>
              </a:rPr>
              <a:t>, and includes icons by </a:t>
            </a:r>
            <a:r>
              <a:rPr b="1" lang="en" sz="12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Flaticon</a:t>
            </a:r>
            <a:r>
              <a:rPr lang="en" sz="1200">
                <a:solidFill>
                  <a:schemeClr val="dk1"/>
                </a:solidFill>
                <a:latin typeface="Albert Sans"/>
                <a:ea typeface="Albert Sans"/>
                <a:cs typeface="Albert Sans"/>
                <a:sym typeface="Albert Sans"/>
              </a:rPr>
              <a:t>, and infographics &amp; images by </a:t>
            </a:r>
            <a:r>
              <a:rPr b="1" lang="en" sz="12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Freepik</a:t>
            </a:r>
            <a:r>
              <a:rPr lang="en" sz="1200">
                <a:solidFill>
                  <a:schemeClr val="dk1"/>
                </a:solidFill>
                <a:latin typeface="Albert Sans"/>
                <a:ea typeface="Albert Sans"/>
                <a:cs typeface="Albert Sans"/>
                <a:sym typeface="Albert Sans"/>
              </a:rPr>
              <a:t> </a:t>
            </a:r>
            <a:endParaRPr b="1" sz="1200">
              <a:solidFill>
                <a:schemeClr val="dk1"/>
              </a:solidFill>
              <a:latin typeface="Albert Sans"/>
              <a:ea typeface="Albert Sans"/>
              <a:cs typeface="Albert Sans"/>
              <a:sym typeface="Albert Sans"/>
            </a:endParaRPr>
          </a:p>
        </p:txBody>
      </p:sp>
      <p:grpSp>
        <p:nvGrpSpPr>
          <p:cNvPr id="263" name="Google Shape;263;p26"/>
          <p:cNvGrpSpPr/>
          <p:nvPr/>
        </p:nvGrpSpPr>
        <p:grpSpPr>
          <a:xfrm>
            <a:off x="7538450" y="3670107"/>
            <a:ext cx="2394232" cy="2358638"/>
            <a:chOff x="7518600" y="1769557"/>
            <a:chExt cx="2394232" cy="2358638"/>
          </a:xfrm>
        </p:grpSpPr>
        <p:grpSp>
          <p:nvGrpSpPr>
            <p:cNvPr id="264" name="Google Shape;264;p26"/>
            <p:cNvGrpSpPr/>
            <p:nvPr/>
          </p:nvGrpSpPr>
          <p:grpSpPr>
            <a:xfrm rot="2700000">
              <a:off x="7735132" y="2112570"/>
              <a:ext cx="1045765" cy="1045615"/>
              <a:chOff x="3741950" y="353925"/>
              <a:chExt cx="1045775" cy="1045625"/>
            </a:xfrm>
          </p:grpSpPr>
          <p:sp>
            <p:nvSpPr>
              <p:cNvPr id="265" name="Google Shape;265;p26"/>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6"/>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6"/>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 name="Google Shape;268;p26"/>
            <p:cNvSpPr/>
            <p:nvPr/>
          </p:nvSpPr>
          <p:spPr>
            <a:xfrm rot="2700000">
              <a:off x="7904583" y="2109997"/>
              <a:ext cx="1657859" cy="1677759"/>
            </a:xfrm>
            <a:custGeom>
              <a:rect b="b" l="l" r="r" t="t"/>
              <a:pathLst>
                <a:path extrusionOk="0" h="67111" w="66315">
                  <a:moveTo>
                    <a:pt x="8446" y="67111"/>
                  </a:moveTo>
                  <a:cubicBezTo>
                    <a:pt x="6171" y="67111"/>
                    <a:pt x="4067" y="66258"/>
                    <a:pt x="2474" y="64665"/>
                  </a:cubicBezTo>
                  <a:cubicBezTo>
                    <a:pt x="882" y="63073"/>
                    <a:pt x="0" y="60940"/>
                    <a:pt x="0" y="58694"/>
                  </a:cubicBezTo>
                  <a:cubicBezTo>
                    <a:pt x="0" y="56447"/>
                    <a:pt x="882" y="54343"/>
                    <a:pt x="2474" y="52750"/>
                  </a:cubicBezTo>
                  <a:lnTo>
                    <a:pt x="51954" y="3271"/>
                  </a:lnTo>
                  <a:cubicBezTo>
                    <a:pt x="55224" y="0"/>
                    <a:pt x="60570" y="0"/>
                    <a:pt x="63841" y="3271"/>
                  </a:cubicBezTo>
                  <a:lnTo>
                    <a:pt x="63841" y="3271"/>
                  </a:lnTo>
                  <a:cubicBezTo>
                    <a:pt x="65433" y="4863"/>
                    <a:pt x="66315" y="6996"/>
                    <a:pt x="66315" y="9242"/>
                  </a:cubicBezTo>
                  <a:cubicBezTo>
                    <a:pt x="66315" y="11489"/>
                    <a:pt x="65433" y="13593"/>
                    <a:pt x="63841" y="15186"/>
                  </a:cubicBezTo>
                  <a:lnTo>
                    <a:pt x="14389" y="64665"/>
                  </a:lnTo>
                  <a:cubicBezTo>
                    <a:pt x="12797" y="66258"/>
                    <a:pt x="10692" y="67111"/>
                    <a:pt x="8446" y="67111"/>
                  </a:cubicBezTo>
                  <a:close/>
                  <a:moveTo>
                    <a:pt x="57897" y="2588"/>
                  </a:moveTo>
                  <a:cubicBezTo>
                    <a:pt x="56191" y="2588"/>
                    <a:pt x="54485" y="3242"/>
                    <a:pt x="53205" y="4522"/>
                  </a:cubicBezTo>
                  <a:lnTo>
                    <a:pt x="3725" y="54002"/>
                  </a:lnTo>
                  <a:cubicBezTo>
                    <a:pt x="2474" y="55253"/>
                    <a:pt x="1792" y="56931"/>
                    <a:pt x="1792" y="58694"/>
                  </a:cubicBezTo>
                  <a:cubicBezTo>
                    <a:pt x="1792" y="60457"/>
                    <a:pt x="2474" y="62135"/>
                    <a:pt x="3725" y="63386"/>
                  </a:cubicBezTo>
                  <a:cubicBezTo>
                    <a:pt x="4977" y="64637"/>
                    <a:pt x="6654" y="65348"/>
                    <a:pt x="8418" y="65348"/>
                  </a:cubicBezTo>
                  <a:cubicBezTo>
                    <a:pt x="10209" y="65348"/>
                    <a:pt x="11858" y="64637"/>
                    <a:pt x="13138" y="63386"/>
                  </a:cubicBezTo>
                  <a:lnTo>
                    <a:pt x="62589" y="13934"/>
                  </a:lnTo>
                  <a:cubicBezTo>
                    <a:pt x="63841" y="12683"/>
                    <a:pt x="64523" y="11005"/>
                    <a:pt x="64523" y="9242"/>
                  </a:cubicBezTo>
                  <a:cubicBezTo>
                    <a:pt x="64523" y="7451"/>
                    <a:pt x="63841" y="5801"/>
                    <a:pt x="62589" y="4550"/>
                  </a:cubicBezTo>
                  <a:lnTo>
                    <a:pt x="62589" y="4550"/>
                  </a:lnTo>
                  <a:cubicBezTo>
                    <a:pt x="61310" y="3242"/>
                    <a:pt x="59604" y="2588"/>
                    <a:pt x="57897" y="2588"/>
                  </a:cubicBezTo>
                  <a:close/>
                </a:path>
              </a:pathLst>
            </a:cu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9" name="Google Shape;269;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0" name="Shape 270"/>
        <p:cNvGrpSpPr/>
        <p:nvPr/>
      </p:nvGrpSpPr>
      <p:grpSpPr>
        <a:xfrm>
          <a:off x="0" y="0"/>
          <a:ext cx="0" cy="0"/>
          <a:chOff x="0" y="0"/>
          <a:chExt cx="0" cy="0"/>
        </a:xfrm>
      </p:grpSpPr>
      <p:grpSp>
        <p:nvGrpSpPr>
          <p:cNvPr id="271" name="Google Shape;271;p27"/>
          <p:cNvGrpSpPr/>
          <p:nvPr/>
        </p:nvGrpSpPr>
        <p:grpSpPr>
          <a:xfrm flipH="1" rot="10800000">
            <a:off x="8331027" y="3471397"/>
            <a:ext cx="4357122" cy="707497"/>
            <a:chOff x="6456475" y="3575600"/>
            <a:chExt cx="3403204" cy="552603"/>
          </a:xfrm>
        </p:grpSpPr>
        <p:sp>
          <p:nvSpPr>
            <p:cNvPr id="272" name="Google Shape;272;p27"/>
            <p:cNvSpPr/>
            <p:nvPr/>
          </p:nvSpPr>
          <p:spPr>
            <a:xfrm>
              <a:off x="6456479" y="3575603"/>
              <a:ext cx="3403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7"/>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 name="Google Shape;274;p27"/>
          <p:cNvGrpSpPr/>
          <p:nvPr/>
        </p:nvGrpSpPr>
        <p:grpSpPr>
          <a:xfrm flipH="1" rot="10800000">
            <a:off x="7315681" y="4178885"/>
            <a:ext cx="5455165" cy="875381"/>
            <a:chOff x="6456469" y="3575596"/>
            <a:chExt cx="3443700" cy="552604"/>
          </a:xfrm>
        </p:grpSpPr>
        <p:sp>
          <p:nvSpPr>
            <p:cNvPr id="275" name="Google Shape;275;p27"/>
            <p:cNvSpPr/>
            <p:nvPr/>
          </p:nvSpPr>
          <p:spPr>
            <a:xfrm>
              <a:off x="6456469" y="3575596"/>
              <a:ext cx="34437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 name="Google Shape;277;p27"/>
          <p:cNvGrpSpPr/>
          <p:nvPr/>
        </p:nvGrpSpPr>
        <p:grpSpPr>
          <a:xfrm flipH="1">
            <a:off x="-3486996" y="942843"/>
            <a:ext cx="4357122" cy="707497"/>
            <a:chOff x="6456475" y="3575600"/>
            <a:chExt cx="3403204" cy="552603"/>
          </a:xfrm>
        </p:grpSpPr>
        <p:sp>
          <p:nvSpPr>
            <p:cNvPr id="278" name="Google Shape;278;p27"/>
            <p:cNvSpPr/>
            <p:nvPr/>
          </p:nvSpPr>
          <p:spPr>
            <a:xfrm>
              <a:off x="6456479" y="3575603"/>
              <a:ext cx="3403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7"/>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 name="Google Shape;280;p27"/>
          <p:cNvGrpSpPr/>
          <p:nvPr/>
        </p:nvGrpSpPr>
        <p:grpSpPr>
          <a:xfrm flipH="1">
            <a:off x="-3569694" y="67472"/>
            <a:ext cx="5455165" cy="875381"/>
            <a:chOff x="6456469" y="3575596"/>
            <a:chExt cx="3443700" cy="552604"/>
          </a:xfrm>
        </p:grpSpPr>
        <p:sp>
          <p:nvSpPr>
            <p:cNvPr id="281" name="Google Shape;281;p27"/>
            <p:cNvSpPr/>
            <p:nvPr/>
          </p:nvSpPr>
          <p:spPr>
            <a:xfrm>
              <a:off x="6456469" y="3575596"/>
              <a:ext cx="34437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84" name="Shape 284"/>
        <p:cNvGrpSpPr/>
        <p:nvPr/>
      </p:nvGrpSpPr>
      <p:grpSpPr>
        <a:xfrm>
          <a:off x="0" y="0"/>
          <a:ext cx="0" cy="0"/>
          <a:chOff x="0" y="0"/>
          <a:chExt cx="0" cy="0"/>
        </a:xfrm>
      </p:grpSpPr>
      <p:grpSp>
        <p:nvGrpSpPr>
          <p:cNvPr id="285" name="Google Shape;285;p28"/>
          <p:cNvGrpSpPr/>
          <p:nvPr/>
        </p:nvGrpSpPr>
        <p:grpSpPr>
          <a:xfrm rot="5400000">
            <a:off x="6537771" y="4976418"/>
            <a:ext cx="4357122" cy="707497"/>
            <a:chOff x="6456475" y="3575600"/>
            <a:chExt cx="3403204" cy="552603"/>
          </a:xfrm>
        </p:grpSpPr>
        <p:sp>
          <p:nvSpPr>
            <p:cNvPr id="286" name="Google Shape;286;p28"/>
            <p:cNvSpPr/>
            <p:nvPr/>
          </p:nvSpPr>
          <p:spPr>
            <a:xfrm>
              <a:off x="6456479" y="3575603"/>
              <a:ext cx="3403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8"/>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 name="Google Shape;288;p28"/>
          <p:cNvGrpSpPr/>
          <p:nvPr/>
        </p:nvGrpSpPr>
        <p:grpSpPr>
          <a:xfrm rot="5400000">
            <a:off x="6129289" y="5745840"/>
            <a:ext cx="3759089" cy="707494"/>
            <a:chOff x="6456475" y="3575600"/>
            <a:chExt cx="2936100" cy="552600"/>
          </a:xfrm>
        </p:grpSpPr>
        <p:sp>
          <p:nvSpPr>
            <p:cNvPr id="289" name="Google Shape;289;p28"/>
            <p:cNvSpPr/>
            <p:nvPr/>
          </p:nvSpPr>
          <p:spPr>
            <a:xfrm>
              <a:off x="6456475" y="3575600"/>
              <a:ext cx="2936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 name="Google Shape;291;p28"/>
          <p:cNvGrpSpPr/>
          <p:nvPr/>
        </p:nvGrpSpPr>
        <p:grpSpPr>
          <a:xfrm rot="-5400000">
            <a:off x="-887968" y="-1051338"/>
            <a:ext cx="4357122" cy="707497"/>
            <a:chOff x="6456475" y="3575600"/>
            <a:chExt cx="3403204" cy="552603"/>
          </a:xfrm>
        </p:grpSpPr>
        <p:sp>
          <p:nvSpPr>
            <p:cNvPr id="292" name="Google Shape;292;p28"/>
            <p:cNvSpPr/>
            <p:nvPr/>
          </p:nvSpPr>
          <p:spPr>
            <a:xfrm>
              <a:off x="6456479" y="3575603"/>
              <a:ext cx="3403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8"/>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 name="Google Shape;294;p28"/>
          <p:cNvGrpSpPr/>
          <p:nvPr/>
        </p:nvGrpSpPr>
        <p:grpSpPr>
          <a:xfrm rot="-5400000">
            <a:off x="-2228419" y="-668956"/>
            <a:ext cx="5455165" cy="875381"/>
            <a:chOff x="6456469" y="3575596"/>
            <a:chExt cx="3443700" cy="552604"/>
          </a:xfrm>
        </p:grpSpPr>
        <p:sp>
          <p:nvSpPr>
            <p:cNvPr id="295" name="Google Shape;295;p28"/>
            <p:cNvSpPr/>
            <p:nvPr/>
          </p:nvSpPr>
          <p:spPr>
            <a:xfrm>
              <a:off x="6456469" y="3575596"/>
              <a:ext cx="34437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8"/>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8" name="Shape 298"/>
        <p:cNvGrpSpPr/>
        <p:nvPr/>
      </p:nvGrpSpPr>
      <p:grpSpPr>
        <a:xfrm>
          <a:off x="0" y="0"/>
          <a:ext cx="0" cy="0"/>
          <a:chOff x="0" y="0"/>
          <a:chExt cx="0" cy="0"/>
        </a:xfrm>
      </p:grpSpPr>
      <p:sp>
        <p:nvSpPr>
          <p:cNvPr id="299" name="Google Shape;299;p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0" name="Google Shape;300;p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301" name="Google Shape;301;p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302" name="Google Shape;302;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303" name="Google Shape;303;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sz="1100"/>
            </a:lvl1pPr>
            <a:lvl2pPr indent="0" lvl="1" marL="0" rtl="0" algn="r">
              <a:spcBef>
                <a:spcPts val="0"/>
              </a:spcBef>
              <a:buNone/>
              <a:defRPr sz="1100"/>
            </a:lvl2pPr>
            <a:lvl3pPr indent="0" lvl="2" marL="0" rtl="0" algn="r">
              <a:spcBef>
                <a:spcPts val="0"/>
              </a:spcBef>
              <a:buNone/>
              <a:defRPr sz="1100"/>
            </a:lvl3pPr>
            <a:lvl4pPr indent="0" lvl="3" marL="0" rtl="0" algn="r">
              <a:spcBef>
                <a:spcPts val="0"/>
              </a:spcBef>
              <a:buNone/>
              <a:defRPr sz="1100"/>
            </a:lvl4pPr>
            <a:lvl5pPr indent="0" lvl="4" marL="0" rtl="0" algn="r">
              <a:spcBef>
                <a:spcPts val="0"/>
              </a:spcBef>
              <a:buNone/>
              <a:defRPr sz="1100"/>
            </a:lvl5pPr>
            <a:lvl6pPr indent="0" lvl="5" marL="0" rtl="0" algn="r">
              <a:spcBef>
                <a:spcPts val="0"/>
              </a:spcBef>
              <a:buNone/>
              <a:defRPr sz="1100"/>
            </a:lvl6pPr>
            <a:lvl7pPr indent="0" lvl="6" marL="0" rtl="0" algn="r">
              <a:spcBef>
                <a:spcPts val="0"/>
              </a:spcBef>
              <a:buNone/>
              <a:defRPr sz="1100"/>
            </a:lvl7pPr>
            <a:lvl8pPr indent="0" lvl="7" marL="0" rtl="0" algn="r">
              <a:spcBef>
                <a:spcPts val="0"/>
              </a:spcBef>
              <a:buNone/>
              <a:defRPr sz="1100"/>
            </a:lvl8pPr>
            <a:lvl9pPr indent="0" lvl="8" marL="0" rt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r">
              <a:spcBef>
                <a:spcPts val="0"/>
              </a:spcBef>
              <a:spcAft>
                <a:spcPts val="0"/>
              </a:spcAft>
              <a:buClr>
                <a:schemeClr val="dk1"/>
              </a:buClr>
              <a:buSzPts val="3500"/>
              <a:buFont typeface="Albert Sans"/>
              <a:buNone/>
              <a:defRPr b="1" sz="3500">
                <a:solidFill>
                  <a:schemeClr val="dk1"/>
                </a:solidFill>
                <a:latin typeface="Albert Sans"/>
                <a:ea typeface="Albert Sans"/>
                <a:cs typeface="Albert Sans"/>
                <a:sym typeface="Albert Sans"/>
              </a:defRPr>
            </a:lvl1pPr>
            <a:lvl2pPr lvl="1" rtl="0" algn="r">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2pPr>
            <a:lvl3pPr lvl="2" rtl="0" algn="r">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3pPr>
            <a:lvl4pPr lvl="3" rtl="0" algn="r">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4pPr>
            <a:lvl5pPr lvl="4" rtl="0" algn="r">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5pPr>
            <a:lvl6pPr lvl="5" rtl="0" algn="r">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6pPr>
            <a:lvl7pPr lvl="6" rtl="0" algn="r">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7pPr>
            <a:lvl8pPr lvl="7" rtl="0" algn="r">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8pPr>
            <a:lvl9pPr lvl="8" rtl="0" algn="r">
              <a:spcBef>
                <a:spcPts val="0"/>
              </a:spcBef>
              <a:spcAft>
                <a:spcPts val="0"/>
              </a:spcAft>
              <a:buClr>
                <a:schemeClr val="dk1"/>
              </a:buClr>
              <a:buSzPts val="3500"/>
              <a:buFont typeface="Albert Sans SemiBold"/>
              <a:buNone/>
              <a:defRPr sz="3500">
                <a:solidFill>
                  <a:schemeClr val="dk1"/>
                </a:solidFill>
                <a:latin typeface="Albert Sans SemiBold"/>
                <a:ea typeface="Albert Sans SemiBold"/>
                <a:cs typeface="Albert Sans SemiBold"/>
                <a:sym typeface="Albert Sans Semi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Albert Sans"/>
                <a:ea typeface="Albert Sans"/>
                <a:cs typeface="Albert Sans"/>
                <a:sym typeface="Albert Sans"/>
              </a:defRPr>
            </a:lvl1pPr>
            <a:lvl2pPr lvl="1" algn="r">
              <a:buNone/>
              <a:defRPr sz="1300">
                <a:solidFill>
                  <a:schemeClr val="dk1"/>
                </a:solidFill>
                <a:latin typeface="Albert Sans"/>
                <a:ea typeface="Albert Sans"/>
                <a:cs typeface="Albert Sans"/>
                <a:sym typeface="Albert Sans"/>
              </a:defRPr>
            </a:lvl2pPr>
            <a:lvl3pPr lvl="2" algn="r">
              <a:buNone/>
              <a:defRPr sz="1300">
                <a:solidFill>
                  <a:schemeClr val="dk1"/>
                </a:solidFill>
                <a:latin typeface="Albert Sans"/>
                <a:ea typeface="Albert Sans"/>
                <a:cs typeface="Albert Sans"/>
                <a:sym typeface="Albert Sans"/>
              </a:defRPr>
            </a:lvl3pPr>
            <a:lvl4pPr lvl="3" algn="r">
              <a:buNone/>
              <a:defRPr sz="1300">
                <a:solidFill>
                  <a:schemeClr val="dk1"/>
                </a:solidFill>
                <a:latin typeface="Albert Sans"/>
                <a:ea typeface="Albert Sans"/>
                <a:cs typeface="Albert Sans"/>
                <a:sym typeface="Albert Sans"/>
              </a:defRPr>
            </a:lvl4pPr>
            <a:lvl5pPr lvl="4" algn="r">
              <a:buNone/>
              <a:defRPr sz="1300">
                <a:solidFill>
                  <a:schemeClr val="dk1"/>
                </a:solidFill>
                <a:latin typeface="Albert Sans"/>
                <a:ea typeface="Albert Sans"/>
                <a:cs typeface="Albert Sans"/>
                <a:sym typeface="Albert Sans"/>
              </a:defRPr>
            </a:lvl5pPr>
            <a:lvl6pPr lvl="5" algn="r">
              <a:buNone/>
              <a:defRPr sz="1300">
                <a:solidFill>
                  <a:schemeClr val="dk1"/>
                </a:solidFill>
                <a:latin typeface="Albert Sans"/>
                <a:ea typeface="Albert Sans"/>
                <a:cs typeface="Albert Sans"/>
                <a:sym typeface="Albert Sans"/>
              </a:defRPr>
            </a:lvl6pPr>
            <a:lvl7pPr lvl="6" algn="r">
              <a:buNone/>
              <a:defRPr sz="1300">
                <a:solidFill>
                  <a:schemeClr val="dk1"/>
                </a:solidFill>
                <a:latin typeface="Albert Sans"/>
                <a:ea typeface="Albert Sans"/>
                <a:cs typeface="Albert Sans"/>
                <a:sym typeface="Albert Sans"/>
              </a:defRPr>
            </a:lvl7pPr>
            <a:lvl8pPr lvl="7" algn="r">
              <a:buNone/>
              <a:defRPr sz="1300">
                <a:solidFill>
                  <a:schemeClr val="dk1"/>
                </a:solidFill>
                <a:latin typeface="Albert Sans"/>
                <a:ea typeface="Albert Sans"/>
                <a:cs typeface="Albert Sans"/>
                <a:sym typeface="Albert Sans"/>
              </a:defRPr>
            </a:lvl8pPr>
            <a:lvl9pPr lvl="8" algn="r">
              <a:buNone/>
              <a:defRPr sz="1300">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0.gif"/><Relationship Id="rId4" Type="http://schemas.openxmlformats.org/officeDocument/2006/relationships/image" Target="../media/image13.jpg"/><Relationship Id="rId5" Type="http://schemas.openxmlformats.org/officeDocument/2006/relationships/image" Target="../media/image3.jp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hyperlink" Target="https://docs.google.com/spreadsheets/d/1N7ll9g7sK9DtGcDIy4uaYeHEGla8wIiO8u3AVWfr7NA/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7" name="Shape 307"/>
        <p:cNvGrpSpPr/>
        <p:nvPr/>
      </p:nvGrpSpPr>
      <p:grpSpPr>
        <a:xfrm>
          <a:off x="0" y="0"/>
          <a:ext cx="0" cy="0"/>
          <a:chOff x="0" y="0"/>
          <a:chExt cx="0" cy="0"/>
        </a:xfrm>
      </p:grpSpPr>
      <p:sp>
        <p:nvSpPr>
          <p:cNvPr id="308" name="Google Shape;308;p30"/>
          <p:cNvSpPr txBox="1"/>
          <p:nvPr>
            <p:ph idx="1" type="subTitle"/>
          </p:nvPr>
        </p:nvSpPr>
        <p:spPr>
          <a:xfrm>
            <a:off x="1143000" y="3119553"/>
            <a:ext cx="6858000" cy="823800"/>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rgbClr val="FFFFFF"/>
              </a:buClr>
              <a:buSzPts val="1800"/>
              <a:buNone/>
            </a:pPr>
            <a:r>
              <a:rPr lang="en">
                <a:solidFill>
                  <a:srgbClr val="FFFFFF"/>
                </a:solidFill>
              </a:rPr>
              <a:t>April 2023</a:t>
            </a:r>
            <a:endParaRPr/>
          </a:p>
        </p:txBody>
      </p:sp>
      <p:pic>
        <p:nvPicPr>
          <p:cNvPr id="309" name="Google Shape;309;p30"/>
          <p:cNvPicPr preferRelativeResize="0"/>
          <p:nvPr/>
        </p:nvPicPr>
        <p:blipFill>
          <a:blip r:embed="rId3">
            <a:alphaModFix/>
          </a:blip>
          <a:stretch>
            <a:fillRect/>
          </a:stretch>
        </p:blipFill>
        <p:spPr>
          <a:xfrm>
            <a:off x="-380466" y="-1"/>
            <a:ext cx="9904923" cy="5143500"/>
          </a:xfrm>
          <a:prstGeom prst="rect">
            <a:avLst/>
          </a:prstGeom>
          <a:noFill/>
          <a:ln>
            <a:noFill/>
          </a:ln>
        </p:spPr>
      </p:pic>
      <p:pic>
        <p:nvPicPr>
          <p:cNvPr id="310" name="Google Shape;310;p30"/>
          <p:cNvPicPr preferRelativeResize="0"/>
          <p:nvPr/>
        </p:nvPicPr>
        <p:blipFill>
          <a:blip r:embed="rId4">
            <a:alphaModFix/>
          </a:blip>
          <a:stretch>
            <a:fillRect/>
          </a:stretch>
        </p:blipFill>
        <p:spPr>
          <a:xfrm>
            <a:off x="7618225" y="234023"/>
            <a:ext cx="1525775" cy="1525775"/>
          </a:xfrm>
          <a:prstGeom prst="rect">
            <a:avLst/>
          </a:prstGeom>
          <a:solidFill>
            <a:schemeClr val="lt1"/>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1"/>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a:t>
            </a:r>
            <a:endParaRPr/>
          </a:p>
        </p:txBody>
      </p:sp>
      <p:sp>
        <p:nvSpPr>
          <p:cNvPr id="316" name="Google Shape;316;p31"/>
          <p:cNvSpPr txBox="1"/>
          <p:nvPr>
            <p:ph idx="1" type="subTitle"/>
          </p:nvPr>
        </p:nvSpPr>
        <p:spPr>
          <a:xfrm>
            <a:off x="720000" y="1541950"/>
            <a:ext cx="5373300" cy="2427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t>Contaminated Water</a:t>
            </a:r>
            <a:endParaRPr b="1" sz="1500"/>
          </a:p>
          <a:p>
            <a:pPr indent="-177800" lvl="0" marL="177800" rtl="0" algn="l">
              <a:lnSpc>
                <a:spcPct val="115000"/>
              </a:lnSpc>
              <a:spcBef>
                <a:spcPts val="1600"/>
              </a:spcBef>
              <a:spcAft>
                <a:spcPts val="0"/>
              </a:spcAft>
              <a:buSzPts val="1400"/>
              <a:buFont typeface="Albert Sans"/>
              <a:buChar char="●"/>
            </a:pPr>
            <a:r>
              <a:rPr lang="en"/>
              <a:t>Contamination: aging infrastructure, human activities such as illegal dumping and sewage spills</a:t>
            </a:r>
            <a:endParaRPr/>
          </a:p>
          <a:p>
            <a:pPr indent="-177800" lvl="0" marL="177800" rtl="0" algn="l">
              <a:lnSpc>
                <a:spcPct val="115000"/>
              </a:lnSpc>
              <a:spcBef>
                <a:spcPts val="0"/>
              </a:spcBef>
              <a:spcAft>
                <a:spcPts val="0"/>
              </a:spcAft>
              <a:buSzPts val="1400"/>
              <a:buFont typeface="Albert Sans"/>
              <a:buChar char="●"/>
            </a:pPr>
            <a:r>
              <a:rPr lang="en"/>
              <a:t>In 2021, reported violations involving water treatment rules were responsible for exceeding health-based standards for 15.6 million people</a:t>
            </a:r>
            <a:endParaRPr/>
          </a:p>
          <a:p>
            <a:pPr indent="-177800" lvl="0" marL="177800" rtl="0" algn="l">
              <a:spcBef>
                <a:spcPts val="0"/>
              </a:spcBef>
              <a:spcAft>
                <a:spcPts val="1600"/>
              </a:spcAft>
              <a:buSzPts val="1400"/>
              <a:buFont typeface="Albert Sans"/>
              <a:buChar char="●"/>
            </a:pPr>
            <a:r>
              <a:rPr lang="en"/>
              <a:t>Brain damage and developmental issues in children, such as IQ loss, learning disabilities, hyperactivity, inability to concentrate, and behavioral problems.</a:t>
            </a:r>
            <a:br>
              <a:rPr lang="en"/>
            </a:br>
            <a:r>
              <a:rPr lang="en"/>
              <a:t>4,700 parts per billion (ppb) - well above the EPA's action level of 15 ppb.</a:t>
            </a:r>
            <a:endParaRPr sz="1500"/>
          </a:p>
        </p:txBody>
      </p:sp>
      <p:grpSp>
        <p:nvGrpSpPr>
          <p:cNvPr id="317" name="Google Shape;317;p31"/>
          <p:cNvGrpSpPr/>
          <p:nvPr/>
        </p:nvGrpSpPr>
        <p:grpSpPr>
          <a:xfrm>
            <a:off x="6121178" y="1803451"/>
            <a:ext cx="2290365" cy="5842872"/>
            <a:chOff x="6323153" y="613276"/>
            <a:chExt cx="2290365" cy="5842872"/>
          </a:xfrm>
        </p:grpSpPr>
        <p:grpSp>
          <p:nvGrpSpPr>
            <p:cNvPr id="318" name="Google Shape;318;p31"/>
            <p:cNvGrpSpPr/>
            <p:nvPr/>
          </p:nvGrpSpPr>
          <p:grpSpPr>
            <a:xfrm rot="5400000">
              <a:off x="5205837" y="3453434"/>
              <a:ext cx="4357122" cy="707497"/>
              <a:chOff x="6456475" y="3575600"/>
              <a:chExt cx="3403204" cy="552603"/>
            </a:xfrm>
          </p:grpSpPr>
          <p:sp>
            <p:nvSpPr>
              <p:cNvPr id="319" name="Google Shape;319;p31"/>
              <p:cNvSpPr/>
              <p:nvPr/>
            </p:nvSpPr>
            <p:spPr>
              <a:xfrm>
                <a:off x="6456479" y="3575603"/>
                <a:ext cx="3403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1"/>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 name="Google Shape;321;p31"/>
            <p:cNvGrpSpPr/>
            <p:nvPr/>
          </p:nvGrpSpPr>
          <p:grpSpPr>
            <a:xfrm rot="5400000">
              <a:off x="5448246" y="2903168"/>
              <a:ext cx="5455165" cy="875381"/>
              <a:chOff x="6456469" y="3575596"/>
              <a:chExt cx="3443700" cy="552604"/>
            </a:xfrm>
          </p:grpSpPr>
          <p:sp>
            <p:nvSpPr>
              <p:cNvPr id="322" name="Google Shape;322;p31"/>
              <p:cNvSpPr/>
              <p:nvPr/>
            </p:nvSpPr>
            <p:spPr>
              <a:xfrm>
                <a:off x="6456469" y="3575596"/>
                <a:ext cx="34437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1"/>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 name="Google Shape;324;p31"/>
            <p:cNvGrpSpPr/>
            <p:nvPr/>
          </p:nvGrpSpPr>
          <p:grpSpPr>
            <a:xfrm rot="5400000">
              <a:off x="4797356" y="4222856"/>
              <a:ext cx="3759089" cy="707494"/>
              <a:chOff x="6456475" y="3575600"/>
              <a:chExt cx="2936100" cy="552600"/>
            </a:xfrm>
          </p:grpSpPr>
          <p:sp>
            <p:nvSpPr>
              <p:cNvPr id="325" name="Google Shape;325;p31"/>
              <p:cNvSpPr/>
              <p:nvPr/>
            </p:nvSpPr>
            <p:spPr>
              <a:xfrm>
                <a:off x="6456475" y="3575600"/>
                <a:ext cx="2936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1"/>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7" name="Google Shape;327;p31"/>
          <p:cNvGrpSpPr/>
          <p:nvPr/>
        </p:nvGrpSpPr>
        <p:grpSpPr>
          <a:xfrm flipH="1">
            <a:off x="-311297" y="150024"/>
            <a:ext cx="1590595" cy="875375"/>
            <a:chOff x="6456464" y="3575600"/>
            <a:chExt cx="1004100" cy="552601"/>
          </a:xfrm>
        </p:grpSpPr>
        <p:sp>
          <p:nvSpPr>
            <p:cNvPr id="328" name="Google Shape;328;p31"/>
            <p:cNvSpPr/>
            <p:nvPr/>
          </p:nvSpPr>
          <p:spPr>
            <a:xfrm>
              <a:off x="6456464" y="3575601"/>
              <a:ext cx="1004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1"/>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 name="Google Shape;330;p31"/>
          <p:cNvGrpSpPr/>
          <p:nvPr/>
        </p:nvGrpSpPr>
        <p:grpSpPr>
          <a:xfrm flipH="1">
            <a:off x="-425085" y="1025388"/>
            <a:ext cx="1249832" cy="707506"/>
            <a:chOff x="6456475" y="3575600"/>
            <a:chExt cx="976202" cy="552609"/>
          </a:xfrm>
        </p:grpSpPr>
        <p:sp>
          <p:nvSpPr>
            <p:cNvPr id="331" name="Google Shape;331;p31"/>
            <p:cNvSpPr/>
            <p:nvPr/>
          </p:nvSpPr>
          <p:spPr>
            <a:xfrm>
              <a:off x="6456477" y="3575609"/>
              <a:ext cx="976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1"/>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 name="Google Shape;333;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31"/>
          <p:cNvSpPr txBox="1"/>
          <p:nvPr>
            <p:ph idx="4294967295" type="subTitle"/>
          </p:nvPr>
        </p:nvSpPr>
        <p:spPr>
          <a:xfrm>
            <a:off x="4547650" y="4749850"/>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100">
                <a:solidFill>
                  <a:schemeClr val="lt2"/>
                </a:solidFill>
              </a:rPr>
              <a:t>Slide by William</a:t>
            </a:r>
            <a:endParaRPr b="1"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2"/>
          <p:cNvSpPr txBox="1"/>
          <p:nvPr>
            <p:ph type="title"/>
          </p:nvPr>
        </p:nvSpPr>
        <p:spPr>
          <a:xfrm>
            <a:off x="720000" y="6151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Solution</a:t>
            </a:r>
            <a:endParaRPr/>
          </a:p>
        </p:txBody>
      </p:sp>
      <p:sp>
        <p:nvSpPr>
          <p:cNvPr id="340" name="Google Shape;340;p32"/>
          <p:cNvSpPr txBox="1"/>
          <p:nvPr>
            <p:ph idx="1" type="subTitle"/>
          </p:nvPr>
        </p:nvSpPr>
        <p:spPr>
          <a:xfrm>
            <a:off x="785225" y="2552925"/>
            <a:ext cx="2175300" cy="1896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00000"/>
                </a:solidFill>
              </a:rPr>
              <a:t> - Blockchain technology enables transparent and immutable recording of water quality.</a:t>
            </a:r>
            <a:endParaRPr sz="1200">
              <a:solidFill>
                <a:srgbClr val="000000"/>
              </a:solidFill>
            </a:endParaRPr>
          </a:p>
          <a:p>
            <a:pPr indent="0" lvl="0" marL="0" rtl="0" algn="l">
              <a:lnSpc>
                <a:spcPct val="115000"/>
              </a:lnSpc>
              <a:spcBef>
                <a:spcPts val="0"/>
              </a:spcBef>
              <a:spcAft>
                <a:spcPts val="0"/>
              </a:spcAft>
              <a:buNone/>
            </a:pPr>
            <a:r>
              <a:rPr lang="en" sz="1200">
                <a:solidFill>
                  <a:srgbClr val="000000"/>
                </a:solidFill>
              </a:rPr>
              <a:t> - Every water transaction is securely recorded on the Blockchain, providing a complete audit trail.</a:t>
            </a:r>
            <a:endParaRPr sz="1500"/>
          </a:p>
        </p:txBody>
      </p:sp>
      <p:sp>
        <p:nvSpPr>
          <p:cNvPr id="341" name="Google Shape;341;p32"/>
          <p:cNvSpPr txBox="1"/>
          <p:nvPr>
            <p:ph idx="2" type="subTitle"/>
          </p:nvPr>
        </p:nvSpPr>
        <p:spPr>
          <a:xfrm>
            <a:off x="3484350" y="2651775"/>
            <a:ext cx="2418900" cy="1849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00000"/>
                </a:solidFill>
              </a:rPr>
              <a:t> - IoT sensors integrated with the Blockchain enable real-time monitoring of water quality, pressure, and usage levels across the distribution network.</a:t>
            </a:r>
            <a:endParaRPr sz="1200">
              <a:solidFill>
                <a:srgbClr val="000000"/>
              </a:solidFill>
            </a:endParaRPr>
          </a:p>
          <a:p>
            <a:pPr indent="0" lvl="0" marL="0" rtl="0" algn="l">
              <a:lnSpc>
                <a:spcPct val="115000"/>
              </a:lnSpc>
              <a:spcBef>
                <a:spcPts val="0"/>
              </a:spcBef>
              <a:spcAft>
                <a:spcPts val="0"/>
              </a:spcAft>
              <a:buNone/>
            </a:pPr>
            <a:r>
              <a:rPr lang="en" sz="1200">
                <a:solidFill>
                  <a:srgbClr val="000000"/>
                </a:solidFill>
              </a:rPr>
              <a:t> - Utilities can proactively identify leaks, detect anomalies, and respond to emergencies faster.</a:t>
            </a:r>
            <a:endParaRPr sz="1500"/>
          </a:p>
        </p:txBody>
      </p:sp>
      <p:sp>
        <p:nvSpPr>
          <p:cNvPr id="342" name="Google Shape;342;p32"/>
          <p:cNvSpPr txBox="1"/>
          <p:nvPr>
            <p:ph idx="3" type="subTitle"/>
          </p:nvPr>
        </p:nvSpPr>
        <p:spPr>
          <a:xfrm>
            <a:off x="6183475" y="2651775"/>
            <a:ext cx="2463000" cy="1849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00000"/>
                </a:solidFill>
              </a:rPr>
              <a:t>- Smart contracts deployed on the Blockchain automate water allocation, optimizing resource utilization based on real-time demand and supply data.</a:t>
            </a:r>
            <a:endParaRPr sz="1200">
              <a:solidFill>
                <a:srgbClr val="000000"/>
              </a:solidFill>
            </a:endParaRPr>
          </a:p>
          <a:p>
            <a:pPr indent="0" lvl="0" marL="0" rtl="0" algn="l">
              <a:lnSpc>
                <a:spcPct val="115000"/>
              </a:lnSpc>
              <a:spcBef>
                <a:spcPts val="0"/>
              </a:spcBef>
              <a:spcAft>
                <a:spcPts val="0"/>
              </a:spcAft>
              <a:buNone/>
            </a:pPr>
            <a:r>
              <a:rPr lang="en" sz="1200">
                <a:solidFill>
                  <a:srgbClr val="000000"/>
                </a:solidFill>
              </a:rPr>
              <a:t>- Utilities and municipalities can dynamically adjust water distribution schedules and prioritize critical areas.</a:t>
            </a:r>
            <a:endParaRPr sz="1500"/>
          </a:p>
        </p:txBody>
      </p:sp>
      <p:sp>
        <p:nvSpPr>
          <p:cNvPr id="343" name="Google Shape;343;p32"/>
          <p:cNvSpPr txBox="1"/>
          <p:nvPr>
            <p:ph idx="4" type="subTitle"/>
          </p:nvPr>
        </p:nvSpPr>
        <p:spPr>
          <a:xfrm>
            <a:off x="785225" y="1908670"/>
            <a:ext cx="21753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Transparency</a:t>
            </a:r>
            <a:endParaRPr/>
          </a:p>
        </p:txBody>
      </p:sp>
      <p:sp>
        <p:nvSpPr>
          <p:cNvPr id="344" name="Google Shape;344;p32"/>
          <p:cNvSpPr txBox="1"/>
          <p:nvPr>
            <p:ph idx="5" type="subTitle"/>
          </p:nvPr>
        </p:nvSpPr>
        <p:spPr>
          <a:xfrm>
            <a:off x="3349250" y="2124083"/>
            <a:ext cx="21753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Real-time Monitoring</a:t>
            </a:r>
            <a:endParaRPr/>
          </a:p>
        </p:txBody>
      </p:sp>
      <p:sp>
        <p:nvSpPr>
          <p:cNvPr id="345" name="Google Shape;345;p32"/>
          <p:cNvSpPr txBox="1"/>
          <p:nvPr>
            <p:ph idx="6" type="subTitle"/>
          </p:nvPr>
        </p:nvSpPr>
        <p:spPr>
          <a:xfrm>
            <a:off x="5717450" y="2124063"/>
            <a:ext cx="28389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Efficient Resource Allocation</a:t>
            </a:r>
            <a:endParaRPr/>
          </a:p>
        </p:txBody>
      </p:sp>
      <p:sp>
        <p:nvSpPr>
          <p:cNvPr id="346" name="Google Shape;346;p32"/>
          <p:cNvSpPr/>
          <p:nvPr/>
        </p:nvSpPr>
        <p:spPr>
          <a:xfrm rot="5400000">
            <a:off x="6783200" y="1084737"/>
            <a:ext cx="707400" cy="70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2"/>
          <p:cNvSpPr/>
          <p:nvPr/>
        </p:nvSpPr>
        <p:spPr>
          <a:xfrm rot="5400000">
            <a:off x="4016122" y="1145387"/>
            <a:ext cx="707400" cy="70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2"/>
          <p:cNvSpPr/>
          <p:nvPr/>
        </p:nvSpPr>
        <p:spPr>
          <a:xfrm rot="5400000">
            <a:off x="1249022" y="1084737"/>
            <a:ext cx="707400" cy="70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 name="Google Shape;349;p32"/>
          <p:cNvGrpSpPr/>
          <p:nvPr/>
        </p:nvGrpSpPr>
        <p:grpSpPr>
          <a:xfrm>
            <a:off x="4167450" y="1298153"/>
            <a:ext cx="404725" cy="401850"/>
            <a:chOff x="2414375" y="2742250"/>
            <a:chExt cx="404725" cy="401850"/>
          </a:xfrm>
        </p:grpSpPr>
        <p:sp>
          <p:nvSpPr>
            <p:cNvPr id="350" name="Google Shape;350;p32"/>
            <p:cNvSpPr/>
            <p:nvPr/>
          </p:nvSpPr>
          <p:spPr>
            <a:xfrm>
              <a:off x="2535350" y="2802750"/>
              <a:ext cx="41800" cy="11550"/>
            </a:xfrm>
            <a:custGeom>
              <a:rect b="b" l="l" r="r" t="t"/>
              <a:pathLst>
                <a:path extrusionOk="0" h="462" w="1672">
                  <a:moveTo>
                    <a:pt x="231" y="0"/>
                  </a:moveTo>
                  <a:cubicBezTo>
                    <a:pt x="116" y="0"/>
                    <a:pt x="0" y="58"/>
                    <a:pt x="0" y="231"/>
                  </a:cubicBezTo>
                  <a:cubicBezTo>
                    <a:pt x="0" y="346"/>
                    <a:pt x="58" y="461"/>
                    <a:pt x="231" y="461"/>
                  </a:cubicBezTo>
                  <a:lnTo>
                    <a:pt x="1441" y="461"/>
                  </a:lnTo>
                  <a:cubicBezTo>
                    <a:pt x="1556" y="461"/>
                    <a:pt x="1671" y="404"/>
                    <a:pt x="1671" y="288"/>
                  </a:cubicBezTo>
                  <a:cubicBezTo>
                    <a:pt x="1671" y="116"/>
                    <a:pt x="1556" y="0"/>
                    <a:pt x="14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2"/>
            <p:cNvSpPr/>
            <p:nvPr/>
          </p:nvSpPr>
          <p:spPr>
            <a:xfrm>
              <a:off x="2535350" y="2834425"/>
              <a:ext cx="41800" cy="13000"/>
            </a:xfrm>
            <a:custGeom>
              <a:rect b="b" l="l" r="r" t="t"/>
              <a:pathLst>
                <a:path extrusionOk="0" h="520" w="1672">
                  <a:moveTo>
                    <a:pt x="231" y="1"/>
                  </a:moveTo>
                  <a:cubicBezTo>
                    <a:pt x="116" y="1"/>
                    <a:pt x="0" y="116"/>
                    <a:pt x="0" y="231"/>
                  </a:cubicBezTo>
                  <a:cubicBezTo>
                    <a:pt x="0" y="346"/>
                    <a:pt x="58" y="519"/>
                    <a:pt x="231" y="519"/>
                  </a:cubicBezTo>
                  <a:lnTo>
                    <a:pt x="1441" y="519"/>
                  </a:lnTo>
                  <a:cubicBezTo>
                    <a:pt x="1556" y="519"/>
                    <a:pt x="1671" y="404"/>
                    <a:pt x="1671" y="289"/>
                  </a:cubicBezTo>
                  <a:cubicBezTo>
                    <a:pt x="1671" y="116"/>
                    <a:pt x="1556" y="1"/>
                    <a:pt x="1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2"/>
            <p:cNvSpPr/>
            <p:nvPr/>
          </p:nvSpPr>
          <p:spPr>
            <a:xfrm>
              <a:off x="2535350" y="2867550"/>
              <a:ext cx="41800" cy="11550"/>
            </a:xfrm>
            <a:custGeom>
              <a:rect b="b" l="l" r="r" t="t"/>
              <a:pathLst>
                <a:path extrusionOk="0" h="462" w="1672">
                  <a:moveTo>
                    <a:pt x="231" y="1"/>
                  </a:moveTo>
                  <a:cubicBezTo>
                    <a:pt x="116" y="1"/>
                    <a:pt x="0" y="58"/>
                    <a:pt x="0" y="174"/>
                  </a:cubicBezTo>
                  <a:cubicBezTo>
                    <a:pt x="0" y="346"/>
                    <a:pt x="58" y="462"/>
                    <a:pt x="231" y="462"/>
                  </a:cubicBezTo>
                  <a:lnTo>
                    <a:pt x="1441" y="462"/>
                  </a:lnTo>
                  <a:cubicBezTo>
                    <a:pt x="1556" y="462"/>
                    <a:pt x="1671" y="346"/>
                    <a:pt x="1671" y="231"/>
                  </a:cubicBezTo>
                  <a:cubicBezTo>
                    <a:pt x="1671" y="116"/>
                    <a:pt x="1556" y="1"/>
                    <a:pt x="1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2"/>
            <p:cNvSpPr/>
            <p:nvPr/>
          </p:nvSpPr>
          <p:spPr>
            <a:xfrm>
              <a:off x="2535350" y="2899250"/>
              <a:ext cx="41800" cy="11550"/>
            </a:xfrm>
            <a:custGeom>
              <a:rect b="b" l="l" r="r" t="t"/>
              <a:pathLst>
                <a:path extrusionOk="0" h="462" w="1672">
                  <a:moveTo>
                    <a:pt x="231" y="0"/>
                  </a:moveTo>
                  <a:cubicBezTo>
                    <a:pt x="116" y="0"/>
                    <a:pt x="0" y="58"/>
                    <a:pt x="0" y="231"/>
                  </a:cubicBezTo>
                  <a:cubicBezTo>
                    <a:pt x="0" y="346"/>
                    <a:pt x="58" y="461"/>
                    <a:pt x="231" y="461"/>
                  </a:cubicBezTo>
                  <a:lnTo>
                    <a:pt x="1441" y="461"/>
                  </a:lnTo>
                  <a:cubicBezTo>
                    <a:pt x="1556" y="461"/>
                    <a:pt x="1671" y="403"/>
                    <a:pt x="1671" y="288"/>
                  </a:cubicBezTo>
                  <a:cubicBezTo>
                    <a:pt x="1671" y="115"/>
                    <a:pt x="1556" y="0"/>
                    <a:pt x="14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2"/>
            <p:cNvSpPr/>
            <p:nvPr/>
          </p:nvSpPr>
          <p:spPr>
            <a:xfrm>
              <a:off x="2535350" y="2930925"/>
              <a:ext cx="41800" cy="11550"/>
            </a:xfrm>
            <a:custGeom>
              <a:rect b="b" l="l" r="r" t="t"/>
              <a:pathLst>
                <a:path extrusionOk="0" h="462" w="1672">
                  <a:moveTo>
                    <a:pt x="231" y="1"/>
                  </a:moveTo>
                  <a:cubicBezTo>
                    <a:pt x="116" y="1"/>
                    <a:pt x="0" y="58"/>
                    <a:pt x="0" y="173"/>
                  </a:cubicBezTo>
                  <a:cubicBezTo>
                    <a:pt x="0" y="346"/>
                    <a:pt x="58" y="462"/>
                    <a:pt x="231" y="462"/>
                  </a:cubicBezTo>
                  <a:lnTo>
                    <a:pt x="1441" y="462"/>
                  </a:lnTo>
                  <a:cubicBezTo>
                    <a:pt x="1556" y="462"/>
                    <a:pt x="1671" y="404"/>
                    <a:pt x="1671" y="231"/>
                  </a:cubicBezTo>
                  <a:cubicBezTo>
                    <a:pt x="1671" y="116"/>
                    <a:pt x="1556" y="1"/>
                    <a:pt x="1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2"/>
            <p:cNvSpPr/>
            <p:nvPr/>
          </p:nvSpPr>
          <p:spPr>
            <a:xfrm>
              <a:off x="2535350" y="2962625"/>
              <a:ext cx="41800" cy="11525"/>
            </a:xfrm>
            <a:custGeom>
              <a:rect b="b" l="l" r="r" t="t"/>
              <a:pathLst>
                <a:path extrusionOk="0" h="461" w="1672">
                  <a:moveTo>
                    <a:pt x="231" y="0"/>
                  </a:moveTo>
                  <a:cubicBezTo>
                    <a:pt x="116" y="0"/>
                    <a:pt x="0" y="115"/>
                    <a:pt x="0" y="231"/>
                  </a:cubicBezTo>
                  <a:cubicBezTo>
                    <a:pt x="0" y="346"/>
                    <a:pt x="58" y="461"/>
                    <a:pt x="231" y="461"/>
                  </a:cubicBezTo>
                  <a:lnTo>
                    <a:pt x="1441" y="461"/>
                  </a:lnTo>
                  <a:cubicBezTo>
                    <a:pt x="1556" y="461"/>
                    <a:pt x="1671" y="403"/>
                    <a:pt x="1671" y="288"/>
                  </a:cubicBezTo>
                  <a:cubicBezTo>
                    <a:pt x="1671" y="115"/>
                    <a:pt x="1556" y="0"/>
                    <a:pt x="14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2"/>
            <p:cNvSpPr/>
            <p:nvPr/>
          </p:nvSpPr>
          <p:spPr>
            <a:xfrm>
              <a:off x="2535350" y="2995750"/>
              <a:ext cx="41800" cy="11525"/>
            </a:xfrm>
            <a:custGeom>
              <a:rect b="b" l="l" r="r" t="t"/>
              <a:pathLst>
                <a:path extrusionOk="0" h="461" w="1672">
                  <a:moveTo>
                    <a:pt x="231" y="0"/>
                  </a:moveTo>
                  <a:cubicBezTo>
                    <a:pt x="116" y="0"/>
                    <a:pt x="0" y="58"/>
                    <a:pt x="0" y="173"/>
                  </a:cubicBezTo>
                  <a:cubicBezTo>
                    <a:pt x="0" y="346"/>
                    <a:pt x="58" y="461"/>
                    <a:pt x="231" y="461"/>
                  </a:cubicBezTo>
                  <a:lnTo>
                    <a:pt x="1441" y="461"/>
                  </a:lnTo>
                  <a:cubicBezTo>
                    <a:pt x="1556" y="461"/>
                    <a:pt x="1671" y="346"/>
                    <a:pt x="1671" y="231"/>
                  </a:cubicBezTo>
                  <a:cubicBezTo>
                    <a:pt x="1671" y="115"/>
                    <a:pt x="1556" y="0"/>
                    <a:pt x="14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2"/>
            <p:cNvSpPr/>
            <p:nvPr/>
          </p:nvSpPr>
          <p:spPr>
            <a:xfrm>
              <a:off x="2611675" y="2867550"/>
              <a:ext cx="41800" cy="11550"/>
            </a:xfrm>
            <a:custGeom>
              <a:rect b="b" l="l" r="r" t="t"/>
              <a:pathLst>
                <a:path extrusionOk="0" h="462" w="1672">
                  <a:moveTo>
                    <a:pt x="231" y="1"/>
                  </a:moveTo>
                  <a:cubicBezTo>
                    <a:pt x="116" y="1"/>
                    <a:pt x="1" y="58"/>
                    <a:pt x="1" y="174"/>
                  </a:cubicBezTo>
                  <a:cubicBezTo>
                    <a:pt x="1" y="346"/>
                    <a:pt x="116" y="462"/>
                    <a:pt x="231" y="462"/>
                  </a:cubicBezTo>
                  <a:lnTo>
                    <a:pt x="1441" y="462"/>
                  </a:lnTo>
                  <a:cubicBezTo>
                    <a:pt x="1556" y="462"/>
                    <a:pt x="1671" y="346"/>
                    <a:pt x="1671" y="231"/>
                  </a:cubicBezTo>
                  <a:cubicBezTo>
                    <a:pt x="1671" y="116"/>
                    <a:pt x="1556" y="1"/>
                    <a:pt x="144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2"/>
            <p:cNvSpPr/>
            <p:nvPr/>
          </p:nvSpPr>
          <p:spPr>
            <a:xfrm>
              <a:off x="2611675" y="2899250"/>
              <a:ext cx="41800" cy="11550"/>
            </a:xfrm>
            <a:custGeom>
              <a:rect b="b" l="l" r="r" t="t"/>
              <a:pathLst>
                <a:path extrusionOk="0" h="462" w="1672">
                  <a:moveTo>
                    <a:pt x="231" y="0"/>
                  </a:moveTo>
                  <a:cubicBezTo>
                    <a:pt x="116" y="0"/>
                    <a:pt x="1" y="58"/>
                    <a:pt x="1" y="231"/>
                  </a:cubicBezTo>
                  <a:cubicBezTo>
                    <a:pt x="1" y="346"/>
                    <a:pt x="116" y="461"/>
                    <a:pt x="231" y="461"/>
                  </a:cubicBezTo>
                  <a:lnTo>
                    <a:pt x="1441" y="461"/>
                  </a:lnTo>
                  <a:cubicBezTo>
                    <a:pt x="1556" y="461"/>
                    <a:pt x="1671" y="403"/>
                    <a:pt x="1671" y="288"/>
                  </a:cubicBezTo>
                  <a:cubicBezTo>
                    <a:pt x="1671" y="115"/>
                    <a:pt x="1556" y="0"/>
                    <a:pt x="14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2"/>
            <p:cNvSpPr/>
            <p:nvPr/>
          </p:nvSpPr>
          <p:spPr>
            <a:xfrm>
              <a:off x="2461900" y="2905000"/>
              <a:ext cx="11550" cy="27400"/>
            </a:xfrm>
            <a:custGeom>
              <a:rect b="b" l="l" r="r" t="t"/>
              <a:pathLst>
                <a:path extrusionOk="0" h="1096" w="462">
                  <a:moveTo>
                    <a:pt x="173" y="1"/>
                  </a:moveTo>
                  <a:cubicBezTo>
                    <a:pt x="58" y="1"/>
                    <a:pt x="0" y="116"/>
                    <a:pt x="0" y="231"/>
                  </a:cubicBezTo>
                  <a:lnTo>
                    <a:pt x="0" y="807"/>
                  </a:lnTo>
                  <a:cubicBezTo>
                    <a:pt x="0" y="980"/>
                    <a:pt x="58" y="1038"/>
                    <a:pt x="173" y="1095"/>
                  </a:cubicBezTo>
                  <a:cubicBezTo>
                    <a:pt x="346" y="1095"/>
                    <a:pt x="461" y="980"/>
                    <a:pt x="461" y="865"/>
                  </a:cubicBezTo>
                  <a:lnTo>
                    <a:pt x="461" y="231"/>
                  </a:lnTo>
                  <a:cubicBezTo>
                    <a:pt x="461" y="116"/>
                    <a:pt x="346" y="1"/>
                    <a:pt x="17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2"/>
            <p:cNvSpPr/>
            <p:nvPr/>
          </p:nvSpPr>
          <p:spPr>
            <a:xfrm>
              <a:off x="2484925" y="2905000"/>
              <a:ext cx="13000" cy="27400"/>
            </a:xfrm>
            <a:custGeom>
              <a:rect b="b" l="l" r="r" t="t"/>
              <a:pathLst>
                <a:path extrusionOk="0" h="1096" w="520">
                  <a:moveTo>
                    <a:pt x="231" y="1"/>
                  </a:moveTo>
                  <a:cubicBezTo>
                    <a:pt x="116" y="1"/>
                    <a:pt x="1" y="116"/>
                    <a:pt x="1" y="231"/>
                  </a:cubicBezTo>
                  <a:lnTo>
                    <a:pt x="1" y="807"/>
                  </a:lnTo>
                  <a:cubicBezTo>
                    <a:pt x="1" y="980"/>
                    <a:pt x="116" y="1038"/>
                    <a:pt x="231" y="1095"/>
                  </a:cubicBezTo>
                  <a:cubicBezTo>
                    <a:pt x="404" y="1095"/>
                    <a:pt x="519" y="980"/>
                    <a:pt x="519" y="865"/>
                  </a:cubicBezTo>
                  <a:lnTo>
                    <a:pt x="519" y="231"/>
                  </a:lnTo>
                  <a:cubicBezTo>
                    <a:pt x="519" y="116"/>
                    <a:pt x="404" y="1"/>
                    <a:pt x="2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2"/>
            <p:cNvSpPr/>
            <p:nvPr/>
          </p:nvSpPr>
          <p:spPr>
            <a:xfrm>
              <a:off x="2461900" y="2944950"/>
              <a:ext cx="11550" cy="26325"/>
            </a:xfrm>
            <a:custGeom>
              <a:rect b="b" l="l" r="r" t="t"/>
              <a:pathLst>
                <a:path extrusionOk="0" h="1053" w="462">
                  <a:moveTo>
                    <a:pt x="259" y="1"/>
                  </a:moveTo>
                  <a:cubicBezTo>
                    <a:pt x="232" y="1"/>
                    <a:pt x="204" y="6"/>
                    <a:pt x="173" y="16"/>
                  </a:cubicBezTo>
                  <a:cubicBezTo>
                    <a:pt x="58" y="16"/>
                    <a:pt x="0" y="131"/>
                    <a:pt x="0" y="246"/>
                  </a:cubicBezTo>
                  <a:lnTo>
                    <a:pt x="0" y="822"/>
                  </a:lnTo>
                  <a:cubicBezTo>
                    <a:pt x="0" y="938"/>
                    <a:pt x="58" y="1053"/>
                    <a:pt x="173" y="1053"/>
                  </a:cubicBezTo>
                  <a:cubicBezTo>
                    <a:pt x="346" y="1053"/>
                    <a:pt x="461" y="995"/>
                    <a:pt x="461" y="822"/>
                  </a:cubicBezTo>
                  <a:lnTo>
                    <a:pt x="461" y="246"/>
                  </a:lnTo>
                  <a:cubicBezTo>
                    <a:pt x="461" y="104"/>
                    <a:pt x="383" y="1"/>
                    <a:pt x="2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2"/>
            <p:cNvSpPr/>
            <p:nvPr/>
          </p:nvSpPr>
          <p:spPr>
            <a:xfrm>
              <a:off x="2484925" y="2944950"/>
              <a:ext cx="13000" cy="26325"/>
            </a:xfrm>
            <a:custGeom>
              <a:rect b="b" l="l" r="r" t="t"/>
              <a:pathLst>
                <a:path extrusionOk="0" h="1053" w="520">
                  <a:moveTo>
                    <a:pt x="318" y="1"/>
                  </a:moveTo>
                  <a:cubicBezTo>
                    <a:pt x="291" y="1"/>
                    <a:pt x="262" y="6"/>
                    <a:pt x="231" y="16"/>
                  </a:cubicBezTo>
                  <a:cubicBezTo>
                    <a:pt x="116" y="16"/>
                    <a:pt x="1" y="131"/>
                    <a:pt x="1" y="246"/>
                  </a:cubicBezTo>
                  <a:lnTo>
                    <a:pt x="1" y="822"/>
                  </a:lnTo>
                  <a:cubicBezTo>
                    <a:pt x="1" y="938"/>
                    <a:pt x="116" y="1053"/>
                    <a:pt x="231" y="1053"/>
                  </a:cubicBezTo>
                  <a:cubicBezTo>
                    <a:pt x="404" y="1053"/>
                    <a:pt x="519" y="995"/>
                    <a:pt x="519" y="822"/>
                  </a:cubicBezTo>
                  <a:lnTo>
                    <a:pt x="519" y="246"/>
                  </a:lnTo>
                  <a:cubicBezTo>
                    <a:pt x="519" y="104"/>
                    <a:pt x="441" y="1"/>
                    <a:pt x="3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2"/>
            <p:cNvSpPr/>
            <p:nvPr/>
          </p:nvSpPr>
          <p:spPr>
            <a:xfrm>
              <a:off x="2461900" y="2984225"/>
              <a:ext cx="11550" cy="27375"/>
            </a:xfrm>
            <a:custGeom>
              <a:rect b="b" l="l" r="r" t="t"/>
              <a:pathLst>
                <a:path extrusionOk="0" h="1095" w="462">
                  <a:moveTo>
                    <a:pt x="173" y="0"/>
                  </a:moveTo>
                  <a:cubicBezTo>
                    <a:pt x="58" y="0"/>
                    <a:pt x="0" y="115"/>
                    <a:pt x="0" y="231"/>
                  </a:cubicBezTo>
                  <a:lnTo>
                    <a:pt x="0" y="807"/>
                  </a:lnTo>
                  <a:cubicBezTo>
                    <a:pt x="0" y="980"/>
                    <a:pt x="58" y="1037"/>
                    <a:pt x="173" y="1095"/>
                  </a:cubicBezTo>
                  <a:cubicBezTo>
                    <a:pt x="346" y="1095"/>
                    <a:pt x="461" y="980"/>
                    <a:pt x="461" y="864"/>
                  </a:cubicBezTo>
                  <a:lnTo>
                    <a:pt x="461" y="231"/>
                  </a:lnTo>
                  <a:cubicBezTo>
                    <a:pt x="461" y="115"/>
                    <a:pt x="346" y="0"/>
                    <a:pt x="1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2"/>
            <p:cNvSpPr/>
            <p:nvPr/>
          </p:nvSpPr>
          <p:spPr>
            <a:xfrm>
              <a:off x="2484925" y="2984225"/>
              <a:ext cx="13000" cy="27375"/>
            </a:xfrm>
            <a:custGeom>
              <a:rect b="b" l="l" r="r" t="t"/>
              <a:pathLst>
                <a:path extrusionOk="0" h="1095" w="520">
                  <a:moveTo>
                    <a:pt x="231" y="0"/>
                  </a:moveTo>
                  <a:cubicBezTo>
                    <a:pt x="116" y="0"/>
                    <a:pt x="1" y="115"/>
                    <a:pt x="1" y="231"/>
                  </a:cubicBezTo>
                  <a:lnTo>
                    <a:pt x="1" y="807"/>
                  </a:lnTo>
                  <a:cubicBezTo>
                    <a:pt x="1" y="980"/>
                    <a:pt x="116" y="1037"/>
                    <a:pt x="231" y="1095"/>
                  </a:cubicBezTo>
                  <a:cubicBezTo>
                    <a:pt x="404" y="1095"/>
                    <a:pt x="519" y="980"/>
                    <a:pt x="519" y="864"/>
                  </a:cubicBezTo>
                  <a:lnTo>
                    <a:pt x="519" y="231"/>
                  </a:lnTo>
                  <a:cubicBezTo>
                    <a:pt x="519" y="115"/>
                    <a:pt x="404" y="0"/>
                    <a:pt x="2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2"/>
            <p:cNvSpPr/>
            <p:nvPr/>
          </p:nvSpPr>
          <p:spPr>
            <a:xfrm>
              <a:off x="2414375" y="2742250"/>
              <a:ext cx="404725" cy="401850"/>
            </a:xfrm>
            <a:custGeom>
              <a:rect b="b" l="l" r="r" t="t"/>
              <a:pathLst>
                <a:path extrusionOk="0" h="16074" w="16189">
                  <a:moveTo>
                    <a:pt x="6395" y="462"/>
                  </a:moveTo>
                  <a:lnTo>
                    <a:pt x="6395" y="1153"/>
                  </a:lnTo>
                  <a:lnTo>
                    <a:pt x="4897" y="1153"/>
                  </a:lnTo>
                  <a:lnTo>
                    <a:pt x="4897" y="462"/>
                  </a:lnTo>
                  <a:close/>
                  <a:moveTo>
                    <a:pt x="12201" y="5184"/>
                  </a:moveTo>
                  <a:cubicBezTo>
                    <a:pt x="12340" y="5184"/>
                    <a:pt x="12475" y="5258"/>
                    <a:pt x="12502" y="5416"/>
                  </a:cubicBezTo>
                  <a:lnTo>
                    <a:pt x="12502" y="7663"/>
                  </a:lnTo>
                  <a:lnTo>
                    <a:pt x="11868" y="7663"/>
                  </a:lnTo>
                  <a:lnTo>
                    <a:pt x="11868" y="5474"/>
                  </a:lnTo>
                  <a:cubicBezTo>
                    <a:pt x="11868" y="5287"/>
                    <a:pt x="12037" y="5184"/>
                    <a:pt x="12201" y="5184"/>
                  </a:cubicBezTo>
                  <a:close/>
                  <a:moveTo>
                    <a:pt x="13268" y="4733"/>
                  </a:moveTo>
                  <a:cubicBezTo>
                    <a:pt x="13407" y="4733"/>
                    <a:pt x="13539" y="4875"/>
                    <a:pt x="13539" y="5070"/>
                  </a:cubicBezTo>
                  <a:lnTo>
                    <a:pt x="13539" y="7663"/>
                  </a:lnTo>
                  <a:lnTo>
                    <a:pt x="12963" y="7663"/>
                  </a:lnTo>
                  <a:lnTo>
                    <a:pt x="12963" y="5013"/>
                  </a:lnTo>
                  <a:cubicBezTo>
                    <a:pt x="12963" y="4955"/>
                    <a:pt x="13020" y="4898"/>
                    <a:pt x="13078" y="4840"/>
                  </a:cubicBezTo>
                  <a:cubicBezTo>
                    <a:pt x="13134" y="4766"/>
                    <a:pt x="13201" y="4733"/>
                    <a:pt x="13268" y="4733"/>
                  </a:cubicBezTo>
                  <a:close/>
                  <a:moveTo>
                    <a:pt x="14345" y="5186"/>
                  </a:moveTo>
                  <a:cubicBezTo>
                    <a:pt x="14518" y="5186"/>
                    <a:pt x="14633" y="5358"/>
                    <a:pt x="14633" y="5474"/>
                  </a:cubicBezTo>
                  <a:lnTo>
                    <a:pt x="14633" y="7663"/>
                  </a:lnTo>
                  <a:lnTo>
                    <a:pt x="14057" y="7663"/>
                  </a:lnTo>
                  <a:lnTo>
                    <a:pt x="14057" y="5474"/>
                  </a:lnTo>
                  <a:cubicBezTo>
                    <a:pt x="14057" y="5301"/>
                    <a:pt x="14172" y="5186"/>
                    <a:pt x="14345" y="5186"/>
                  </a:cubicBezTo>
                  <a:close/>
                  <a:moveTo>
                    <a:pt x="8699" y="8124"/>
                  </a:moveTo>
                  <a:cubicBezTo>
                    <a:pt x="8642" y="8354"/>
                    <a:pt x="8526" y="8469"/>
                    <a:pt x="8296" y="8527"/>
                  </a:cubicBezTo>
                  <a:lnTo>
                    <a:pt x="8354" y="8124"/>
                  </a:lnTo>
                  <a:close/>
                  <a:moveTo>
                    <a:pt x="14633" y="8124"/>
                  </a:moveTo>
                  <a:lnTo>
                    <a:pt x="14633" y="8527"/>
                  </a:lnTo>
                  <a:cubicBezTo>
                    <a:pt x="14518" y="8469"/>
                    <a:pt x="14460" y="8469"/>
                    <a:pt x="14403" y="8354"/>
                  </a:cubicBezTo>
                  <a:cubicBezTo>
                    <a:pt x="14288" y="8297"/>
                    <a:pt x="14288" y="8239"/>
                    <a:pt x="14230" y="8124"/>
                  </a:cubicBezTo>
                  <a:close/>
                  <a:moveTo>
                    <a:pt x="11465" y="8873"/>
                  </a:moveTo>
                  <a:cubicBezTo>
                    <a:pt x="11753" y="8873"/>
                    <a:pt x="12041" y="9046"/>
                    <a:pt x="12214" y="9334"/>
                  </a:cubicBezTo>
                  <a:cubicBezTo>
                    <a:pt x="12329" y="9449"/>
                    <a:pt x="12386" y="9622"/>
                    <a:pt x="12386" y="9794"/>
                  </a:cubicBezTo>
                  <a:cubicBezTo>
                    <a:pt x="12386" y="10313"/>
                    <a:pt x="11983" y="10716"/>
                    <a:pt x="11465" y="10716"/>
                  </a:cubicBezTo>
                  <a:cubicBezTo>
                    <a:pt x="10946" y="10716"/>
                    <a:pt x="10543" y="10313"/>
                    <a:pt x="10543" y="9794"/>
                  </a:cubicBezTo>
                  <a:cubicBezTo>
                    <a:pt x="10543" y="9276"/>
                    <a:pt x="10946" y="8873"/>
                    <a:pt x="11465" y="8873"/>
                  </a:cubicBezTo>
                  <a:close/>
                  <a:moveTo>
                    <a:pt x="8354" y="11062"/>
                  </a:moveTo>
                  <a:cubicBezTo>
                    <a:pt x="8526" y="11119"/>
                    <a:pt x="8642" y="11235"/>
                    <a:pt x="8699" y="11408"/>
                  </a:cubicBezTo>
                  <a:lnTo>
                    <a:pt x="8354" y="11408"/>
                  </a:lnTo>
                  <a:lnTo>
                    <a:pt x="8354" y="11062"/>
                  </a:lnTo>
                  <a:close/>
                  <a:moveTo>
                    <a:pt x="14633" y="11004"/>
                  </a:moveTo>
                  <a:lnTo>
                    <a:pt x="14633" y="11408"/>
                  </a:lnTo>
                  <a:lnTo>
                    <a:pt x="14230" y="11408"/>
                  </a:lnTo>
                  <a:cubicBezTo>
                    <a:pt x="14288" y="11235"/>
                    <a:pt x="14460" y="11119"/>
                    <a:pt x="14633" y="11004"/>
                  </a:cubicBezTo>
                  <a:close/>
                  <a:moveTo>
                    <a:pt x="3860" y="5819"/>
                  </a:moveTo>
                  <a:lnTo>
                    <a:pt x="3860" y="11465"/>
                  </a:lnTo>
                  <a:lnTo>
                    <a:pt x="1325" y="11465"/>
                  </a:lnTo>
                  <a:lnTo>
                    <a:pt x="1325" y="5819"/>
                  </a:lnTo>
                  <a:close/>
                  <a:moveTo>
                    <a:pt x="10024" y="4149"/>
                  </a:moveTo>
                  <a:lnTo>
                    <a:pt x="10024" y="7663"/>
                  </a:lnTo>
                  <a:lnTo>
                    <a:pt x="8987" y="7720"/>
                  </a:lnTo>
                  <a:lnTo>
                    <a:pt x="8123" y="7663"/>
                  </a:lnTo>
                  <a:cubicBezTo>
                    <a:pt x="8123" y="7663"/>
                    <a:pt x="7835" y="7778"/>
                    <a:pt x="7835" y="7893"/>
                  </a:cubicBezTo>
                  <a:lnTo>
                    <a:pt x="7835" y="10774"/>
                  </a:lnTo>
                  <a:lnTo>
                    <a:pt x="7893" y="10774"/>
                  </a:lnTo>
                  <a:lnTo>
                    <a:pt x="7893" y="11465"/>
                  </a:lnTo>
                  <a:lnTo>
                    <a:pt x="7432" y="11465"/>
                  </a:lnTo>
                  <a:lnTo>
                    <a:pt x="7432" y="4149"/>
                  </a:lnTo>
                  <a:close/>
                  <a:moveTo>
                    <a:pt x="13711" y="8124"/>
                  </a:moveTo>
                  <a:cubicBezTo>
                    <a:pt x="13769" y="8354"/>
                    <a:pt x="13884" y="8527"/>
                    <a:pt x="14057" y="8700"/>
                  </a:cubicBezTo>
                  <a:cubicBezTo>
                    <a:pt x="14230" y="8873"/>
                    <a:pt x="14403" y="8988"/>
                    <a:pt x="14633" y="9046"/>
                  </a:cubicBezTo>
                  <a:lnTo>
                    <a:pt x="14633" y="10543"/>
                  </a:lnTo>
                  <a:cubicBezTo>
                    <a:pt x="14172" y="10659"/>
                    <a:pt x="13827" y="11004"/>
                    <a:pt x="13711" y="11465"/>
                  </a:cubicBezTo>
                  <a:lnTo>
                    <a:pt x="10946" y="11465"/>
                  </a:lnTo>
                  <a:cubicBezTo>
                    <a:pt x="10916" y="11470"/>
                    <a:pt x="10886" y="11473"/>
                    <a:pt x="10857" y="11473"/>
                  </a:cubicBezTo>
                  <a:cubicBezTo>
                    <a:pt x="10552" y="11473"/>
                    <a:pt x="10307" y="11210"/>
                    <a:pt x="10255" y="10947"/>
                  </a:cubicBezTo>
                  <a:lnTo>
                    <a:pt x="10255" y="10486"/>
                  </a:lnTo>
                  <a:cubicBezTo>
                    <a:pt x="10485" y="10889"/>
                    <a:pt x="11004" y="11177"/>
                    <a:pt x="11465" y="11177"/>
                  </a:cubicBezTo>
                  <a:cubicBezTo>
                    <a:pt x="12271" y="11177"/>
                    <a:pt x="12905" y="10601"/>
                    <a:pt x="12905" y="9794"/>
                  </a:cubicBezTo>
                  <a:cubicBezTo>
                    <a:pt x="12905" y="9564"/>
                    <a:pt x="12790" y="9276"/>
                    <a:pt x="12674" y="9046"/>
                  </a:cubicBezTo>
                  <a:cubicBezTo>
                    <a:pt x="12386" y="8642"/>
                    <a:pt x="11983" y="8412"/>
                    <a:pt x="11465" y="8412"/>
                  </a:cubicBezTo>
                  <a:lnTo>
                    <a:pt x="11407" y="8412"/>
                  </a:lnTo>
                  <a:cubicBezTo>
                    <a:pt x="10773" y="8412"/>
                    <a:pt x="10197" y="8873"/>
                    <a:pt x="10082" y="9506"/>
                  </a:cubicBezTo>
                  <a:cubicBezTo>
                    <a:pt x="9967" y="9276"/>
                    <a:pt x="9679" y="9161"/>
                    <a:pt x="9448" y="9161"/>
                  </a:cubicBezTo>
                  <a:cubicBezTo>
                    <a:pt x="8987" y="9161"/>
                    <a:pt x="8642" y="9506"/>
                    <a:pt x="8642" y="9967"/>
                  </a:cubicBezTo>
                  <a:lnTo>
                    <a:pt x="8642" y="10659"/>
                  </a:lnTo>
                  <a:cubicBezTo>
                    <a:pt x="8584" y="10601"/>
                    <a:pt x="8469" y="10601"/>
                    <a:pt x="8354" y="10543"/>
                  </a:cubicBezTo>
                  <a:lnTo>
                    <a:pt x="8354" y="9046"/>
                  </a:lnTo>
                  <a:cubicBezTo>
                    <a:pt x="8757" y="8930"/>
                    <a:pt x="9103" y="8585"/>
                    <a:pt x="9218" y="8124"/>
                  </a:cubicBezTo>
                  <a:close/>
                  <a:moveTo>
                    <a:pt x="15411" y="7188"/>
                  </a:moveTo>
                  <a:cubicBezTo>
                    <a:pt x="15569" y="7188"/>
                    <a:pt x="15728" y="7288"/>
                    <a:pt x="15728" y="7490"/>
                  </a:cubicBezTo>
                  <a:lnTo>
                    <a:pt x="15728" y="10659"/>
                  </a:lnTo>
                  <a:cubicBezTo>
                    <a:pt x="15728" y="11408"/>
                    <a:pt x="15440" y="12156"/>
                    <a:pt x="14979" y="12733"/>
                  </a:cubicBezTo>
                  <a:cubicBezTo>
                    <a:pt x="14806" y="13021"/>
                    <a:pt x="14691" y="13309"/>
                    <a:pt x="14691" y="13654"/>
                  </a:cubicBezTo>
                  <a:lnTo>
                    <a:pt x="14691" y="13770"/>
                  </a:lnTo>
                  <a:lnTo>
                    <a:pt x="14691" y="13827"/>
                  </a:lnTo>
                  <a:lnTo>
                    <a:pt x="11349" y="13827"/>
                  </a:lnTo>
                  <a:lnTo>
                    <a:pt x="11349" y="13712"/>
                  </a:lnTo>
                  <a:cubicBezTo>
                    <a:pt x="11349" y="13193"/>
                    <a:pt x="11119" y="12848"/>
                    <a:pt x="10658" y="12675"/>
                  </a:cubicBezTo>
                  <a:cubicBezTo>
                    <a:pt x="9852" y="12387"/>
                    <a:pt x="9218" y="11868"/>
                    <a:pt x="9160" y="11235"/>
                  </a:cubicBezTo>
                  <a:cubicBezTo>
                    <a:pt x="9160" y="11119"/>
                    <a:pt x="9103" y="11004"/>
                    <a:pt x="9103" y="10889"/>
                  </a:cubicBezTo>
                  <a:lnTo>
                    <a:pt x="9103" y="9967"/>
                  </a:lnTo>
                  <a:cubicBezTo>
                    <a:pt x="9103" y="9737"/>
                    <a:pt x="9275" y="9622"/>
                    <a:pt x="9448" y="9622"/>
                  </a:cubicBezTo>
                  <a:cubicBezTo>
                    <a:pt x="9621" y="9622"/>
                    <a:pt x="9794" y="9737"/>
                    <a:pt x="9794" y="9967"/>
                  </a:cubicBezTo>
                  <a:lnTo>
                    <a:pt x="9794" y="10889"/>
                  </a:lnTo>
                  <a:cubicBezTo>
                    <a:pt x="9794" y="11465"/>
                    <a:pt x="10312" y="11926"/>
                    <a:pt x="10889" y="11926"/>
                  </a:cubicBezTo>
                  <a:lnTo>
                    <a:pt x="14864" y="11926"/>
                  </a:lnTo>
                  <a:cubicBezTo>
                    <a:pt x="14979" y="11926"/>
                    <a:pt x="15094" y="11811"/>
                    <a:pt x="15094" y="11696"/>
                  </a:cubicBezTo>
                  <a:lnTo>
                    <a:pt x="15094" y="7490"/>
                  </a:lnTo>
                  <a:cubicBezTo>
                    <a:pt x="15094" y="7288"/>
                    <a:pt x="15253" y="7188"/>
                    <a:pt x="15411" y="7188"/>
                  </a:cubicBezTo>
                  <a:close/>
                  <a:moveTo>
                    <a:pt x="4667" y="1"/>
                  </a:moveTo>
                  <a:cubicBezTo>
                    <a:pt x="4551" y="1"/>
                    <a:pt x="4436" y="116"/>
                    <a:pt x="4436" y="231"/>
                  </a:cubicBezTo>
                  <a:lnTo>
                    <a:pt x="4436" y="1153"/>
                  </a:lnTo>
                  <a:lnTo>
                    <a:pt x="4090" y="1153"/>
                  </a:lnTo>
                  <a:cubicBezTo>
                    <a:pt x="3975" y="1153"/>
                    <a:pt x="3860" y="1268"/>
                    <a:pt x="3860" y="1383"/>
                  </a:cubicBezTo>
                  <a:lnTo>
                    <a:pt x="3860" y="2651"/>
                  </a:lnTo>
                  <a:cubicBezTo>
                    <a:pt x="3860" y="2788"/>
                    <a:pt x="3978" y="2860"/>
                    <a:pt x="4095" y="2860"/>
                  </a:cubicBezTo>
                  <a:cubicBezTo>
                    <a:pt x="4224" y="2860"/>
                    <a:pt x="4351" y="2774"/>
                    <a:pt x="4321" y="2593"/>
                  </a:cubicBezTo>
                  <a:lnTo>
                    <a:pt x="4321" y="1671"/>
                  </a:lnTo>
                  <a:lnTo>
                    <a:pt x="6913" y="1671"/>
                  </a:lnTo>
                  <a:lnTo>
                    <a:pt x="6913" y="11465"/>
                  </a:lnTo>
                  <a:lnTo>
                    <a:pt x="4321" y="11465"/>
                  </a:lnTo>
                  <a:lnTo>
                    <a:pt x="4321" y="5589"/>
                  </a:lnTo>
                  <a:lnTo>
                    <a:pt x="4321" y="5531"/>
                  </a:lnTo>
                  <a:lnTo>
                    <a:pt x="4321" y="3918"/>
                  </a:lnTo>
                  <a:cubicBezTo>
                    <a:pt x="4353" y="3755"/>
                    <a:pt x="4201" y="3647"/>
                    <a:pt x="4063" y="3647"/>
                  </a:cubicBezTo>
                  <a:cubicBezTo>
                    <a:pt x="3958" y="3647"/>
                    <a:pt x="3860" y="3711"/>
                    <a:pt x="3860" y="3861"/>
                  </a:cubicBezTo>
                  <a:lnTo>
                    <a:pt x="3860" y="5358"/>
                  </a:lnTo>
                  <a:lnTo>
                    <a:pt x="1037" y="5358"/>
                  </a:lnTo>
                  <a:cubicBezTo>
                    <a:pt x="922" y="5358"/>
                    <a:pt x="807" y="5474"/>
                    <a:pt x="807" y="5589"/>
                  </a:cubicBezTo>
                  <a:lnTo>
                    <a:pt x="807" y="11465"/>
                  </a:lnTo>
                  <a:lnTo>
                    <a:pt x="288" y="11465"/>
                  </a:lnTo>
                  <a:cubicBezTo>
                    <a:pt x="0" y="11465"/>
                    <a:pt x="0" y="11926"/>
                    <a:pt x="288" y="11926"/>
                  </a:cubicBezTo>
                  <a:lnTo>
                    <a:pt x="8815" y="11926"/>
                  </a:lnTo>
                  <a:cubicBezTo>
                    <a:pt x="9160" y="12560"/>
                    <a:pt x="9794" y="12905"/>
                    <a:pt x="10485" y="13136"/>
                  </a:cubicBezTo>
                  <a:cubicBezTo>
                    <a:pt x="10716" y="13251"/>
                    <a:pt x="10889" y="13424"/>
                    <a:pt x="10889" y="13712"/>
                  </a:cubicBezTo>
                  <a:lnTo>
                    <a:pt x="10889" y="13885"/>
                  </a:lnTo>
                  <a:lnTo>
                    <a:pt x="10658" y="13885"/>
                  </a:lnTo>
                  <a:cubicBezTo>
                    <a:pt x="10543" y="13885"/>
                    <a:pt x="10428" y="14000"/>
                    <a:pt x="10428" y="14115"/>
                  </a:cubicBezTo>
                  <a:lnTo>
                    <a:pt x="10428" y="15844"/>
                  </a:lnTo>
                  <a:cubicBezTo>
                    <a:pt x="10428" y="15959"/>
                    <a:pt x="10543" y="16074"/>
                    <a:pt x="10658" y="16074"/>
                  </a:cubicBezTo>
                  <a:lnTo>
                    <a:pt x="13423" y="16074"/>
                  </a:lnTo>
                  <a:cubicBezTo>
                    <a:pt x="13711" y="16074"/>
                    <a:pt x="13711" y="15613"/>
                    <a:pt x="13423" y="15613"/>
                  </a:cubicBezTo>
                  <a:lnTo>
                    <a:pt x="10889" y="15613"/>
                  </a:lnTo>
                  <a:lnTo>
                    <a:pt x="10889" y="14346"/>
                  </a:lnTo>
                  <a:lnTo>
                    <a:pt x="15094" y="14346"/>
                  </a:lnTo>
                  <a:lnTo>
                    <a:pt x="15094" y="15613"/>
                  </a:lnTo>
                  <a:lnTo>
                    <a:pt x="14691" y="15613"/>
                  </a:lnTo>
                  <a:cubicBezTo>
                    <a:pt x="14403" y="15613"/>
                    <a:pt x="14403" y="16074"/>
                    <a:pt x="14691" y="16074"/>
                  </a:cubicBezTo>
                  <a:lnTo>
                    <a:pt x="15325" y="16074"/>
                  </a:lnTo>
                  <a:cubicBezTo>
                    <a:pt x="15497" y="16074"/>
                    <a:pt x="15613" y="15959"/>
                    <a:pt x="15613" y="15844"/>
                  </a:cubicBezTo>
                  <a:lnTo>
                    <a:pt x="15613" y="14115"/>
                  </a:lnTo>
                  <a:cubicBezTo>
                    <a:pt x="15613" y="14000"/>
                    <a:pt x="15497" y="13885"/>
                    <a:pt x="15325" y="13885"/>
                  </a:cubicBezTo>
                  <a:lnTo>
                    <a:pt x="15094" y="13885"/>
                  </a:lnTo>
                  <a:lnTo>
                    <a:pt x="15094" y="13770"/>
                  </a:lnTo>
                  <a:cubicBezTo>
                    <a:pt x="15094" y="13482"/>
                    <a:pt x="15152" y="13251"/>
                    <a:pt x="15325" y="13078"/>
                  </a:cubicBezTo>
                  <a:cubicBezTo>
                    <a:pt x="15901" y="12387"/>
                    <a:pt x="16189" y="11523"/>
                    <a:pt x="16189" y="10659"/>
                  </a:cubicBezTo>
                  <a:lnTo>
                    <a:pt x="16189" y="7490"/>
                  </a:lnTo>
                  <a:cubicBezTo>
                    <a:pt x="16189" y="7074"/>
                    <a:pt x="15818" y="6732"/>
                    <a:pt x="15404" y="6732"/>
                  </a:cubicBezTo>
                  <a:cubicBezTo>
                    <a:pt x="15302" y="6732"/>
                    <a:pt x="15197" y="6753"/>
                    <a:pt x="15094" y="6799"/>
                  </a:cubicBezTo>
                  <a:lnTo>
                    <a:pt x="15094" y="5531"/>
                  </a:lnTo>
                  <a:cubicBezTo>
                    <a:pt x="15094" y="5068"/>
                    <a:pt x="14721" y="4716"/>
                    <a:pt x="14306" y="4716"/>
                  </a:cubicBezTo>
                  <a:cubicBezTo>
                    <a:pt x="14205" y="4716"/>
                    <a:pt x="14101" y="4737"/>
                    <a:pt x="13999" y="4782"/>
                  </a:cubicBezTo>
                  <a:cubicBezTo>
                    <a:pt x="13882" y="4459"/>
                    <a:pt x="13569" y="4285"/>
                    <a:pt x="13260" y="4285"/>
                  </a:cubicBezTo>
                  <a:cubicBezTo>
                    <a:pt x="12964" y="4285"/>
                    <a:pt x="12672" y="4444"/>
                    <a:pt x="12559" y="4782"/>
                  </a:cubicBezTo>
                  <a:cubicBezTo>
                    <a:pt x="12458" y="4737"/>
                    <a:pt x="12352" y="4716"/>
                    <a:pt x="12247" y="4716"/>
                  </a:cubicBezTo>
                  <a:cubicBezTo>
                    <a:pt x="11817" y="4716"/>
                    <a:pt x="11407" y="5068"/>
                    <a:pt x="11407" y="5531"/>
                  </a:cubicBezTo>
                  <a:lnTo>
                    <a:pt x="11407" y="7663"/>
                  </a:lnTo>
                  <a:lnTo>
                    <a:pt x="10485" y="7663"/>
                  </a:lnTo>
                  <a:lnTo>
                    <a:pt x="10485" y="3918"/>
                  </a:lnTo>
                  <a:cubicBezTo>
                    <a:pt x="10485" y="3803"/>
                    <a:pt x="10370" y="3688"/>
                    <a:pt x="10255" y="3688"/>
                  </a:cubicBezTo>
                  <a:lnTo>
                    <a:pt x="8930" y="3688"/>
                  </a:lnTo>
                  <a:lnTo>
                    <a:pt x="8930" y="1499"/>
                  </a:lnTo>
                  <a:cubicBezTo>
                    <a:pt x="8930" y="1383"/>
                    <a:pt x="8872" y="1326"/>
                    <a:pt x="8757" y="1268"/>
                  </a:cubicBezTo>
                  <a:cubicBezTo>
                    <a:pt x="8642" y="1268"/>
                    <a:pt x="8469" y="1383"/>
                    <a:pt x="8469" y="1499"/>
                  </a:cubicBezTo>
                  <a:lnTo>
                    <a:pt x="8469" y="3688"/>
                  </a:lnTo>
                  <a:lnTo>
                    <a:pt x="7432" y="3688"/>
                  </a:lnTo>
                  <a:lnTo>
                    <a:pt x="7432" y="1383"/>
                  </a:lnTo>
                  <a:cubicBezTo>
                    <a:pt x="7432" y="1268"/>
                    <a:pt x="7317" y="1153"/>
                    <a:pt x="7201" y="1153"/>
                  </a:cubicBezTo>
                  <a:lnTo>
                    <a:pt x="6856" y="1153"/>
                  </a:lnTo>
                  <a:lnTo>
                    <a:pt x="6856" y="231"/>
                  </a:lnTo>
                  <a:cubicBezTo>
                    <a:pt x="6856" y="116"/>
                    <a:pt x="6741" y="1"/>
                    <a:pt x="66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 name="Google Shape;366;p32"/>
          <p:cNvGrpSpPr/>
          <p:nvPr/>
        </p:nvGrpSpPr>
        <p:grpSpPr>
          <a:xfrm>
            <a:off x="7728315" y="150024"/>
            <a:ext cx="1590595" cy="875375"/>
            <a:chOff x="6456464" y="3575600"/>
            <a:chExt cx="1004100" cy="552601"/>
          </a:xfrm>
        </p:grpSpPr>
        <p:sp>
          <p:nvSpPr>
            <p:cNvPr id="367" name="Google Shape;367;p32"/>
            <p:cNvSpPr/>
            <p:nvPr/>
          </p:nvSpPr>
          <p:spPr>
            <a:xfrm>
              <a:off x="6456464" y="3575601"/>
              <a:ext cx="1004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2"/>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 name="Google Shape;369;p32"/>
          <p:cNvGrpSpPr/>
          <p:nvPr/>
        </p:nvGrpSpPr>
        <p:grpSpPr>
          <a:xfrm>
            <a:off x="8182866" y="1025388"/>
            <a:ext cx="1249832" cy="707506"/>
            <a:chOff x="6456475" y="3575600"/>
            <a:chExt cx="976202" cy="552609"/>
          </a:xfrm>
        </p:grpSpPr>
        <p:sp>
          <p:nvSpPr>
            <p:cNvPr id="370" name="Google Shape;370;p32"/>
            <p:cNvSpPr/>
            <p:nvPr/>
          </p:nvSpPr>
          <p:spPr>
            <a:xfrm>
              <a:off x="6456477" y="3575609"/>
              <a:ext cx="976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2"/>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 name="Google Shape;372;p32"/>
          <p:cNvGrpSpPr/>
          <p:nvPr/>
        </p:nvGrpSpPr>
        <p:grpSpPr>
          <a:xfrm>
            <a:off x="1419397" y="1254937"/>
            <a:ext cx="366664" cy="366981"/>
            <a:chOff x="2185372" y="1957799"/>
            <a:chExt cx="366664" cy="366981"/>
          </a:xfrm>
        </p:grpSpPr>
        <p:sp>
          <p:nvSpPr>
            <p:cNvPr id="373" name="Google Shape;373;p32"/>
            <p:cNvSpPr/>
            <p:nvPr/>
          </p:nvSpPr>
          <p:spPr>
            <a:xfrm>
              <a:off x="2228742" y="2000853"/>
              <a:ext cx="75082" cy="74226"/>
            </a:xfrm>
            <a:custGeom>
              <a:rect b="b" l="l" r="r" t="t"/>
              <a:pathLst>
                <a:path extrusionOk="0" h="2343" w="2370">
                  <a:moveTo>
                    <a:pt x="179" y="0"/>
                  </a:moveTo>
                  <a:cubicBezTo>
                    <a:pt x="135" y="0"/>
                    <a:pt x="90" y="15"/>
                    <a:pt x="60" y="45"/>
                  </a:cubicBezTo>
                  <a:cubicBezTo>
                    <a:pt x="1" y="104"/>
                    <a:pt x="1" y="223"/>
                    <a:pt x="60" y="283"/>
                  </a:cubicBezTo>
                  <a:lnTo>
                    <a:pt x="2072" y="2295"/>
                  </a:lnTo>
                  <a:cubicBezTo>
                    <a:pt x="2096" y="2331"/>
                    <a:pt x="2144" y="2343"/>
                    <a:pt x="2191" y="2343"/>
                  </a:cubicBezTo>
                  <a:cubicBezTo>
                    <a:pt x="2227" y="2343"/>
                    <a:pt x="2275" y="2331"/>
                    <a:pt x="2310" y="2295"/>
                  </a:cubicBezTo>
                  <a:cubicBezTo>
                    <a:pt x="2370" y="2235"/>
                    <a:pt x="2370" y="2116"/>
                    <a:pt x="2310" y="2057"/>
                  </a:cubicBezTo>
                  <a:lnTo>
                    <a:pt x="298" y="45"/>
                  </a:lnTo>
                  <a:cubicBezTo>
                    <a:pt x="269" y="15"/>
                    <a:pt x="224" y="0"/>
                    <a:pt x="1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2"/>
            <p:cNvSpPr/>
            <p:nvPr/>
          </p:nvSpPr>
          <p:spPr>
            <a:xfrm>
              <a:off x="2188001" y="2067159"/>
              <a:ext cx="98873" cy="35070"/>
            </a:xfrm>
            <a:custGeom>
              <a:rect b="b" l="l" r="r" t="t"/>
              <a:pathLst>
                <a:path extrusionOk="0" h="1107" w="3121">
                  <a:moveTo>
                    <a:pt x="188" y="1"/>
                  </a:moveTo>
                  <a:cubicBezTo>
                    <a:pt x="120" y="1"/>
                    <a:pt x="56" y="54"/>
                    <a:pt x="37" y="131"/>
                  </a:cubicBezTo>
                  <a:cubicBezTo>
                    <a:pt x="1" y="214"/>
                    <a:pt x="60" y="309"/>
                    <a:pt x="156" y="333"/>
                  </a:cubicBezTo>
                  <a:lnTo>
                    <a:pt x="2882" y="1107"/>
                  </a:lnTo>
                  <a:lnTo>
                    <a:pt x="2918" y="1107"/>
                  </a:lnTo>
                  <a:cubicBezTo>
                    <a:pt x="3001" y="1107"/>
                    <a:pt x="3073" y="1071"/>
                    <a:pt x="3085" y="988"/>
                  </a:cubicBezTo>
                  <a:cubicBezTo>
                    <a:pt x="3120" y="904"/>
                    <a:pt x="3061" y="809"/>
                    <a:pt x="2965" y="785"/>
                  </a:cubicBezTo>
                  <a:lnTo>
                    <a:pt x="239" y="11"/>
                  </a:lnTo>
                  <a:cubicBezTo>
                    <a:pt x="222" y="4"/>
                    <a:pt x="205" y="1"/>
                    <a:pt x="18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2"/>
            <p:cNvSpPr/>
            <p:nvPr/>
          </p:nvSpPr>
          <p:spPr>
            <a:xfrm>
              <a:off x="2185372" y="2119114"/>
              <a:ext cx="97733" cy="37066"/>
            </a:xfrm>
            <a:custGeom>
              <a:rect b="b" l="l" r="r" t="t"/>
              <a:pathLst>
                <a:path extrusionOk="0" h="1170" w="3085">
                  <a:moveTo>
                    <a:pt x="2872" y="1"/>
                  </a:moveTo>
                  <a:cubicBezTo>
                    <a:pt x="2863" y="1"/>
                    <a:pt x="2855" y="1"/>
                    <a:pt x="2846" y="3"/>
                  </a:cubicBezTo>
                  <a:lnTo>
                    <a:pt x="131" y="836"/>
                  </a:lnTo>
                  <a:cubicBezTo>
                    <a:pt x="48" y="872"/>
                    <a:pt x="0" y="955"/>
                    <a:pt x="12" y="1050"/>
                  </a:cubicBezTo>
                  <a:cubicBezTo>
                    <a:pt x="48" y="1122"/>
                    <a:pt x="108" y="1169"/>
                    <a:pt x="179" y="1169"/>
                  </a:cubicBezTo>
                  <a:cubicBezTo>
                    <a:pt x="191" y="1169"/>
                    <a:pt x="203" y="1169"/>
                    <a:pt x="227" y="1158"/>
                  </a:cubicBezTo>
                  <a:lnTo>
                    <a:pt x="2929" y="324"/>
                  </a:lnTo>
                  <a:cubicBezTo>
                    <a:pt x="3037" y="300"/>
                    <a:pt x="3084" y="217"/>
                    <a:pt x="3048" y="122"/>
                  </a:cubicBezTo>
                  <a:cubicBezTo>
                    <a:pt x="3027" y="47"/>
                    <a:pt x="2948" y="1"/>
                    <a:pt x="28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2"/>
            <p:cNvSpPr/>
            <p:nvPr/>
          </p:nvSpPr>
          <p:spPr>
            <a:xfrm>
              <a:off x="2294763" y="1960587"/>
              <a:ext cx="36242" cy="97131"/>
            </a:xfrm>
            <a:custGeom>
              <a:rect b="b" l="l" r="r" t="t"/>
              <a:pathLst>
                <a:path extrusionOk="0" h="3066" w="1144">
                  <a:moveTo>
                    <a:pt x="185" y="1"/>
                  </a:moveTo>
                  <a:cubicBezTo>
                    <a:pt x="172" y="1"/>
                    <a:pt x="158" y="2"/>
                    <a:pt x="143" y="6"/>
                  </a:cubicBezTo>
                  <a:cubicBezTo>
                    <a:pt x="60" y="42"/>
                    <a:pt x="0" y="125"/>
                    <a:pt x="24" y="220"/>
                  </a:cubicBezTo>
                  <a:lnTo>
                    <a:pt x="798" y="2947"/>
                  </a:lnTo>
                  <a:cubicBezTo>
                    <a:pt x="822" y="3018"/>
                    <a:pt x="893" y="3066"/>
                    <a:pt x="965" y="3066"/>
                  </a:cubicBezTo>
                  <a:lnTo>
                    <a:pt x="1012" y="3066"/>
                  </a:lnTo>
                  <a:cubicBezTo>
                    <a:pt x="1096" y="3030"/>
                    <a:pt x="1143" y="2947"/>
                    <a:pt x="1131" y="2852"/>
                  </a:cubicBezTo>
                  <a:lnTo>
                    <a:pt x="357" y="125"/>
                  </a:lnTo>
                  <a:cubicBezTo>
                    <a:pt x="327" y="54"/>
                    <a:pt x="262" y="1"/>
                    <a:pt x="18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2"/>
            <p:cNvSpPr/>
            <p:nvPr/>
          </p:nvSpPr>
          <p:spPr>
            <a:xfrm>
              <a:off x="2346433" y="1957799"/>
              <a:ext cx="38491" cy="96909"/>
            </a:xfrm>
            <a:custGeom>
              <a:rect b="b" l="l" r="r" t="t"/>
              <a:pathLst>
                <a:path extrusionOk="0" h="3059" w="1215">
                  <a:moveTo>
                    <a:pt x="1021" y="0"/>
                  </a:moveTo>
                  <a:cubicBezTo>
                    <a:pt x="953" y="0"/>
                    <a:pt x="889" y="54"/>
                    <a:pt x="870" y="130"/>
                  </a:cubicBezTo>
                  <a:lnTo>
                    <a:pt x="36" y="2832"/>
                  </a:lnTo>
                  <a:cubicBezTo>
                    <a:pt x="0" y="2928"/>
                    <a:pt x="60" y="3011"/>
                    <a:pt x="155" y="3047"/>
                  </a:cubicBezTo>
                  <a:cubicBezTo>
                    <a:pt x="167" y="3047"/>
                    <a:pt x="179" y="3059"/>
                    <a:pt x="203" y="3059"/>
                  </a:cubicBezTo>
                  <a:cubicBezTo>
                    <a:pt x="274" y="3059"/>
                    <a:pt x="334" y="3011"/>
                    <a:pt x="358" y="2940"/>
                  </a:cubicBezTo>
                  <a:lnTo>
                    <a:pt x="1191" y="237"/>
                  </a:lnTo>
                  <a:cubicBezTo>
                    <a:pt x="1215" y="130"/>
                    <a:pt x="1167" y="23"/>
                    <a:pt x="1072" y="11"/>
                  </a:cubicBezTo>
                  <a:cubicBezTo>
                    <a:pt x="1055" y="4"/>
                    <a:pt x="1038" y="0"/>
                    <a:pt x="102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2"/>
            <p:cNvSpPr/>
            <p:nvPr/>
          </p:nvSpPr>
          <p:spPr>
            <a:xfrm>
              <a:off x="2290993" y="2100391"/>
              <a:ext cx="37731" cy="121778"/>
            </a:xfrm>
            <a:custGeom>
              <a:rect b="b" l="l" r="r" t="t"/>
              <a:pathLst>
                <a:path extrusionOk="0" h="3844" w="1191">
                  <a:moveTo>
                    <a:pt x="721" y="1"/>
                  </a:moveTo>
                  <a:cubicBezTo>
                    <a:pt x="670" y="1"/>
                    <a:pt x="616" y="30"/>
                    <a:pt x="572" y="82"/>
                  </a:cubicBezTo>
                  <a:cubicBezTo>
                    <a:pt x="191" y="629"/>
                    <a:pt x="0" y="1296"/>
                    <a:pt x="60" y="1987"/>
                  </a:cubicBezTo>
                  <a:cubicBezTo>
                    <a:pt x="119" y="2665"/>
                    <a:pt x="417" y="3308"/>
                    <a:pt x="893" y="3796"/>
                  </a:cubicBezTo>
                  <a:cubicBezTo>
                    <a:pt x="917" y="3832"/>
                    <a:pt x="965" y="3844"/>
                    <a:pt x="1012" y="3844"/>
                  </a:cubicBezTo>
                  <a:cubicBezTo>
                    <a:pt x="1060" y="3844"/>
                    <a:pt x="1096" y="3832"/>
                    <a:pt x="1131" y="3796"/>
                  </a:cubicBezTo>
                  <a:cubicBezTo>
                    <a:pt x="1191" y="3725"/>
                    <a:pt x="1191" y="3618"/>
                    <a:pt x="1131" y="3546"/>
                  </a:cubicBezTo>
                  <a:cubicBezTo>
                    <a:pt x="250" y="2665"/>
                    <a:pt x="131" y="1284"/>
                    <a:pt x="857" y="272"/>
                  </a:cubicBezTo>
                  <a:cubicBezTo>
                    <a:pt x="917" y="201"/>
                    <a:pt x="893" y="94"/>
                    <a:pt x="810" y="34"/>
                  </a:cubicBezTo>
                  <a:cubicBezTo>
                    <a:pt x="783" y="12"/>
                    <a:pt x="752" y="1"/>
                    <a:pt x="72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p:nvPr/>
          </p:nvSpPr>
          <p:spPr>
            <a:xfrm>
              <a:off x="2353592" y="2091362"/>
              <a:ext cx="68302" cy="20307"/>
            </a:xfrm>
            <a:custGeom>
              <a:rect b="b" l="l" r="r" t="t"/>
              <a:pathLst>
                <a:path extrusionOk="0" h="641" w="2156">
                  <a:moveTo>
                    <a:pt x="971" y="1"/>
                  </a:moveTo>
                  <a:cubicBezTo>
                    <a:pt x="708" y="1"/>
                    <a:pt x="417" y="59"/>
                    <a:pt x="120" y="224"/>
                  </a:cubicBezTo>
                  <a:cubicBezTo>
                    <a:pt x="24" y="271"/>
                    <a:pt x="1" y="379"/>
                    <a:pt x="60" y="462"/>
                  </a:cubicBezTo>
                  <a:cubicBezTo>
                    <a:pt x="90" y="522"/>
                    <a:pt x="144" y="554"/>
                    <a:pt x="201" y="554"/>
                  </a:cubicBezTo>
                  <a:cubicBezTo>
                    <a:pt x="234" y="554"/>
                    <a:pt x="268" y="543"/>
                    <a:pt x="298" y="521"/>
                  </a:cubicBezTo>
                  <a:cubicBezTo>
                    <a:pt x="537" y="391"/>
                    <a:pt x="771" y="345"/>
                    <a:pt x="982" y="345"/>
                  </a:cubicBezTo>
                  <a:cubicBezTo>
                    <a:pt x="1488" y="345"/>
                    <a:pt x="1869" y="608"/>
                    <a:pt x="1894" y="617"/>
                  </a:cubicBezTo>
                  <a:cubicBezTo>
                    <a:pt x="1918" y="629"/>
                    <a:pt x="1953" y="640"/>
                    <a:pt x="2001" y="640"/>
                  </a:cubicBezTo>
                  <a:cubicBezTo>
                    <a:pt x="2060" y="640"/>
                    <a:pt x="2096" y="617"/>
                    <a:pt x="2132" y="569"/>
                  </a:cubicBezTo>
                  <a:cubicBezTo>
                    <a:pt x="2156" y="498"/>
                    <a:pt x="2144" y="390"/>
                    <a:pt x="2072" y="331"/>
                  </a:cubicBezTo>
                  <a:cubicBezTo>
                    <a:pt x="2039" y="314"/>
                    <a:pt x="1581" y="1"/>
                    <a:pt x="97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p:nvPr/>
          </p:nvSpPr>
          <p:spPr>
            <a:xfrm>
              <a:off x="2321532" y="2064434"/>
              <a:ext cx="230504" cy="260346"/>
            </a:xfrm>
            <a:custGeom>
              <a:rect b="b" l="l" r="r" t="t"/>
              <a:pathLst>
                <a:path extrusionOk="0" h="8218" w="7276">
                  <a:moveTo>
                    <a:pt x="3322" y="3038"/>
                  </a:moveTo>
                  <a:cubicBezTo>
                    <a:pt x="3394" y="3038"/>
                    <a:pt x="3489" y="3074"/>
                    <a:pt x="3549" y="3134"/>
                  </a:cubicBezTo>
                  <a:cubicBezTo>
                    <a:pt x="3668" y="3241"/>
                    <a:pt x="3668" y="3431"/>
                    <a:pt x="3525" y="3562"/>
                  </a:cubicBezTo>
                  <a:cubicBezTo>
                    <a:pt x="3465" y="3622"/>
                    <a:pt x="3388" y="3651"/>
                    <a:pt x="3311" y="3651"/>
                  </a:cubicBezTo>
                  <a:cubicBezTo>
                    <a:pt x="3233" y="3651"/>
                    <a:pt x="3156" y="3622"/>
                    <a:pt x="3096" y="3562"/>
                  </a:cubicBezTo>
                  <a:cubicBezTo>
                    <a:pt x="2977" y="3443"/>
                    <a:pt x="2977" y="3253"/>
                    <a:pt x="3096" y="3134"/>
                  </a:cubicBezTo>
                  <a:cubicBezTo>
                    <a:pt x="3156" y="3074"/>
                    <a:pt x="3227" y="3038"/>
                    <a:pt x="3322" y="3038"/>
                  </a:cubicBezTo>
                  <a:close/>
                  <a:moveTo>
                    <a:pt x="2441" y="3919"/>
                  </a:moveTo>
                  <a:cubicBezTo>
                    <a:pt x="2537" y="3919"/>
                    <a:pt x="2608" y="3955"/>
                    <a:pt x="2668" y="4015"/>
                  </a:cubicBezTo>
                  <a:cubicBezTo>
                    <a:pt x="2727" y="4074"/>
                    <a:pt x="2751" y="4146"/>
                    <a:pt x="2751" y="4229"/>
                  </a:cubicBezTo>
                  <a:cubicBezTo>
                    <a:pt x="2739" y="4312"/>
                    <a:pt x="2715" y="4384"/>
                    <a:pt x="2656" y="4443"/>
                  </a:cubicBezTo>
                  <a:cubicBezTo>
                    <a:pt x="2596" y="4503"/>
                    <a:pt x="2516" y="4533"/>
                    <a:pt x="2435" y="4533"/>
                  </a:cubicBezTo>
                  <a:cubicBezTo>
                    <a:pt x="2355" y="4533"/>
                    <a:pt x="2275" y="4503"/>
                    <a:pt x="2215" y="4443"/>
                  </a:cubicBezTo>
                  <a:cubicBezTo>
                    <a:pt x="2096" y="4324"/>
                    <a:pt x="2096" y="4134"/>
                    <a:pt x="2215" y="4015"/>
                  </a:cubicBezTo>
                  <a:cubicBezTo>
                    <a:pt x="2275" y="3955"/>
                    <a:pt x="2358" y="3919"/>
                    <a:pt x="2441" y="3919"/>
                  </a:cubicBezTo>
                  <a:close/>
                  <a:moveTo>
                    <a:pt x="6109" y="5062"/>
                  </a:moveTo>
                  <a:lnTo>
                    <a:pt x="6620" y="5586"/>
                  </a:lnTo>
                  <a:lnTo>
                    <a:pt x="4775" y="7432"/>
                  </a:lnTo>
                  <a:lnTo>
                    <a:pt x="4656" y="7551"/>
                  </a:lnTo>
                  <a:lnTo>
                    <a:pt x="4144" y="7027"/>
                  </a:lnTo>
                  <a:lnTo>
                    <a:pt x="4215" y="6955"/>
                  </a:lnTo>
                  <a:lnTo>
                    <a:pt x="4680" y="6491"/>
                  </a:lnTo>
                  <a:lnTo>
                    <a:pt x="5573" y="5598"/>
                  </a:lnTo>
                  <a:lnTo>
                    <a:pt x="6025" y="5146"/>
                  </a:lnTo>
                  <a:lnTo>
                    <a:pt x="6109" y="5062"/>
                  </a:lnTo>
                  <a:close/>
                  <a:moveTo>
                    <a:pt x="6644" y="6062"/>
                  </a:moveTo>
                  <a:lnTo>
                    <a:pt x="6668" y="6098"/>
                  </a:lnTo>
                  <a:cubicBezTo>
                    <a:pt x="6859" y="6289"/>
                    <a:pt x="6978" y="6551"/>
                    <a:pt x="6978" y="6836"/>
                  </a:cubicBezTo>
                  <a:cubicBezTo>
                    <a:pt x="6978" y="7122"/>
                    <a:pt x="6859" y="7384"/>
                    <a:pt x="6668" y="7586"/>
                  </a:cubicBezTo>
                  <a:cubicBezTo>
                    <a:pt x="6478" y="7777"/>
                    <a:pt x="6204" y="7896"/>
                    <a:pt x="5930" y="7896"/>
                  </a:cubicBezTo>
                  <a:cubicBezTo>
                    <a:pt x="5644" y="7896"/>
                    <a:pt x="5370" y="7789"/>
                    <a:pt x="5180" y="7586"/>
                  </a:cubicBezTo>
                  <a:lnTo>
                    <a:pt x="5156" y="7551"/>
                  </a:lnTo>
                  <a:lnTo>
                    <a:pt x="6644" y="6062"/>
                  </a:lnTo>
                  <a:close/>
                  <a:moveTo>
                    <a:pt x="1942" y="1"/>
                  </a:moveTo>
                  <a:cubicBezTo>
                    <a:pt x="1249" y="1"/>
                    <a:pt x="584" y="249"/>
                    <a:pt x="72" y="693"/>
                  </a:cubicBezTo>
                  <a:cubicBezTo>
                    <a:pt x="1" y="752"/>
                    <a:pt x="1" y="859"/>
                    <a:pt x="60" y="931"/>
                  </a:cubicBezTo>
                  <a:cubicBezTo>
                    <a:pt x="91" y="968"/>
                    <a:pt x="135" y="986"/>
                    <a:pt x="181" y="986"/>
                  </a:cubicBezTo>
                  <a:cubicBezTo>
                    <a:pt x="222" y="986"/>
                    <a:pt x="264" y="971"/>
                    <a:pt x="298" y="943"/>
                  </a:cubicBezTo>
                  <a:cubicBezTo>
                    <a:pt x="775" y="540"/>
                    <a:pt x="1365" y="340"/>
                    <a:pt x="1953" y="340"/>
                  </a:cubicBezTo>
                  <a:cubicBezTo>
                    <a:pt x="2601" y="340"/>
                    <a:pt x="3247" y="582"/>
                    <a:pt x="3739" y="1062"/>
                  </a:cubicBezTo>
                  <a:cubicBezTo>
                    <a:pt x="4144" y="1467"/>
                    <a:pt x="4406" y="1967"/>
                    <a:pt x="4477" y="2538"/>
                  </a:cubicBezTo>
                  <a:cubicBezTo>
                    <a:pt x="4620" y="3491"/>
                    <a:pt x="5013" y="4336"/>
                    <a:pt x="5668" y="5003"/>
                  </a:cubicBezTo>
                  <a:lnTo>
                    <a:pt x="5454" y="5229"/>
                  </a:lnTo>
                  <a:lnTo>
                    <a:pt x="3882" y="3669"/>
                  </a:lnTo>
                  <a:cubicBezTo>
                    <a:pt x="4037" y="3419"/>
                    <a:pt x="3989" y="3098"/>
                    <a:pt x="3787" y="2884"/>
                  </a:cubicBezTo>
                  <a:cubicBezTo>
                    <a:pt x="3656" y="2753"/>
                    <a:pt x="3486" y="2687"/>
                    <a:pt x="3318" y="2687"/>
                  </a:cubicBezTo>
                  <a:cubicBezTo>
                    <a:pt x="3150" y="2687"/>
                    <a:pt x="2983" y="2753"/>
                    <a:pt x="2858" y="2884"/>
                  </a:cubicBezTo>
                  <a:cubicBezTo>
                    <a:pt x="2656" y="3086"/>
                    <a:pt x="2608" y="3419"/>
                    <a:pt x="2751" y="3669"/>
                  </a:cubicBezTo>
                  <a:cubicBezTo>
                    <a:pt x="2656" y="3610"/>
                    <a:pt x="2549" y="3574"/>
                    <a:pt x="2429" y="3574"/>
                  </a:cubicBezTo>
                  <a:cubicBezTo>
                    <a:pt x="2251" y="3574"/>
                    <a:pt x="2084" y="3657"/>
                    <a:pt x="1965" y="3776"/>
                  </a:cubicBezTo>
                  <a:cubicBezTo>
                    <a:pt x="1715" y="4027"/>
                    <a:pt x="1715" y="4443"/>
                    <a:pt x="1965" y="4693"/>
                  </a:cubicBezTo>
                  <a:cubicBezTo>
                    <a:pt x="2096" y="4824"/>
                    <a:pt x="2263" y="4884"/>
                    <a:pt x="2429" y="4884"/>
                  </a:cubicBezTo>
                  <a:cubicBezTo>
                    <a:pt x="2537" y="4884"/>
                    <a:pt x="2656" y="4860"/>
                    <a:pt x="2739" y="4800"/>
                  </a:cubicBezTo>
                  <a:cubicBezTo>
                    <a:pt x="2834" y="4884"/>
                    <a:pt x="2906" y="4967"/>
                    <a:pt x="2989" y="5039"/>
                  </a:cubicBezTo>
                  <a:cubicBezTo>
                    <a:pt x="3025" y="5062"/>
                    <a:pt x="3072" y="5086"/>
                    <a:pt x="3108" y="5086"/>
                  </a:cubicBezTo>
                  <a:cubicBezTo>
                    <a:pt x="3156" y="5086"/>
                    <a:pt x="3203" y="5062"/>
                    <a:pt x="3227" y="5027"/>
                  </a:cubicBezTo>
                  <a:cubicBezTo>
                    <a:pt x="3287" y="4943"/>
                    <a:pt x="3287" y="4848"/>
                    <a:pt x="3215" y="4789"/>
                  </a:cubicBezTo>
                  <a:cubicBezTo>
                    <a:pt x="3144" y="4705"/>
                    <a:pt x="3049" y="4634"/>
                    <a:pt x="2977" y="4562"/>
                  </a:cubicBezTo>
                  <a:cubicBezTo>
                    <a:pt x="3037" y="4455"/>
                    <a:pt x="3072" y="4348"/>
                    <a:pt x="3072" y="4229"/>
                  </a:cubicBezTo>
                  <a:cubicBezTo>
                    <a:pt x="3072" y="4110"/>
                    <a:pt x="3037" y="3991"/>
                    <a:pt x="2977" y="3907"/>
                  </a:cubicBezTo>
                  <a:lnTo>
                    <a:pt x="2977" y="3907"/>
                  </a:lnTo>
                  <a:cubicBezTo>
                    <a:pt x="3084" y="3967"/>
                    <a:pt x="3203" y="3991"/>
                    <a:pt x="3311" y="3991"/>
                  </a:cubicBezTo>
                  <a:cubicBezTo>
                    <a:pt x="3430" y="3991"/>
                    <a:pt x="3525" y="3967"/>
                    <a:pt x="3632" y="3907"/>
                  </a:cubicBezTo>
                  <a:lnTo>
                    <a:pt x="5192" y="5467"/>
                  </a:lnTo>
                  <a:lnTo>
                    <a:pt x="4537" y="6122"/>
                  </a:lnTo>
                  <a:lnTo>
                    <a:pt x="3751" y="5336"/>
                  </a:lnTo>
                  <a:cubicBezTo>
                    <a:pt x="3721" y="5300"/>
                    <a:pt x="3677" y="5283"/>
                    <a:pt x="3632" y="5283"/>
                  </a:cubicBezTo>
                  <a:cubicBezTo>
                    <a:pt x="3587" y="5283"/>
                    <a:pt x="3543" y="5300"/>
                    <a:pt x="3513" y="5336"/>
                  </a:cubicBezTo>
                  <a:cubicBezTo>
                    <a:pt x="3442" y="5396"/>
                    <a:pt x="3442" y="5515"/>
                    <a:pt x="3513" y="5574"/>
                  </a:cubicBezTo>
                  <a:lnTo>
                    <a:pt x="4299" y="6360"/>
                  </a:lnTo>
                  <a:lnTo>
                    <a:pt x="4084" y="6586"/>
                  </a:lnTo>
                  <a:cubicBezTo>
                    <a:pt x="3394" y="5932"/>
                    <a:pt x="2537" y="5515"/>
                    <a:pt x="1620" y="5396"/>
                  </a:cubicBezTo>
                  <a:cubicBezTo>
                    <a:pt x="1286" y="5348"/>
                    <a:pt x="941" y="5229"/>
                    <a:pt x="644" y="5050"/>
                  </a:cubicBezTo>
                  <a:cubicBezTo>
                    <a:pt x="621" y="5035"/>
                    <a:pt x="595" y="5029"/>
                    <a:pt x="568" y="5029"/>
                  </a:cubicBezTo>
                  <a:cubicBezTo>
                    <a:pt x="510" y="5029"/>
                    <a:pt x="446" y="5061"/>
                    <a:pt x="405" y="5110"/>
                  </a:cubicBezTo>
                  <a:cubicBezTo>
                    <a:pt x="358" y="5181"/>
                    <a:pt x="394" y="5289"/>
                    <a:pt x="465" y="5348"/>
                  </a:cubicBezTo>
                  <a:cubicBezTo>
                    <a:pt x="810" y="5562"/>
                    <a:pt x="1179" y="5681"/>
                    <a:pt x="1560" y="5741"/>
                  </a:cubicBezTo>
                  <a:cubicBezTo>
                    <a:pt x="2394" y="5836"/>
                    <a:pt x="3191" y="6229"/>
                    <a:pt x="3823" y="6824"/>
                  </a:cubicBezTo>
                  <a:lnTo>
                    <a:pt x="3751" y="6896"/>
                  </a:lnTo>
                  <a:cubicBezTo>
                    <a:pt x="3692" y="6955"/>
                    <a:pt x="3692" y="7075"/>
                    <a:pt x="3751" y="7134"/>
                  </a:cubicBezTo>
                  <a:lnTo>
                    <a:pt x="4525" y="7908"/>
                  </a:lnTo>
                  <a:cubicBezTo>
                    <a:pt x="4561" y="7944"/>
                    <a:pt x="4596" y="7956"/>
                    <a:pt x="4644" y="7956"/>
                  </a:cubicBezTo>
                  <a:cubicBezTo>
                    <a:pt x="4692" y="7956"/>
                    <a:pt x="4739" y="7944"/>
                    <a:pt x="4763" y="7908"/>
                  </a:cubicBezTo>
                  <a:lnTo>
                    <a:pt x="4882" y="7789"/>
                  </a:lnTo>
                  <a:lnTo>
                    <a:pt x="4918" y="7825"/>
                  </a:lnTo>
                  <a:cubicBezTo>
                    <a:pt x="5180" y="8087"/>
                    <a:pt x="5525" y="8217"/>
                    <a:pt x="5894" y="8217"/>
                  </a:cubicBezTo>
                  <a:cubicBezTo>
                    <a:pt x="6263" y="8217"/>
                    <a:pt x="6620" y="8075"/>
                    <a:pt x="6882" y="7825"/>
                  </a:cubicBezTo>
                  <a:cubicBezTo>
                    <a:pt x="7144" y="7551"/>
                    <a:pt x="7275" y="7205"/>
                    <a:pt x="7275" y="6836"/>
                  </a:cubicBezTo>
                  <a:cubicBezTo>
                    <a:pt x="7275" y="6467"/>
                    <a:pt x="7180" y="6122"/>
                    <a:pt x="6906" y="5860"/>
                  </a:cubicBezTo>
                  <a:lnTo>
                    <a:pt x="6882" y="5824"/>
                  </a:lnTo>
                  <a:lnTo>
                    <a:pt x="6990" y="5705"/>
                  </a:lnTo>
                  <a:cubicBezTo>
                    <a:pt x="7049" y="5646"/>
                    <a:pt x="7049" y="5527"/>
                    <a:pt x="6990" y="5467"/>
                  </a:cubicBezTo>
                  <a:lnTo>
                    <a:pt x="6216" y="4693"/>
                  </a:lnTo>
                  <a:cubicBezTo>
                    <a:pt x="6192" y="4669"/>
                    <a:pt x="6144" y="4646"/>
                    <a:pt x="6097" y="4646"/>
                  </a:cubicBezTo>
                  <a:cubicBezTo>
                    <a:pt x="6061" y="4646"/>
                    <a:pt x="6013" y="4669"/>
                    <a:pt x="5989" y="4693"/>
                  </a:cubicBezTo>
                  <a:lnTo>
                    <a:pt x="5906" y="4765"/>
                  </a:lnTo>
                  <a:cubicBezTo>
                    <a:pt x="5311" y="4157"/>
                    <a:pt x="4942" y="3372"/>
                    <a:pt x="4823" y="2491"/>
                  </a:cubicBezTo>
                  <a:cubicBezTo>
                    <a:pt x="4739" y="1848"/>
                    <a:pt x="4454" y="1276"/>
                    <a:pt x="3977" y="824"/>
                  </a:cubicBezTo>
                  <a:cubicBezTo>
                    <a:pt x="3453" y="324"/>
                    <a:pt x="2775" y="26"/>
                    <a:pt x="2037" y="2"/>
                  </a:cubicBezTo>
                  <a:cubicBezTo>
                    <a:pt x="2005" y="1"/>
                    <a:pt x="1973" y="1"/>
                    <a:pt x="194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 name="Google Shape;381;p32"/>
          <p:cNvGrpSpPr/>
          <p:nvPr/>
        </p:nvGrpSpPr>
        <p:grpSpPr>
          <a:xfrm>
            <a:off x="6963896" y="1265427"/>
            <a:ext cx="345997" cy="345997"/>
            <a:chOff x="1756921" y="1509739"/>
            <a:chExt cx="345997" cy="345997"/>
          </a:xfrm>
        </p:grpSpPr>
        <p:sp>
          <p:nvSpPr>
            <p:cNvPr id="382" name="Google Shape;382;p32"/>
            <p:cNvSpPr/>
            <p:nvPr/>
          </p:nvSpPr>
          <p:spPr>
            <a:xfrm>
              <a:off x="1756921" y="1509739"/>
              <a:ext cx="345997" cy="345997"/>
            </a:xfrm>
            <a:custGeom>
              <a:rect b="b" l="l" r="r" t="t"/>
              <a:pathLst>
                <a:path extrusionOk="0" h="10871" w="10871">
                  <a:moveTo>
                    <a:pt x="5442" y="0"/>
                  </a:moveTo>
                  <a:cubicBezTo>
                    <a:pt x="3977" y="0"/>
                    <a:pt x="2620" y="572"/>
                    <a:pt x="1596" y="1596"/>
                  </a:cubicBezTo>
                  <a:cubicBezTo>
                    <a:pt x="572" y="2620"/>
                    <a:pt x="1" y="3989"/>
                    <a:pt x="1" y="5441"/>
                  </a:cubicBezTo>
                  <a:cubicBezTo>
                    <a:pt x="1" y="6882"/>
                    <a:pt x="572" y="8251"/>
                    <a:pt x="1596" y="9275"/>
                  </a:cubicBezTo>
                  <a:cubicBezTo>
                    <a:pt x="2620" y="10299"/>
                    <a:pt x="3989" y="10871"/>
                    <a:pt x="5442" y="10871"/>
                  </a:cubicBezTo>
                  <a:cubicBezTo>
                    <a:pt x="6882" y="10871"/>
                    <a:pt x="8252" y="10299"/>
                    <a:pt x="9276" y="9275"/>
                  </a:cubicBezTo>
                  <a:cubicBezTo>
                    <a:pt x="10299" y="8251"/>
                    <a:pt x="10871" y="6882"/>
                    <a:pt x="10871" y="5441"/>
                  </a:cubicBezTo>
                  <a:cubicBezTo>
                    <a:pt x="10871" y="5346"/>
                    <a:pt x="10871" y="5263"/>
                    <a:pt x="10859" y="5156"/>
                  </a:cubicBezTo>
                  <a:cubicBezTo>
                    <a:pt x="10859" y="5060"/>
                    <a:pt x="10788" y="5001"/>
                    <a:pt x="10692" y="5001"/>
                  </a:cubicBezTo>
                  <a:cubicBezTo>
                    <a:pt x="10609" y="5001"/>
                    <a:pt x="10549" y="5084"/>
                    <a:pt x="10549" y="5168"/>
                  </a:cubicBezTo>
                  <a:lnTo>
                    <a:pt x="10549" y="5441"/>
                  </a:lnTo>
                  <a:cubicBezTo>
                    <a:pt x="10549" y="6811"/>
                    <a:pt x="10014" y="8085"/>
                    <a:pt x="9037" y="9049"/>
                  </a:cubicBezTo>
                  <a:cubicBezTo>
                    <a:pt x="8073" y="10025"/>
                    <a:pt x="6787" y="10561"/>
                    <a:pt x="5418" y="10561"/>
                  </a:cubicBezTo>
                  <a:cubicBezTo>
                    <a:pt x="4061" y="10561"/>
                    <a:pt x="2775" y="10025"/>
                    <a:pt x="1810" y="9049"/>
                  </a:cubicBezTo>
                  <a:cubicBezTo>
                    <a:pt x="834" y="8085"/>
                    <a:pt x="298" y="6811"/>
                    <a:pt x="298" y="5441"/>
                  </a:cubicBezTo>
                  <a:cubicBezTo>
                    <a:pt x="298" y="4072"/>
                    <a:pt x="834" y="2786"/>
                    <a:pt x="1810" y="1822"/>
                  </a:cubicBezTo>
                  <a:cubicBezTo>
                    <a:pt x="2775" y="858"/>
                    <a:pt x="4061" y="322"/>
                    <a:pt x="5418" y="322"/>
                  </a:cubicBezTo>
                  <a:cubicBezTo>
                    <a:pt x="6632" y="322"/>
                    <a:pt x="7799" y="750"/>
                    <a:pt x="8728" y="1524"/>
                  </a:cubicBezTo>
                  <a:cubicBezTo>
                    <a:pt x="9633" y="2298"/>
                    <a:pt x="10264" y="3358"/>
                    <a:pt x="10466" y="4513"/>
                  </a:cubicBezTo>
                  <a:cubicBezTo>
                    <a:pt x="10476" y="4594"/>
                    <a:pt x="10547" y="4649"/>
                    <a:pt x="10612" y="4649"/>
                  </a:cubicBezTo>
                  <a:cubicBezTo>
                    <a:pt x="10623" y="4649"/>
                    <a:pt x="10634" y="4647"/>
                    <a:pt x="10645" y="4644"/>
                  </a:cubicBezTo>
                  <a:cubicBezTo>
                    <a:pt x="10740" y="4632"/>
                    <a:pt x="10800" y="4548"/>
                    <a:pt x="10776" y="4465"/>
                  </a:cubicBezTo>
                  <a:cubicBezTo>
                    <a:pt x="10561" y="3239"/>
                    <a:pt x="9907" y="2108"/>
                    <a:pt x="8930" y="1286"/>
                  </a:cubicBezTo>
                  <a:cubicBezTo>
                    <a:pt x="7954" y="465"/>
                    <a:pt x="6716" y="0"/>
                    <a:pt x="544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2"/>
            <p:cNvSpPr/>
            <p:nvPr/>
          </p:nvSpPr>
          <p:spPr>
            <a:xfrm>
              <a:off x="1781937" y="1535488"/>
              <a:ext cx="295614" cy="295614"/>
            </a:xfrm>
            <a:custGeom>
              <a:rect b="b" l="l" r="r" t="t"/>
              <a:pathLst>
                <a:path extrusionOk="0" h="9288" w="9288">
                  <a:moveTo>
                    <a:pt x="4644" y="1"/>
                  </a:moveTo>
                  <a:cubicBezTo>
                    <a:pt x="3989" y="1"/>
                    <a:pt x="3346" y="132"/>
                    <a:pt x="2751" y="406"/>
                  </a:cubicBezTo>
                  <a:cubicBezTo>
                    <a:pt x="2167" y="656"/>
                    <a:pt x="1667" y="1025"/>
                    <a:pt x="1227" y="1489"/>
                  </a:cubicBezTo>
                  <a:cubicBezTo>
                    <a:pt x="1167" y="1549"/>
                    <a:pt x="1167" y="1656"/>
                    <a:pt x="1251" y="1715"/>
                  </a:cubicBezTo>
                  <a:cubicBezTo>
                    <a:pt x="1278" y="1743"/>
                    <a:pt x="1313" y="1757"/>
                    <a:pt x="1348" y="1757"/>
                  </a:cubicBezTo>
                  <a:cubicBezTo>
                    <a:pt x="1390" y="1757"/>
                    <a:pt x="1433" y="1737"/>
                    <a:pt x="1465" y="1692"/>
                  </a:cubicBezTo>
                  <a:cubicBezTo>
                    <a:pt x="1870" y="1263"/>
                    <a:pt x="2346" y="918"/>
                    <a:pt x="2882" y="680"/>
                  </a:cubicBezTo>
                  <a:cubicBezTo>
                    <a:pt x="3429" y="430"/>
                    <a:pt x="4025" y="310"/>
                    <a:pt x="4644" y="310"/>
                  </a:cubicBezTo>
                  <a:cubicBezTo>
                    <a:pt x="7025" y="310"/>
                    <a:pt x="8966" y="2239"/>
                    <a:pt x="8966" y="4644"/>
                  </a:cubicBezTo>
                  <a:cubicBezTo>
                    <a:pt x="8966" y="7037"/>
                    <a:pt x="7037" y="8978"/>
                    <a:pt x="4644" y="8978"/>
                  </a:cubicBezTo>
                  <a:cubicBezTo>
                    <a:pt x="2263" y="8978"/>
                    <a:pt x="310" y="7037"/>
                    <a:pt x="310" y="4644"/>
                  </a:cubicBezTo>
                  <a:cubicBezTo>
                    <a:pt x="310" y="3799"/>
                    <a:pt x="560" y="2966"/>
                    <a:pt x="1024" y="2263"/>
                  </a:cubicBezTo>
                  <a:cubicBezTo>
                    <a:pt x="1084" y="2192"/>
                    <a:pt x="1072" y="2084"/>
                    <a:pt x="989" y="2037"/>
                  </a:cubicBezTo>
                  <a:cubicBezTo>
                    <a:pt x="963" y="2020"/>
                    <a:pt x="933" y="2012"/>
                    <a:pt x="904" y="2012"/>
                  </a:cubicBezTo>
                  <a:cubicBezTo>
                    <a:pt x="850" y="2012"/>
                    <a:pt x="797" y="2038"/>
                    <a:pt x="774" y="2084"/>
                  </a:cubicBezTo>
                  <a:cubicBezTo>
                    <a:pt x="262" y="2846"/>
                    <a:pt x="0" y="3716"/>
                    <a:pt x="0" y="4644"/>
                  </a:cubicBezTo>
                  <a:cubicBezTo>
                    <a:pt x="0" y="5883"/>
                    <a:pt x="477" y="7049"/>
                    <a:pt x="1346" y="7930"/>
                  </a:cubicBezTo>
                  <a:cubicBezTo>
                    <a:pt x="2227" y="8811"/>
                    <a:pt x="3394" y="9288"/>
                    <a:pt x="4644" y="9288"/>
                  </a:cubicBezTo>
                  <a:cubicBezTo>
                    <a:pt x="5894" y="9288"/>
                    <a:pt x="7049" y="8811"/>
                    <a:pt x="7930" y="7930"/>
                  </a:cubicBezTo>
                  <a:cubicBezTo>
                    <a:pt x="8811" y="7049"/>
                    <a:pt x="9287" y="5894"/>
                    <a:pt x="9287" y="4644"/>
                  </a:cubicBezTo>
                  <a:cubicBezTo>
                    <a:pt x="9287" y="3394"/>
                    <a:pt x="8811" y="2227"/>
                    <a:pt x="7930" y="1346"/>
                  </a:cubicBezTo>
                  <a:cubicBezTo>
                    <a:pt x="7049" y="477"/>
                    <a:pt x="5894" y="1"/>
                    <a:pt x="464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2"/>
            <p:cNvSpPr/>
            <p:nvPr/>
          </p:nvSpPr>
          <p:spPr>
            <a:xfrm>
              <a:off x="1806954" y="1677980"/>
              <a:ext cx="17441" cy="10630"/>
            </a:xfrm>
            <a:custGeom>
              <a:rect b="b" l="l" r="r" t="t"/>
              <a:pathLst>
                <a:path extrusionOk="0" h="334" w="548">
                  <a:moveTo>
                    <a:pt x="167" y="1"/>
                  </a:moveTo>
                  <a:cubicBezTo>
                    <a:pt x="72" y="1"/>
                    <a:pt x="0" y="72"/>
                    <a:pt x="0" y="167"/>
                  </a:cubicBezTo>
                  <a:cubicBezTo>
                    <a:pt x="0" y="251"/>
                    <a:pt x="72" y="334"/>
                    <a:pt x="167" y="334"/>
                  </a:cubicBezTo>
                  <a:lnTo>
                    <a:pt x="381" y="334"/>
                  </a:lnTo>
                  <a:cubicBezTo>
                    <a:pt x="476" y="334"/>
                    <a:pt x="548" y="251"/>
                    <a:pt x="548" y="167"/>
                  </a:cubicBezTo>
                  <a:cubicBezTo>
                    <a:pt x="548" y="72"/>
                    <a:pt x="476" y="1"/>
                    <a:pt x="38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2"/>
            <p:cNvSpPr/>
            <p:nvPr/>
          </p:nvSpPr>
          <p:spPr>
            <a:xfrm>
              <a:off x="1924429" y="1560122"/>
              <a:ext cx="128106" cy="128488"/>
            </a:xfrm>
            <a:custGeom>
              <a:rect b="b" l="l" r="r" t="t"/>
              <a:pathLst>
                <a:path extrusionOk="0" h="4037" w="4025">
                  <a:moveTo>
                    <a:pt x="155" y="1"/>
                  </a:moveTo>
                  <a:cubicBezTo>
                    <a:pt x="72" y="1"/>
                    <a:pt x="0" y="72"/>
                    <a:pt x="0" y="167"/>
                  </a:cubicBezTo>
                  <a:lnTo>
                    <a:pt x="0" y="3870"/>
                  </a:lnTo>
                  <a:cubicBezTo>
                    <a:pt x="0" y="3954"/>
                    <a:pt x="72" y="4037"/>
                    <a:pt x="155" y="4037"/>
                  </a:cubicBezTo>
                  <a:lnTo>
                    <a:pt x="3870" y="4037"/>
                  </a:lnTo>
                  <a:cubicBezTo>
                    <a:pt x="3953" y="4037"/>
                    <a:pt x="4024" y="3954"/>
                    <a:pt x="4024" y="3870"/>
                  </a:cubicBezTo>
                  <a:cubicBezTo>
                    <a:pt x="4024" y="3775"/>
                    <a:pt x="3953" y="3704"/>
                    <a:pt x="3870" y="3704"/>
                  </a:cubicBezTo>
                  <a:lnTo>
                    <a:pt x="322" y="3704"/>
                  </a:lnTo>
                  <a:lnTo>
                    <a:pt x="322" y="167"/>
                  </a:lnTo>
                  <a:cubicBezTo>
                    <a:pt x="322" y="72"/>
                    <a:pt x="250" y="1"/>
                    <a:pt x="15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2"/>
            <p:cNvSpPr/>
            <p:nvPr/>
          </p:nvSpPr>
          <p:spPr>
            <a:xfrm>
              <a:off x="1924811" y="1788644"/>
              <a:ext cx="10630" cy="17823"/>
            </a:xfrm>
            <a:custGeom>
              <a:rect b="b" l="l" r="r" t="t"/>
              <a:pathLst>
                <a:path extrusionOk="0" h="560" w="334">
                  <a:moveTo>
                    <a:pt x="167" y="0"/>
                  </a:moveTo>
                  <a:cubicBezTo>
                    <a:pt x="71" y="0"/>
                    <a:pt x="0" y="84"/>
                    <a:pt x="0" y="167"/>
                  </a:cubicBezTo>
                  <a:lnTo>
                    <a:pt x="0" y="393"/>
                  </a:lnTo>
                  <a:cubicBezTo>
                    <a:pt x="0" y="488"/>
                    <a:pt x="71" y="560"/>
                    <a:pt x="167" y="560"/>
                  </a:cubicBezTo>
                  <a:cubicBezTo>
                    <a:pt x="250" y="560"/>
                    <a:pt x="333" y="488"/>
                    <a:pt x="333" y="393"/>
                  </a:cubicBezTo>
                  <a:lnTo>
                    <a:pt x="333" y="167"/>
                  </a:lnTo>
                  <a:cubicBezTo>
                    <a:pt x="333" y="84"/>
                    <a:pt x="250" y="0"/>
                    <a:pt x="16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2"/>
            <p:cNvSpPr/>
            <p:nvPr/>
          </p:nvSpPr>
          <p:spPr>
            <a:xfrm>
              <a:off x="1841423" y="1594719"/>
              <a:ext cx="16328" cy="15086"/>
            </a:xfrm>
            <a:custGeom>
              <a:rect b="b" l="l" r="r" t="t"/>
              <a:pathLst>
                <a:path extrusionOk="0" h="474" w="513">
                  <a:moveTo>
                    <a:pt x="173" y="0"/>
                  </a:moveTo>
                  <a:cubicBezTo>
                    <a:pt x="132" y="0"/>
                    <a:pt x="90" y="15"/>
                    <a:pt x="60" y="45"/>
                  </a:cubicBezTo>
                  <a:cubicBezTo>
                    <a:pt x="1" y="104"/>
                    <a:pt x="1" y="212"/>
                    <a:pt x="60" y="259"/>
                  </a:cubicBezTo>
                  <a:lnTo>
                    <a:pt x="215" y="426"/>
                  </a:lnTo>
                  <a:cubicBezTo>
                    <a:pt x="239" y="462"/>
                    <a:pt x="286" y="474"/>
                    <a:pt x="334" y="474"/>
                  </a:cubicBezTo>
                  <a:cubicBezTo>
                    <a:pt x="370" y="474"/>
                    <a:pt x="405" y="462"/>
                    <a:pt x="453" y="426"/>
                  </a:cubicBezTo>
                  <a:cubicBezTo>
                    <a:pt x="513" y="366"/>
                    <a:pt x="513" y="259"/>
                    <a:pt x="453" y="212"/>
                  </a:cubicBezTo>
                  <a:lnTo>
                    <a:pt x="286" y="45"/>
                  </a:lnTo>
                  <a:cubicBezTo>
                    <a:pt x="257" y="15"/>
                    <a:pt x="215" y="0"/>
                    <a:pt x="17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2"/>
            <p:cNvSpPr/>
            <p:nvPr/>
          </p:nvSpPr>
          <p:spPr>
            <a:xfrm>
              <a:off x="2002470" y="1756243"/>
              <a:ext cx="16709" cy="15755"/>
            </a:xfrm>
            <a:custGeom>
              <a:rect b="b" l="l" r="r" t="t"/>
              <a:pathLst>
                <a:path extrusionOk="0" h="495" w="525">
                  <a:moveTo>
                    <a:pt x="175" y="0"/>
                  </a:moveTo>
                  <a:cubicBezTo>
                    <a:pt x="132" y="0"/>
                    <a:pt x="90" y="18"/>
                    <a:pt x="60" y="54"/>
                  </a:cubicBezTo>
                  <a:cubicBezTo>
                    <a:pt x="1" y="113"/>
                    <a:pt x="1" y="221"/>
                    <a:pt x="60" y="280"/>
                  </a:cubicBezTo>
                  <a:lnTo>
                    <a:pt x="227" y="447"/>
                  </a:lnTo>
                  <a:cubicBezTo>
                    <a:pt x="251" y="471"/>
                    <a:pt x="298" y="494"/>
                    <a:pt x="346" y="494"/>
                  </a:cubicBezTo>
                  <a:cubicBezTo>
                    <a:pt x="394" y="494"/>
                    <a:pt x="418" y="471"/>
                    <a:pt x="465" y="447"/>
                  </a:cubicBezTo>
                  <a:cubicBezTo>
                    <a:pt x="525" y="387"/>
                    <a:pt x="525" y="280"/>
                    <a:pt x="465" y="221"/>
                  </a:cubicBezTo>
                  <a:lnTo>
                    <a:pt x="298" y="54"/>
                  </a:lnTo>
                  <a:cubicBezTo>
                    <a:pt x="263" y="18"/>
                    <a:pt x="218" y="0"/>
                    <a:pt x="17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2"/>
            <p:cNvSpPr/>
            <p:nvPr/>
          </p:nvSpPr>
          <p:spPr>
            <a:xfrm>
              <a:off x="2002470" y="1594719"/>
              <a:ext cx="16328" cy="15086"/>
            </a:xfrm>
            <a:custGeom>
              <a:rect b="b" l="l" r="r" t="t"/>
              <a:pathLst>
                <a:path extrusionOk="0" h="474" w="513">
                  <a:moveTo>
                    <a:pt x="340" y="0"/>
                  </a:moveTo>
                  <a:cubicBezTo>
                    <a:pt x="298" y="0"/>
                    <a:pt x="257" y="15"/>
                    <a:pt x="227" y="45"/>
                  </a:cubicBezTo>
                  <a:lnTo>
                    <a:pt x="60" y="212"/>
                  </a:lnTo>
                  <a:cubicBezTo>
                    <a:pt x="1" y="259"/>
                    <a:pt x="1" y="366"/>
                    <a:pt x="60" y="426"/>
                  </a:cubicBezTo>
                  <a:cubicBezTo>
                    <a:pt x="96" y="462"/>
                    <a:pt x="132" y="474"/>
                    <a:pt x="179" y="474"/>
                  </a:cubicBezTo>
                  <a:cubicBezTo>
                    <a:pt x="227" y="474"/>
                    <a:pt x="251" y="462"/>
                    <a:pt x="287" y="426"/>
                  </a:cubicBezTo>
                  <a:lnTo>
                    <a:pt x="453" y="259"/>
                  </a:lnTo>
                  <a:cubicBezTo>
                    <a:pt x="513" y="212"/>
                    <a:pt x="513" y="104"/>
                    <a:pt x="453" y="45"/>
                  </a:cubicBezTo>
                  <a:cubicBezTo>
                    <a:pt x="423" y="15"/>
                    <a:pt x="382" y="0"/>
                    <a:pt x="34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2"/>
            <p:cNvSpPr/>
            <p:nvPr/>
          </p:nvSpPr>
          <p:spPr>
            <a:xfrm>
              <a:off x="1841041" y="1756530"/>
              <a:ext cx="16709" cy="15468"/>
            </a:xfrm>
            <a:custGeom>
              <a:rect b="b" l="l" r="r" t="t"/>
              <a:pathLst>
                <a:path extrusionOk="0" h="486" w="525">
                  <a:moveTo>
                    <a:pt x="352" y="0"/>
                  </a:moveTo>
                  <a:cubicBezTo>
                    <a:pt x="310" y="0"/>
                    <a:pt x="269" y="15"/>
                    <a:pt x="239" y="45"/>
                  </a:cubicBezTo>
                  <a:lnTo>
                    <a:pt x="72" y="212"/>
                  </a:lnTo>
                  <a:cubicBezTo>
                    <a:pt x="1" y="271"/>
                    <a:pt x="1" y="354"/>
                    <a:pt x="60" y="438"/>
                  </a:cubicBezTo>
                  <a:cubicBezTo>
                    <a:pt x="84" y="462"/>
                    <a:pt x="132" y="485"/>
                    <a:pt x="179" y="485"/>
                  </a:cubicBezTo>
                  <a:cubicBezTo>
                    <a:pt x="227" y="485"/>
                    <a:pt x="251" y="462"/>
                    <a:pt x="298" y="438"/>
                  </a:cubicBezTo>
                  <a:lnTo>
                    <a:pt x="465" y="271"/>
                  </a:lnTo>
                  <a:cubicBezTo>
                    <a:pt x="525" y="212"/>
                    <a:pt x="525" y="104"/>
                    <a:pt x="465" y="45"/>
                  </a:cubicBezTo>
                  <a:cubicBezTo>
                    <a:pt x="435" y="15"/>
                    <a:pt x="394" y="0"/>
                    <a:pt x="35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2"/>
            <p:cNvSpPr/>
            <p:nvPr/>
          </p:nvSpPr>
          <p:spPr>
            <a:xfrm>
              <a:off x="1816025" y="1632084"/>
              <a:ext cx="17855" cy="13336"/>
            </a:xfrm>
            <a:custGeom>
              <a:rect b="b" l="l" r="r" t="t"/>
              <a:pathLst>
                <a:path extrusionOk="0" h="419" w="561">
                  <a:moveTo>
                    <a:pt x="173" y="0"/>
                  </a:moveTo>
                  <a:cubicBezTo>
                    <a:pt x="110" y="0"/>
                    <a:pt x="51" y="36"/>
                    <a:pt x="25" y="97"/>
                  </a:cubicBezTo>
                  <a:cubicBezTo>
                    <a:pt x="1" y="181"/>
                    <a:pt x="25" y="276"/>
                    <a:pt x="120" y="312"/>
                  </a:cubicBezTo>
                  <a:lnTo>
                    <a:pt x="322" y="395"/>
                  </a:lnTo>
                  <a:cubicBezTo>
                    <a:pt x="334" y="419"/>
                    <a:pt x="370" y="419"/>
                    <a:pt x="382" y="419"/>
                  </a:cubicBezTo>
                  <a:cubicBezTo>
                    <a:pt x="441" y="419"/>
                    <a:pt x="501" y="383"/>
                    <a:pt x="537" y="312"/>
                  </a:cubicBezTo>
                  <a:cubicBezTo>
                    <a:pt x="561" y="228"/>
                    <a:pt x="513" y="133"/>
                    <a:pt x="441" y="97"/>
                  </a:cubicBezTo>
                  <a:lnTo>
                    <a:pt x="239" y="14"/>
                  </a:lnTo>
                  <a:cubicBezTo>
                    <a:pt x="217" y="5"/>
                    <a:pt x="195" y="0"/>
                    <a:pt x="17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2"/>
            <p:cNvSpPr/>
            <p:nvPr/>
          </p:nvSpPr>
          <p:spPr>
            <a:xfrm>
              <a:off x="2026341" y="1721297"/>
              <a:ext cx="17855" cy="13177"/>
            </a:xfrm>
            <a:custGeom>
              <a:rect b="b" l="l" r="r" t="t"/>
              <a:pathLst>
                <a:path extrusionOk="0" h="414" w="561">
                  <a:moveTo>
                    <a:pt x="179" y="0"/>
                  </a:moveTo>
                  <a:cubicBezTo>
                    <a:pt x="114" y="0"/>
                    <a:pt x="52" y="31"/>
                    <a:pt x="25" y="104"/>
                  </a:cubicBezTo>
                  <a:cubicBezTo>
                    <a:pt x="1" y="176"/>
                    <a:pt x="25" y="283"/>
                    <a:pt x="120" y="307"/>
                  </a:cubicBezTo>
                  <a:lnTo>
                    <a:pt x="322" y="402"/>
                  </a:lnTo>
                  <a:cubicBezTo>
                    <a:pt x="334" y="414"/>
                    <a:pt x="370" y="414"/>
                    <a:pt x="382" y="414"/>
                  </a:cubicBezTo>
                  <a:cubicBezTo>
                    <a:pt x="441" y="414"/>
                    <a:pt x="501" y="378"/>
                    <a:pt x="537" y="307"/>
                  </a:cubicBezTo>
                  <a:cubicBezTo>
                    <a:pt x="560" y="235"/>
                    <a:pt x="537" y="128"/>
                    <a:pt x="441" y="104"/>
                  </a:cubicBezTo>
                  <a:lnTo>
                    <a:pt x="239" y="9"/>
                  </a:lnTo>
                  <a:cubicBezTo>
                    <a:pt x="219" y="3"/>
                    <a:pt x="199" y="0"/>
                    <a:pt x="1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2"/>
            <p:cNvSpPr/>
            <p:nvPr/>
          </p:nvSpPr>
          <p:spPr>
            <a:xfrm>
              <a:off x="1967619" y="1569702"/>
              <a:ext cx="14036" cy="16996"/>
            </a:xfrm>
            <a:custGeom>
              <a:rect b="b" l="l" r="r" t="t"/>
              <a:pathLst>
                <a:path extrusionOk="0" h="534" w="441">
                  <a:moveTo>
                    <a:pt x="267" y="1"/>
                  </a:moveTo>
                  <a:cubicBezTo>
                    <a:pt x="204" y="1"/>
                    <a:pt x="138" y="32"/>
                    <a:pt x="119" y="105"/>
                  </a:cubicBezTo>
                  <a:lnTo>
                    <a:pt x="24" y="307"/>
                  </a:lnTo>
                  <a:cubicBezTo>
                    <a:pt x="0" y="378"/>
                    <a:pt x="24" y="486"/>
                    <a:pt x="119" y="521"/>
                  </a:cubicBezTo>
                  <a:cubicBezTo>
                    <a:pt x="131" y="521"/>
                    <a:pt x="155" y="533"/>
                    <a:pt x="179" y="533"/>
                  </a:cubicBezTo>
                  <a:cubicBezTo>
                    <a:pt x="239" y="533"/>
                    <a:pt x="298" y="498"/>
                    <a:pt x="322" y="426"/>
                  </a:cubicBezTo>
                  <a:lnTo>
                    <a:pt x="417" y="224"/>
                  </a:lnTo>
                  <a:cubicBezTo>
                    <a:pt x="441" y="140"/>
                    <a:pt x="417" y="45"/>
                    <a:pt x="322" y="9"/>
                  </a:cubicBezTo>
                  <a:cubicBezTo>
                    <a:pt x="305" y="4"/>
                    <a:pt x="286" y="1"/>
                    <a:pt x="26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2"/>
            <p:cNvSpPr/>
            <p:nvPr/>
          </p:nvSpPr>
          <p:spPr>
            <a:xfrm>
              <a:off x="1877802" y="1780019"/>
              <a:ext cx="14450" cy="16996"/>
            </a:xfrm>
            <a:custGeom>
              <a:rect b="b" l="l" r="r" t="t"/>
              <a:pathLst>
                <a:path extrusionOk="0" h="534" w="454">
                  <a:moveTo>
                    <a:pt x="279" y="1"/>
                  </a:moveTo>
                  <a:cubicBezTo>
                    <a:pt x="216" y="1"/>
                    <a:pt x="147" y="32"/>
                    <a:pt x="120" y="105"/>
                  </a:cubicBezTo>
                  <a:lnTo>
                    <a:pt x="36" y="307"/>
                  </a:lnTo>
                  <a:cubicBezTo>
                    <a:pt x="1" y="378"/>
                    <a:pt x="48" y="486"/>
                    <a:pt x="120" y="509"/>
                  </a:cubicBezTo>
                  <a:cubicBezTo>
                    <a:pt x="144" y="533"/>
                    <a:pt x="167" y="533"/>
                    <a:pt x="179" y="533"/>
                  </a:cubicBezTo>
                  <a:cubicBezTo>
                    <a:pt x="239" y="533"/>
                    <a:pt x="298" y="497"/>
                    <a:pt x="334" y="426"/>
                  </a:cubicBezTo>
                  <a:lnTo>
                    <a:pt x="417" y="224"/>
                  </a:lnTo>
                  <a:cubicBezTo>
                    <a:pt x="453" y="140"/>
                    <a:pt x="417" y="45"/>
                    <a:pt x="334" y="9"/>
                  </a:cubicBezTo>
                  <a:cubicBezTo>
                    <a:pt x="317" y="4"/>
                    <a:pt x="298" y="1"/>
                    <a:pt x="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2"/>
            <p:cNvSpPr/>
            <p:nvPr/>
          </p:nvSpPr>
          <p:spPr>
            <a:xfrm>
              <a:off x="1879711" y="1568652"/>
              <a:ext cx="14418" cy="16900"/>
            </a:xfrm>
            <a:custGeom>
              <a:rect b="b" l="l" r="r" t="t"/>
              <a:pathLst>
                <a:path extrusionOk="0" h="531" w="453">
                  <a:moveTo>
                    <a:pt x="169" y="0"/>
                  </a:moveTo>
                  <a:cubicBezTo>
                    <a:pt x="153" y="0"/>
                    <a:pt x="136" y="2"/>
                    <a:pt x="119" y="7"/>
                  </a:cubicBezTo>
                  <a:cubicBezTo>
                    <a:pt x="48" y="42"/>
                    <a:pt x="0" y="138"/>
                    <a:pt x="36" y="221"/>
                  </a:cubicBezTo>
                  <a:lnTo>
                    <a:pt x="119" y="423"/>
                  </a:lnTo>
                  <a:cubicBezTo>
                    <a:pt x="155" y="495"/>
                    <a:pt x="214" y="531"/>
                    <a:pt x="274" y="531"/>
                  </a:cubicBezTo>
                  <a:cubicBezTo>
                    <a:pt x="286" y="531"/>
                    <a:pt x="322" y="531"/>
                    <a:pt x="334" y="519"/>
                  </a:cubicBezTo>
                  <a:cubicBezTo>
                    <a:pt x="405" y="483"/>
                    <a:pt x="453" y="400"/>
                    <a:pt x="417" y="304"/>
                  </a:cubicBezTo>
                  <a:lnTo>
                    <a:pt x="334" y="102"/>
                  </a:lnTo>
                  <a:cubicBezTo>
                    <a:pt x="304" y="43"/>
                    <a:pt x="243" y="0"/>
                    <a:pt x="1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2"/>
            <p:cNvSpPr/>
            <p:nvPr/>
          </p:nvSpPr>
          <p:spPr>
            <a:xfrm>
              <a:off x="1965709" y="1780846"/>
              <a:ext cx="14068" cy="16900"/>
            </a:xfrm>
            <a:custGeom>
              <a:rect b="b" l="l" r="r" t="t"/>
              <a:pathLst>
                <a:path extrusionOk="0" h="531" w="442">
                  <a:moveTo>
                    <a:pt x="189" y="0"/>
                  </a:moveTo>
                  <a:cubicBezTo>
                    <a:pt x="166" y="0"/>
                    <a:pt x="143" y="6"/>
                    <a:pt x="120" y="19"/>
                  </a:cubicBezTo>
                  <a:cubicBezTo>
                    <a:pt x="37" y="43"/>
                    <a:pt x="1" y="138"/>
                    <a:pt x="25" y="221"/>
                  </a:cubicBezTo>
                  <a:lnTo>
                    <a:pt x="120" y="424"/>
                  </a:lnTo>
                  <a:cubicBezTo>
                    <a:pt x="144" y="483"/>
                    <a:pt x="203" y="531"/>
                    <a:pt x="263" y="531"/>
                  </a:cubicBezTo>
                  <a:cubicBezTo>
                    <a:pt x="275" y="531"/>
                    <a:pt x="310" y="531"/>
                    <a:pt x="322" y="519"/>
                  </a:cubicBezTo>
                  <a:cubicBezTo>
                    <a:pt x="394" y="483"/>
                    <a:pt x="441" y="400"/>
                    <a:pt x="418" y="305"/>
                  </a:cubicBezTo>
                  <a:lnTo>
                    <a:pt x="322" y="102"/>
                  </a:lnTo>
                  <a:cubicBezTo>
                    <a:pt x="305" y="42"/>
                    <a:pt x="250" y="0"/>
                    <a:pt x="18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2"/>
            <p:cNvSpPr/>
            <p:nvPr/>
          </p:nvSpPr>
          <p:spPr>
            <a:xfrm>
              <a:off x="2026723" y="1633644"/>
              <a:ext cx="17855" cy="13304"/>
            </a:xfrm>
            <a:custGeom>
              <a:rect b="b" l="l" r="r" t="t"/>
              <a:pathLst>
                <a:path extrusionOk="0" h="418" w="561">
                  <a:moveTo>
                    <a:pt x="387" y="0"/>
                  </a:moveTo>
                  <a:cubicBezTo>
                    <a:pt x="366" y="0"/>
                    <a:pt x="345" y="4"/>
                    <a:pt x="322" y="13"/>
                  </a:cubicBezTo>
                  <a:lnTo>
                    <a:pt x="120" y="96"/>
                  </a:lnTo>
                  <a:cubicBezTo>
                    <a:pt x="48" y="132"/>
                    <a:pt x="1" y="215"/>
                    <a:pt x="25" y="310"/>
                  </a:cubicBezTo>
                  <a:cubicBezTo>
                    <a:pt x="60" y="382"/>
                    <a:pt x="120" y="417"/>
                    <a:pt x="179" y="417"/>
                  </a:cubicBezTo>
                  <a:cubicBezTo>
                    <a:pt x="191" y="417"/>
                    <a:pt x="227" y="417"/>
                    <a:pt x="239" y="394"/>
                  </a:cubicBezTo>
                  <a:lnTo>
                    <a:pt x="441" y="310"/>
                  </a:lnTo>
                  <a:cubicBezTo>
                    <a:pt x="513" y="274"/>
                    <a:pt x="560" y="191"/>
                    <a:pt x="537" y="96"/>
                  </a:cubicBezTo>
                  <a:cubicBezTo>
                    <a:pt x="509" y="41"/>
                    <a:pt x="454" y="0"/>
                    <a:pt x="38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2"/>
            <p:cNvSpPr/>
            <p:nvPr/>
          </p:nvSpPr>
          <p:spPr>
            <a:xfrm>
              <a:off x="1814911" y="1719419"/>
              <a:ext cx="18205" cy="13177"/>
            </a:xfrm>
            <a:custGeom>
              <a:rect b="b" l="l" r="r" t="t"/>
              <a:pathLst>
                <a:path extrusionOk="0" h="414" w="572">
                  <a:moveTo>
                    <a:pt x="382" y="1"/>
                  </a:moveTo>
                  <a:cubicBezTo>
                    <a:pt x="365" y="1"/>
                    <a:pt x="348" y="3"/>
                    <a:pt x="334" y="8"/>
                  </a:cubicBezTo>
                  <a:lnTo>
                    <a:pt x="119" y="104"/>
                  </a:lnTo>
                  <a:cubicBezTo>
                    <a:pt x="48" y="127"/>
                    <a:pt x="0" y="223"/>
                    <a:pt x="36" y="306"/>
                  </a:cubicBezTo>
                  <a:cubicBezTo>
                    <a:pt x="60" y="366"/>
                    <a:pt x="119" y="413"/>
                    <a:pt x="179" y="413"/>
                  </a:cubicBezTo>
                  <a:cubicBezTo>
                    <a:pt x="191" y="413"/>
                    <a:pt x="226" y="413"/>
                    <a:pt x="238" y="389"/>
                  </a:cubicBezTo>
                  <a:lnTo>
                    <a:pt x="453" y="306"/>
                  </a:lnTo>
                  <a:cubicBezTo>
                    <a:pt x="524" y="270"/>
                    <a:pt x="572" y="187"/>
                    <a:pt x="536" y="92"/>
                  </a:cubicBezTo>
                  <a:cubicBezTo>
                    <a:pt x="517" y="35"/>
                    <a:pt x="446" y="1"/>
                    <a:pt x="38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 name="Google Shape;399;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32"/>
          <p:cNvSpPr txBox="1"/>
          <p:nvPr>
            <p:ph idx="4294967295" type="subTitle"/>
          </p:nvPr>
        </p:nvSpPr>
        <p:spPr>
          <a:xfrm>
            <a:off x="7279175" y="4626350"/>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100">
                <a:solidFill>
                  <a:schemeClr val="lt2"/>
                </a:solidFill>
              </a:rPr>
              <a:t>Slide by Mihir</a:t>
            </a:r>
            <a:endParaRPr b="1"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3"/>
          <p:cNvSpPr txBox="1"/>
          <p:nvPr>
            <p:ph type="title"/>
          </p:nvPr>
        </p:nvSpPr>
        <p:spPr>
          <a:xfrm>
            <a:off x="720000" y="1745250"/>
            <a:ext cx="35886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600"/>
              <a:t>Our Vision</a:t>
            </a:r>
            <a:endParaRPr sz="3600"/>
          </a:p>
        </p:txBody>
      </p:sp>
      <p:sp>
        <p:nvSpPr>
          <p:cNvPr id="406" name="Google Shape;406;p33"/>
          <p:cNvSpPr txBox="1"/>
          <p:nvPr>
            <p:ph idx="1" type="subTitle"/>
          </p:nvPr>
        </p:nvSpPr>
        <p:spPr>
          <a:xfrm>
            <a:off x="720000" y="2317950"/>
            <a:ext cx="4158000" cy="1232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000000"/>
                </a:solidFill>
              </a:rPr>
              <a:t>“</a:t>
            </a:r>
            <a:r>
              <a:rPr lang="en">
                <a:solidFill>
                  <a:srgbClr val="000000"/>
                </a:solidFill>
              </a:rPr>
              <a:t>AquaChain envisions a world where every individual has access to clean and safe water, contributing to global sustainability.”</a:t>
            </a:r>
            <a:endParaRPr sz="1700"/>
          </a:p>
        </p:txBody>
      </p:sp>
      <p:grpSp>
        <p:nvGrpSpPr>
          <p:cNvPr id="407" name="Google Shape;407;p33"/>
          <p:cNvGrpSpPr/>
          <p:nvPr/>
        </p:nvGrpSpPr>
        <p:grpSpPr>
          <a:xfrm flipH="1" rot="10800000">
            <a:off x="5587345" y="2134059"/>
            <a:ext cx="4357122" cy="707497"/>
            <a:chOff x="6456475" y="3575600"/>
            <a:chExt cx="3403204" cy="552603"/>
          </a:xfrm>
        </p:grpSpPr>
        <p:sp>
          <p:nvSpPr>
            <p:cNvPr id="408" name="Google Shape;408;p33"/>
            <p:cNvSpPr/>
            <p:nvPr/>
          </p:nvSpPr>
          <p:spPr>
            <a:xfrm>
              <a:off x="6456479" y="3575603"/>
              <a:ext cx="3403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3"/>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 name="Google Shape;410;p33"/>
          <p:cNvGrpSpPr/>
          <p:nvPr/>
        </p:nvGrpSpPr>
        <p:grpSpPr>
          <a:xfrm flipH="1" rot="10800000">
            <a:off x="4572000" y="2841547"/>
            <a:ext cx="5455165" cy="875381"/>
            <a:chOff x="6456469" y="3575596"/>
            <a:chExt cx="3443700" cy="552604"/>
          </a:xfrm>
        </p:grpSpPr>
        <p:sp>
          <p:nvSpPr>
            <p:cNvPr id="411" name="Google Shape;411;p33"/>
            <p:cNvSpPr/>
            <p:nvPr/>
          </p:nvSpPr>
          <p:spPr>
            <a:xfrm>
              <a:off x="6456469" y="3575596"/>
              <a:ext cx="34437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3"/>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 name="Google Shape;413;p33"/>
          <p:cNvGrpSpPr/>
          <p:nvPr/>
        </p:nvGrpSpPr>
        <p:grpSpPr>
          <a:xfrm flipH="1" rot="10800000">
            <a:off x="6655783" y="1426563"/>
            <a:ext cx="3759089" cy="707494"/>
            <a:chOff x="6456475" y="3575600"/>
            <a:chExt cx="2936100" cy="552600"/>
          </a:xfrm>
        </p:grpSpPr>
        <p:sp>
          <p:nvSpPr>
            <p:cNvPr id="414" name="Google Shape;414;p33"/>
            <p:cNvSpPr/>
            <p:nvPr/>
          </p:nvSpPr>
          <p:spPr>
            <a:xfrm>
              <a:off x="6456475" y="3575600"/>
              <a:ext cx="2936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3"/>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 name="Google Shape;416;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7" name="Google Shape;417;p33"/>
          <p:cNvSpPr txBox="1"/>
          <p:nvPr>
            <p:ph idx="4294967295" type="subTitle"/>
          </p:nvPr>
        </p:nvSpPr>
        <p:spPr>
          <a:xfrm>
            <a:off x="7279175" y="4626350"/>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100">
                <a:solidFill>
                  <a:schemeClr val="lt2"/>
                </a:solidFill>
              </a:rPr>
              <a:t>Slide by Mihir</a:t>
            </a:r>
            <a:endParaRPr b="1"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21" name="Shape 421"/>
        <p:cNvGrpSpPr/>
        <p:nvPr/>
      </p:nvGrpSpPr>
      <p:grpSpPr>
        <a:xfrm>
          <a:off x="0" y="0"/>
          <a:ext cx="0" cy="0"/>
          <a:chOff x="0" y="0"/>
          <a:chExt cx="0" cy="0"/>
        </a:xfrm>
      </p:grpSpPr>
      <p:sp>
        <p:nvSpPr>
          <p:cNvPr id="422" name="Google Shape;422;p34"/>
          <p:cNvSpPr/>
          <p:nvPr/>
        </p:nvSpPr>
        <p:spPr>
          <a:xfrm>
            <a:off x="2287" y="0"/>
            <a:ext cx="9141900" cy="51435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23" name="Google Shape;423;p34"/>
          <p:cNvSpPr txBox="1"/>
          <p:nvPr/>
        </p:nvSpPr>
        <p:spPr>
          <a:xfrm>
            <a:off x="84200" y="996432"/>
            <a:ext cx="2666700" cy="23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chemeClr val="dk1"/>
              </a:solidFill>
              <a:latin typeface="Albert Sans"/>
              <a:ea typeface="Albert Sans"/>
              <a:cs typeface="Albert Sans"/>
              <a:sym typeface="Albert Sans"/>
            </a:endParaRPr>
          </a:p>
          <a:p>
            <a:pPr indent="-304800" lvl="0" marL="457200" rtl="0" algn="l">
              <a:lnSpc>
                <a:spcPct val="115000"/>
              </a:lnSpc>
              <a:spcBef>
                <a:spcPts val="1200"/>
              </a:spcBef>
              <a:spcAft>
                <a:spcPts val="0"/>
              </a:spcAft>
              <a:buSzPts val="1200"/>
              <a:buFont typeface="Albert Sans"/>
              <a:buChar char="●"/>
            </a:pPr>
            <a:r>
              <a:rPr lang="en" sz="1200">
                <a:latin typeface="Albert Sans"/>
                <a:ea typeface="Albert Sans"/>
                <a:cs typeface="Albert Sans"/>
                <a:sym typeface="Albert Sans"/>
              </a:rPr>
              <a:t>Decentralized Blockchain Network</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Sensor Integration</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Smart Contracts</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User Interface </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Data Analytics Module</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IoT Integration</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Option for Sensor Add-On</a:t>
            </a:r>
            <a:endParaRPr sz="1200">
              <a:latin typeface="Albert Sans"/>
              <a:ea typeface="Albert Sans"/>
              <a:cs typeface="Albert Sans"/>
              <a:sym typeface="Albert Sans"/>
            </a:endParaRPr>
          </a:p>
          <a:p>
            <a:pPr indent="0" lvl="0" marL="0" rtl="0" algn="l">
              <a:spcBef>
                <a:spcPts val="1200"/>
              </a:spcBef>
              <a:spcAft>
                <a:spcPts val="0"/>
              </a:spcAft>
              <a:buNone/>
            </a:pPr>
            <a:r>
              <a:t/>
            </a:r>
            <a:endParaRPr>
              <a:solidFill>
                <a:schemeClr val="dk1"/>
              </a:solidFill>
              <a:latin typeface="Albert Sans"/>
              <a:ea typeface="Albert Sans"/>
              <a:cs typeface="Albert Sans"/>
              <a:sym typeface="Albert Sans"/>
            </a:endParaRPr>
          </a:p>
        </p:txBody>
      </p:sp>
      <p:sp>
        <p:nvSpPr>
          <p:cNvPr id="424" name="Google Shape;424;p34"/>
          <p:cNvSpPr txBox="1"/>
          <p:nvPr/>
        </p:nvSpPr>
        <p:spPr>
          <a:xfrm>
            <a:off x="6235500" y="996425"/>
            <a:ext cx="2705400" cy="23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chemeClr val="dk1"/>
              </a:solidFill>
              <a:latin typeface="Albert Sans"/>
              <a:ea typeface="Albert Sans"/>
              <a:cs typeface="Albert Sans"/>
              <a:sym typeface="Albert Sans"/>
            </a:endParaRPr>
          </a:p>
          <a:p>
            <a:pPr indent="-304800" lvl="0" marL="457200" rtl="0" algn="l">
              <a:lnSpc>
                <a:spcPct val="115000"/>
              </a:lnSpc>
              <a:spcBef>
                <a:spcPts val="1200"/>
              </a:spcBef>
              <a:spcAft>
                <a:spcPts val="0"/>
              </a:spcAft>
              <a:buSzPts val="1200"/>
              <a:buFont typeface="Albert Sans"/>
              <a:buChar char="●"/>
            </a:pPr>
            <a:r>
              <a:rPr lang="en" sz="1200">
                <a:latin typeface="Albert Sans"/>
                <a:ea typeface="Albert Sans"/>
                <a:cs typeface="Albert Sans"/>
                <a:sym typeface="Albert Sans"/>
              </a:rPr>
              <a:t>Record Keeping</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Transparency</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Automation</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Real-time Monitoring</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Decision Support</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Compliance Assurance</a:t>
            </a:r>
            <a:endParaRPr sz="1200">
              <a:latin typeface="Albert Sans"/>
              <a:ea typeface="Albert Sans"/>
              <a:cs typeface="Albert Sans"/>
              <a:sym typeface="Albert Sans"/>
            </a:endParaRPr>
          </a:p>
          <a:p>
            <a:pPr indent="-304800" lvl="0" marL="457200" rtl="0" algn="l">
              <a:lnSpc>
                <a:spcPct val="115000"/>
              </a:lnSpc>
              <a:spcBef>
                <a:spcPts val="0"/>
              </a:spcBef>
              <a:spcAft>
                <a:spcPts val="0"/>
              </a:spcAft>
              <a:buSzPts val="1200"/>
              <a:buFont typeface="Albert Sans"/>
              <a:buChar char="●"/>
            </a:pPr>
            <a:r>
              <a:rPr lang="en" sz="1200">
                <a:latin typeface="Albert Sans"/>
                <a:ea typeface="Albert Sans"/>
                <a:cs typeface="Albert Sans"/>
                <a:sym typeface="Albert Sans"/>
              </a:rPr>
              <a:t>Sustainability Promotion</a:t>
            </a:r>
            <a:endParaRPr sz="1200">
              <a:latin typeface="Albert Sans"/>
              <a:ea typeface="Albert Sans"/>
              <a:cs typeface="Albert Sans"/>
              <a:sym typeface="Albert Sans"/>
            </a:endParaRPr>
          </a:p>
          <a:p>
            <a:pPr indent="0" lvl="0" marL="457200" rtl="0" algn="l">
              <a:lnSpc>
                <a:spcPct val="115000"/>
              </a:lnSpc>
              <a:spcBef>
                <a:spcPts val="1200"/>
              </a:spcBef>
              <a:spcAft>
                <a:spcPts val="0"/>
              </a:spcAft>
              <a:buNone/>
            </a:pPr>
            <a:r>
              <a:t/>
            </a:r>
            <a:endParaRPr>
              <a:latin typeface="Albert Sans"/>
              <a:ea typeface="Albert Sans"/>
              <a:cs typeface="Albert Sans"/>
              <a:sym typeface="Albert Sans"/>
            </a:endParaRPr>
          </a:p>
          <a:p>
            <a:pPr indent="0" lvl="0" marL="0" rtl="0" algn="l">
              <a:spcBef>
                <a:spcPts val="1200"/>
              </a:spcBef>
              <a:spcAft>
                <a:spcPts val="0"/>
              </a:spcAft>
              <a:buNone/>
            </a:pPr>
            <a:r>
              <a:t/>
            </a:r>
            <a:endParaRPr>
              <a:solidFill>
                <a:schemeClr val="dk1"/>
              </a:solidFill>
              <a:latin typeface="Albert Sans"/>
              <a:ea typeface="Albert Sans"/>
              <a:cs typeface="Albert Sans"/>
              <a:sym typeface="Albert Sans"/>
            </a:endParaRPr>
          </a:p>
        </p:txBody>
      </p:sp>
      <p:sp>
        <p:nvSpPr>
          <p:cNvPr id="425" name="Google Shape;425;p34"/>
          <p:cNvSpPr txBox="1"/>
          <p:nvPr>
            <p:ph type="title"/>
          </p:nvPr>
        </p:nvSpPr>
        <p:spPr>
          <a:xfrm>
            <a:off x="211350" y="3920125"/>
            <a:ext cx="8721300" cy="861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000"/>
              <a:buFont typeface="Calibri"/>
              <a:buNone/>
            </a:pPr>
            <a:r>
              <a:rPr b="0" lang="en" sz="1200">
                <a:solidFill>
                  <a:srgbClr val="212121"/>
                </a:solidFill>
              </a:rPr>
              <a:t>AquaChain sets itself apart from existing water management systems by combining decentralized blockchain technology, intelligent smart contracts, and seamless sensor integration </a:t>
            </a:r>
            <a:r>
              <a:rPr b="0" lang="en" sz="1200">
                <a:solidFill>
                  <a:srgbClr val="212121"/>
                </a:solidFill>
              </a:rPr>
              <a:t>to provide unmatched transparency, efficiency, and dependability in water supply management and sanitation. </a:t>
            </a:r>
            <a:endParaRPr b="0" sz="1200">
              <a:solidFill>
                <a:srgbClr val="212121"/>
              </a:solidFill>
            </a:endParaRPr>
          </a:p>
        </p:txBody>
      </p:sp>
      <p:pic>
        <p:nvPicPr>
          <p:cNvPr id="426" name="Google Shape;426;p34"/>
          <p:cNvPicPr preferRelativeResize="0"/>
          <p:nvPr/>
        </p:nvPicPr>
        <p:blipFill>
          <a:blip r:embed="rId3">
            <a:alphaModFix/>
          </a:blip>
          <a:stretch>
            <a:fillRect/>
          </a:stretch>
        </p:blipFill>
        <p:spPr>
          <a:xfrm>
            <a:off x="2687350" y="753550"/>
            <a:ext cx="3707050" cy="3166575"/>
          </a:xfrm>
          <a:prstGeom prst="rect">
            <a:avLst/>
          </a:prstGeom>
          <a:noFill/>
          <a:ln>
            <a:noFill/>
          </a:ln>
        </p:spPr>
      </p:pic>
      <p:grpSp>
        <p:nvGrpSpPr>
          <p:cNvPr id="427" name="Google Shape;427;p34"/>
          <p:cNvGrpSpPr/>
          <p:nvPr/>
        </p:nvGrpSpPr>
        <p:grpSpPr>
          <a:xfrm flipH="1">
            <a:off x="83913" y="996246"/>
            <a:ext cx="2666767" cy="392242"/>
            <a:chOff x="5094406" y="4559874"/>
            <a:chExt cx="2621159" cy="552610"/>
          </a:xfrm>
        </p:grpSpPr>
        <p:sp>
          <p:nvSpPr>
            <p:cNvPr id="428" name="Google Shape;428;p34"/>
            <p:cNvSpPr/>
            <p:nvPr/>
          </p:nvSpPr>
          <p:spPr>
            <a:xfrm>
              <a:off x="5208165" y="4559874"/>
              <a:ext cx="25074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Albert Sans"/>
                  <a:ea typeface="Albert Sans"/>
                  <a:cs typeface="Albert Sans"/>
                  <a:sym typeface="Albert Sans"/>
                </a:rPr>
                <a:t>FEATURES</a:t>
              </a:r>
              <a:endParaRPr b="1">
                <a:solidFill>
                  <a:schemeClr val="lt1"/>
                </a:solidFill>
                <a:latin typeface="Albert Sans"/>
                <a:ea typeface="Albert Sans"/>
                <a:cs typeface="Albert Sans"/>
                <a:sym typeface="Albert Sans"/>
              </a:endParaRPr>
            </a:p>
          </p:txBody>
        </p:sp>
        <p:sp>
          <p:nvSpPr>
            <p:cNvPr id="429" name="Google Shape;429;p34"/>
            <p:cNvSpPr/>
            <p:nvPr/>
          </p:nvSpPr>
          <p:spPr>
            <a:xfrm>
              <a:off x="5094406" y="4559883"/>
              <a:ext cx="453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01</a:t>
              </a:r>
              <a:endParaRPr b="1" sz="1000">
                <a:solidFill>
                  <a:schemeClr val="lt1"/>
                </a:solidFill>
                <a:latin typeface="Albert Sans"/>
                <a:ea typeface="Albert Sans"/>
                <a:cs typeface="Albert Sans"/>
                <a:sym typeface="Albert Sans"/>
              </a:endParaRPr>
            </a:p>
          </p:txBody>
        </p:sp>
      </p:grpSp>
      <p:grpSp>
        <p:nvGrpSpPr>
          <p:cNvPr id="430" name="Google Shape;430;p34"/>
          <p:cNvGrpSpPr/>
          <p:nvPr/>
        </p:nvGrpSpPr>
        <p:grpSpPr>
          <a:xfrm flipH="1">
            <a:off x="6235541" y="1006787"/>
            <a:ext cx="2705303" cy="371187"/>
            <a:chOff x="5094402" y="4559866"/>
            <a:chExt cx="2621163" cy="552608"/>
          </a:xfrm>
        </p:grpSpPr>
        <p:sp>
          <p:nvSpPr>
            <p:cNvPr id="431" name="Google Shape;431;p34"/>
            <p:cNvSpPr/>
            <p:nvPr/>
          </p:nvSpPr>
          <p:spPr>
            <a:xfrm>
              <a:off x="5208165" y="4559874"/>
              <a:ext cx="25074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Albert Sans"/>
                  <a:ea typeface="Albert Sans"/>
                  <a:cs typeface="Albert Sans"/>
                  <a:sym typeface="Albert Sans"/>
                </a:rPr>
                <a:t>FUNCTIONS</a:t>
              </a:r>
              <a:endParaRPr b="1">
                <a:solidFill>
                  <a:schemeClr val="lt1"/>
                </a:solidFill>
                <a:latin typeface="Albert Sans"/>
                <a:ea typeface="Albert Sans"/>
                <a:cs typeface="Albert Sans"/>
                <a:sym typeface="Albert Sans"/>
              </a:endParaRPr>
            </a:p>
          </p:txBody>
        </p:sp>
        <p:sp>
          <p:nvSpPr>
            <p:cNvPr id="432" name="Google Shape;432;p34"/>
            <p:cNvSpPr/>
            <p:nvPr/>
          </p:nvSpPr>
          <p:spPr>
            <a:xfrm>
              <a:off x="5094402" y="4559866"/>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Albert Sans"/>
                  <a:ea typeface="Albert Sans"/>
                  <a:cs typeface="Albert Sans"/>
                  <a:sym typeface="Albert Sans"/>
                </a:rPr>
                <a:t>02</a:t>
              </a:r>
              <a:endParaRPr b="1">
                <a:solidFill>
                  <a:schemeClr val="lt1"/>
                </a:solidFill>
                <a:latin typeface="Albert Sans"/>
                <a:ea typeface="Albert Sans"/>
                <a:cs typeface="Albert Sans"/>
                <a:sym typeface="Albert Sans"/>
              </a:endParaRPr>
            </a:p>
          </p:txBody>
        </p:sp>
      </p:grpSp>
      <p:grpSp>
        <p:nvGrpSpPr>
          <p:cNvPr id="433" name="Google Shape;433;p34"/>
          <p:cNvGrpSpPr/>
          <p:nvPr/>
        </p:nvGrpSpPr>
        <p:grpSpPr>
          <a:xfrm flipH="1">
            <a:off x="219651" y="3669684"/>
            <a:ext cx="2319599" cy="325055"/>
            <a:chOff x="5208162" y="3912135"/>
            <a:chExt cx="2507403" cy="552627"/>
          </a:xfrm>
        </p:grpSpPr>
        <p:sp>
          <p:nvSpPr>
            <p:cNvPr id="434" name="Google Shape;434;p34"/>
            <p:cNvSpPr/>
            <p:nvPr/>
          </p:nvSpPr>
          <p:spPr>
            <a:xfrm>
              <a:off x="5208165" y="3912135"/>
              <a:ext cx="25074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Albert Sans"/>
                  <a:ea typeface="Albert Sans"/>
                  <a:cs typeface="Albert Sans"/>
                  <a:sym typeface="Albert Sans"/>
                </a:rPr>
                <a:t>USP</a:t>
              </a:r>
              <a:endParaRPr b="1">
                <a:solidFill>
                  <a:schemeClr val="lt1"/>
                </a:solidFill>
                <a:latin typeface="Albert Sans"/>
                <a:ea typeface="Albert Sans"/>
                <a:cs typeface="Albert Sans"/>
                <a:sym typeface="Albert Sans"/>
              </a:endParaRPr>
            </a:p>
          </p:txBody>
        </p:sp>
        <p:sp>
          <p:nvSpPr>
            <p:cNvPr id="435" name="Google Shape;435;p34"/>
            <p:cNvSpPr/>
            <p:nvPr/>
          </p:nvSpPr>
          <p:spPr>
            <a:xfrm>
              <a:off x="5208162" y="3912162"/>
              <a:ext cx="6504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Albert Sans"/>
                  <a:ea typeface="Albert Sans"/>
                  <a:cs typeface="Albert Sans"/>
                  <a:sym typeface="Albert Sans"/>
                </a:rPr>
                <a:t>03</a:t>
              </a:r>
              <a:endParaRPr b="1">
                <a:solidFill>
                  <a:schemeClr val="lt1"/>
                </a:solidFill>
                <a:latin typeface="Albert Sans"/>
                <a:ea typeface="Albert Sans"/>
                <a:cs typeface="Albert Sans"/>
                <a:sym typeface="Albert Sans"/>
              </a:endParaRPr>
            </a:p>
          </p:txBody>
        </p:sp>
      </p:grpSp>
      <p:sp>
        <p:nvSpPr>
          <p:cNvPr id="436" name="Google Shape;436;p34"/>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37" name="Google Shape;437;p34"/>
          <p:cNvSpPr txBox="1"/>
          <p:nvPr>
            <p:ph type="title"/>
          </p:nvPr>
        </p:nvSpPr>
        <p:spPr>
          <a:xfrm>
            <a:off x="720000" y="61513"/>
            <a:ext cx="7704000" cy="5727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t>Features &amp; Functions</a:t>
            </a:r>
            <a:endParaRPr/>
          </a:p>
        </p:txBody>
      </p:sp>
      <p:sp>
        <p:nvSpPr>
          <p:cNvPr id="438" name="Google Shape;438;p34"/>
          <p:cNvSpPr txBox="1"/>
          <p:nvPr>
            <p:ph idx="4294967295" type="subTitle"/>
          </p:nvPr>
        </p:nvSpPr>
        <p:spPr>
          <a:xfrm>
            <a:off x="6873700" y="4707425"/>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100">
                <a:solidFill>
                  <a:schemeClr val="lt2"/>
                </a:solidFill>
              </a:rPr>
              <a:t>Slide by Shruti</a:t>
            </a:r>
            <a:endParaRPr b="1"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2" name="Shape 442"/>
        <p:cNvGrpSpPr/>
        <p:nvPr/>
      </p:nvGrpSpPr>
      <p:grpSpPr>
        <a:xfrm>
          <a:off x="0" y="0"/>
          <a:ext cx="0" cy="0"/>
          <a:chOff x="0" y="0"/>
          <a:chExt cx="0" cy="0"/>
        </a:xfrm>
      </p:grpSpPr>
      <p:pic>
        <p:nvPicPr>
          <p:cNvPr id="443" name="Google Shape;443;p35"/>
          <p:cNvPicPr preferRelativeResize="0"/>
          <p:nvPr/>
        </p:nvPicPr>
        <p:blipFill>
          <a:blip r:embed="rId3">
            <a:alphaModFix/>
          </a:blip>
          <a:stretch>
            <a:fillRect/>
          </a:stretch>
        </p:blipFill>
        <p:spPr>
          <a:xfrm>
            <a:off x="227775" y="629200"/>
            <a:ext cx="3175043" cy="1295100"/>
          </a:xfrm>
          <a:prstGeom prst="rect">
            <a:avLst/>
          </a:prstGeom>
          <a:noFill/>
          <a:ln>
            <a:noFill/>
          </a:ln>
        </p:spPr>
      </p:pic>
      <p:grpSp>
        <p:nvGrpSpPr>
          <p:cNvPr id="444" name="Google Shape;444;p35"/>
          <p:cNvGrpSpPr/>
          <p:nvPr/>
        </p:nvGrpSpPr>
        <p:grpSpPr>
          <a:xfrm flipH="1">
            <a:off x="-487410" y="-78312"/>
            <a:ext cx="1249832" cy="707506"/>
            <a:chOff x="6456475" y="3575600"/>
            <a:chExt cx="976202" cy="552609"/>
          </a:xfrm>
        </p:grpSpPr>
        <p:sp>
          <p:nvSpPr>
            <p:cNvPr id="445" name="Google Shape;445;p35"/>
            <p:cNvSpPr/>
            <p:nvPr/>
          </p:nvSpPr>
          <p:spPr>
            <a:xfrm>
              <a:off x="6456477" y="3575609"/>
              <a:ext cx="976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5"/>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7" name="Google Shape;447;p35"/>
          <p:cNvSpPr txBox="1"/>
          <p:nvPr>
            <p:ph idx="2" type="subTitle"/>
          </p:nvPr>
        </p:nvSpPr>
        <p:spPr>
          <a:xfrm>
            <a:off x="6610925" y="1168275"/>
            <a:ext cx="2586300" cy="12951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2"/>
                </a:solidFill>
              </a:rPr>
              <a:t>Total Addressable Market (TAM)</a:t>
            </a:r>
            <a:endParaRPr b="1">
              <a:solidFill>
                <a:schemeClr val="lt2"/>
              </a:solidFill>
            </a:endParaRPr>
          </a:p>
          <a:p>
            <a:pPr indent="0" lvl="0" marL="0" rtl="0" algn="l">
              <a:spcBef>
                <a:spcPts val="0"/>
              </a:spcBef>
              <a:spcAft>
                <a:spcPts val="0"/>
              </a:spcAft>
              <a:buNone/>
            </a:pPr>
            <a:r>
              <a:rPr lang="en" sz="1300">
                <a:solidFill>
                  <a:srgbClr val="191919"/>
                </a:solidFill>
              </a:rPr>
              <a:t>Targets </a:t>
            </a:r>
            <a:r>
              <a:rPr b="1" lang="en" sz="1300">
                <a:solidFill>
                  <a:srgbClr val="191919"/>
                </a:solidFill>
              </a:rPr>
              <a:t>United States &amp; Globally</a:t>
            </a:r>
            <a:endParaRPr b="1" sz="1300">
              <a:solidFill>
                <a:srgbClr val="191919"/>
              </a:solidFill>
            </a:endParaRPr>
          </a:p>
          <a:p>
            <a:pPr indent="-311150" lvl="0" marL="457200" rtl="0" algn="l">
              <a:spcBef>
                <a:spcPts val="0"/>
              </a:spcBef>
              <a:spcAft>
                <a:spcPts val="0"/>
              </a:spcAft>
              <a:buClr>
                <a:srgbClr val="000000"/>
              </a:buClr>
              <a:buSzPts val="1300"/>
              <a:buChar char="●"/>
            </a:pPr>
            <a:r>
              <a:rPr lang="en" sz="1300">
                <a:solidFill>
                  <a:srgbClr val="000000"/>
                </a:solidFill>
              </a:rPr>
              <a:t>Utility companies</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Municipalities</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Water management organizations </a:t>
            </a:r>
            <a:endParaRPr sz="1300">
              <a:solidFill>
                <a:srgbClr val="000000"/>
              </a:solidFill>
            </a:endParaRPr>
          </a:p>
          <a:p>
            <a:pPr indent="-311150" lvl="0" marL="457200" rtl="0" algn="l">
              <a:spcBef>
                <a:spcPts val="0"/>
              </a:spcBef>
              <a:spcAft>
                <a:spcPts val="0"/>
              </a:spcAft>
              <a:buClr>
                <a:srgbClr val="000000"/>
              </a:buClr>
              <a:buSzPts val="1300"/>
              <a:buChar char="●"/>
            </a:pPr>
            <a:r>
              <a:rPr lang="en" sz="1300">
                <a:solidFill>
                  <a:srgbClr val="000000"/>
                </a:solidFill>
              </a:rPr>
              <a:t>Regulatory agencies</a:t>
            </a:r>
            <a:endParaRPr b="1"/>
          </a:p>
        </p:txBody>
      </p:sp>
      <p:sp>
        <p:nvSpPr>
          <p:cNvPr id="448" name="Google Shape;448;p35"/>
          <p:cNvSpPr txBox="1"/>
          <p:nvPr>
            <p:ph idx="2" type="subTitle"/>
          </p:nvPr>
        </p:nvSpPr>
        <p:spPr>
          <a:xfrm>
            <a:off x="355325" y="2333300"/>
            <a:ext cx="2586300" cy="9444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2"/>
                </a:solidFill>
              </a:rPr>
              <a:t>Serviceable Addressable Market (SAM)</a:t>
            </a:r>
            <a:endParaRPr b="1">
              <a:solidFill>
                <a:schemeClr val="lt2"/>
              </a:solidFill>
            </a:endParaRPr>
          </a:p>
          <a:p>
            <a:pPr indent="0" lvl="0" marL="0" rtl="0" algn="l">
              <a:spcBef>
                <a:spcPts val="0"/>
              </a:spcBef>
              <a:spcAft>
                <a:spcPts val="0"/>
              </a:spcAft>
              <a:buNone/>
            </a:pPr>
            <a:r>
              <a:rPr lang="en" sz="1300">
                <a:solidFill>
                  <a:srgbClr val="191919"/>
                </a:solidFill>
              </a:rPr>
              <a:t>Targets</a:t>
            </a:r>
            <a:r>
              <a:rPr b="1" lang="en" sz="1300">
                <a:solidFill>
                  <a:srgbClr val="191919"/>
                </a:solidFill>
              </a:rPr>
              <a:t> </a:t>
            </a:r>
            <a:r>
              <a:rPr b="1" lang="en" sz="1300">
                <a:solidFill>
                  <a:srgbClr val="000000"/>
                </a:solidFill>
              </a:rPr>
              <a:t>other region/states in United States </a:t>
            </a:r>
            <a:r>
              <a:rPr lang="en" sz="1300">
                <a:solidFill>
                  <a:srgbClr val="000000"/>
                </a:solidFill>
              </a:rPr>
              <a:t>apart from Southern California.</a:t>
            </a:r>
            <a:endParaRPr b="1" sz="1100">
              <a:solidFill>
                <a:srgbClr val="000000"/>
              </a:solidFill>
            </a:endParaRPr>
          </a:p>
          <a:p>
            <a:pPr indent="0" lvl="0" marL="0" rtl="0" algn="l">
              <a:spcBef>
                <a:spcPts val="0"/>
              </a:spcBef>
              <a:spcAft>
                <a:spcPts val="0"/>
              </a:spcAft>
              <a:buNone/>
            </a:pPr>
            <a:r>
              <a:t/>
            </a:r>
            <a:endParaRPr sz="1500"/>
          </a:p>
        </p:txBody>
      </p:sp>
      <p:sp>
        <p:nvSpPr>
          <p:cNvPr id="449" name="Google Shape;449;p35"/>
          <p:cNvSpPr txBox="1"/>
          <p:nvPr>
            <p:ph idx="2" type="subTitle"/>
          </p:nvPr>
        </p:nvSpPr>
        <p:spPr>
          <a:xfrm>
            <a:off x="355325" y="3577850"/>
            <a:ext cx="2713800" cy="10485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2"/>
                </a:solidFill>
              </a:rPr>
              <a:t>Serviceable Obtainable Market (SOM)</a:t>
            </a:r>
            <a:endParaRPr b="1">
              <a:solidFill>
                <a:schemeClr val="lt2"/>
              </a:solidFill>
            </a:endParaRPr>
          </a:p>
          <a:p>
            <a:pPr indent="0" lvl="0" marL="0" rtl="0" algn="l">
              <a:spcBef>
                <a:spcPts val="0"/>
              </a:spcBef>
              <a:spcAft>
                <a:spcPts val="0"/>
              </a:spcAft>
              <a:buNone/>
            </a:pPr>
            <a:r>
              <a:rPr lang="en" sz="1300">
                <a:solidFill>
                  <a:srgbClr val="191919"/>
                </a:solidFill>
              </a:rPr>
              <a:t>Targets</a:t>
            </a:r>
            <a:r>
              <a:rPr b="1" lang="en" sz="1300">
                <a:solidFill>
                  <a:srgbClr val="191919"/>
                </a:solidFill>
              </a:rPr>
              <a:t> </a:t>
            </a:r>
            <a:r>
              <a:rPr b="1" lang="en" sz="1300">
                <a:solidFill>
                  <a:srgbClr val="000000"/>
                </a:solidFill>
              </a:rPr>
              <a:t>Southern California</a:t>
            </a:r>
            <a:r>
              <a:rPr lang="en" sz="1300">
                <a:solidFill>
                  <a:srgbClr val="000000"/>
                </a:solidFill>
              </a:rPr>
              <a:t> in United States</a:t>
            </a:r>
            <a:r>
              <a:rPr lang="en" sz="1300">
                <a:solidFill>
                  <a:srgbClr val="191919"/>
                </a:solidFill>
              </a:rPr>
              <a:t>.</a:t>
            </a:r>
            <a:endParaRPr sz="1300">
              <a:solidFill>
                <a:srgbClr val="191919"/>
              </a:solidFill>
            </a:endParaRPr>
          </a:p>
          <a:p>
            <a:pPr indent="0" lvl="0" marL="0" rtl="0" algn="l">
              <a:spcBef>
                <a:spcPts val="0"/>
              </a:spcBef>
              <a:spcAft>
                <a:spcPts val="0"/>
              </a:spcAft>
              <a:buNone/>
            </a:pPr>
            <a:r>
              <a:t/>
            </a:r>
            <a:endParaRPr b="1" sz="1300">
              <a:solidFill>
                <a:srgbClr val="191919"/>
              </a:solidFill>
              <a:highlight>
                <a:srgbClr val="7994A9"/>
              </a:highlight>
            </a:endParaRPr>
          </a:p>
        </p:txBody>
      </p:sp>
      <p:sp>
        <p:nvSpPr>
          <p:cNvPr id="450" name="Google Shape;450;p35"/>
          <p:cNvSpPr/>
          <p:nvPr/>
        </p:nvSpPr>
        <p:spPr>
          <a:xfrm>
            <a:off x="2941775" y="927800"/>
            <a:ext cx="3669000" cy="38670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51" name="Google Shape;451;p35"/>
          <p:cNvSpPr/>
          <p:nvPr/>
        </p:nvSpPr>
        <p:spPr>
          <a:xfrm>
            <a:off x="3690713" y="2114000"/>
            <a:ext cx="2295900" cy="234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452" name="Google Shape;452;p35"/>
          <p:cNvSpPr/>
          <p:nvPr/>
        </p:nvSpPr>
        <p:spPr>
          <a:xfrm>
            <a:off x="4257275" y="3062300"/>
            <a:ext cx="1162800" cy="11880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Albert Sans"/>
                <a:ea typeface="Albert Sans"/>
                <a:cs typeface="Albert Sans"/>
                <a:sym typeface="Albert Sans"/>
              </a:rPr>
              <a:t>SOM</a:t>
            </a:r>
            <a:endParaRPr b="1" sz="1500">
              <a:solidFill>
                <a:schemeClr val="lt1"/>
              </a:solidFill>
              <a:latin typeface="Albert Sans"/>
              <a:ea typeface="Albert Sans"/>
              <a:cs typeface="Albert Sans"/>
              <a:sym typeface="Albert Sans"/>
            </a:endParaRPr>
          </a:p>
        </p:txBody>
      </p:sp>
      <p:sp>
        <p:nvSpPr>
          <p:cNvPr id="453" name="Google Shape;453;p35"/>
          <p:cNvSpPr txBox="1"/>
          <p:nvPr/>
        </p:nvSpPr>
        <p:spPr>
          <a:xfrm>
            <a:off x="4496586" y="2463380"/>
            <a:ext cx="641100" cy="44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Albert Sans"/>
                <a:ea typeface="Albert Sans"/>
                <a:cs typeface="Albert Sans"/>
                <a:sym typeface="Albert Sans"/>
              </a:rPr>
              <a:t>SAM</a:t>
            </a:r>
            <a:endParaRPr b="1" sz="1500">
              <a:solidFill>
                <a:schemeClr val="lt1"/>
              </a:solidFill>
              <a:latin typeface="Albert Sans"/>
              <a:ea typeface="Albert Sans"/>
              <a:cs typeface="Albert Sans"/>
              <a:sym typeface="Albert Sans"/>
            </a:endParaRPr>
          </a:p>
          <a:p>
            <a:pPr indent="0" lvl="0" marL="0" rtl="0" algn="ctr">
              <a:spcBef>
                <a:spcPts val="0"/>
              </a:spcBef>
              <a:spcAft>
                <a:spcPts val="0"/>
              </a:spcAft>
              <a:buNone/>
            </a:pPr>
            <a:r>
              <a:t/>
            </a:r>
            <a:endParaRPr b="1">
              <a:solidFill>
                <a:schemeClr val="lt1"/>
              </a:solidFill>
              <a:latin typeface="Albert Sans"/>
              <a:ea typeface="Albert Sans"/>
              <a:cs typeface="Albert Sans"/>
              <a:sym typeface="Albert Sans"/>
            </a:endParaRPr>
          </a:p>
        </p:txBody>
      </p:sp>
      <p:sp>
        <p:nvSpPr>
          <p:cNvPr id="454" name="Google Shape;454;p35"/>
          <p:cNvSpPr txBox="1"/>
          <p:nvPr/>
        </p:nvSpPr>
        <p:spPr>
          <a:xfrm>
            <a:off x="4518116" y="1187841"/>
            <a:ext cx="641100" cy="44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Albert Sans"/>
                <a:ea typeface="Albert Sans"/>
                <a:cs typeface="Albert Sans"/>
                <a:sym typeface="Albert Sans"/>
              </a:rPr>
              <a:t>TAM</a:t>
            </a:r>
            <a:endParaRPr b="1" sz="1500">
              <a:solidFill>
                <a:schemeClr val="lt1"/>
              </a:solidFill>
              <a:latin typeface="Albert Sans"/>
              <a:ea typeface="Albert Sans"/>
              <a:cs typeface="Albert Sans"/>
              <a:sym typeface="Albert Sans"/>
            </a:endParaRPr>
          </a:p>
        </p:txBody>
      </p:sp>
      <p:sp>
        <p:nvSpPr>
          <p:cNvPr id="455" name="Google Shape;455;p35"/>
          <p:cNvSpPr txBox="1"/>
          <p:nvPr>
            <p:ph type="title"/>
          </p:nvPr>
        </p:nvSpPr>
        <p:spPr>
          <a:xfrm>
            <a:off x="855100" y="150025"/>
            <a:ext cx="7625100" cy="43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Market</a:t>
            </a:r>
            <a:endParaRPr sz="2800"/>
          </a:p>
        </p:txBody>
      </p:sp>
      <p:grpSp>
        <p:nvGrpSpPr>
          <p:cNvPr id="456" name="Google Shape;456;p35"/>
          <p:cNvGrpSpPr/>
          <p:nvPr/>
        </p:nvGrpSpPr>
        <p:grpSpPr>
          <a:xfrm>
            <a:off x="7728315" y="150024"/>
            <a:ext cx="1590595" cy="875375"/>
            <a:chOff x="6456464" y="3575600"/>
            <a:chExt cx="1004100" cy="552601"/>
          </a:xfrm>
        </p:grpSpPr>
        <p:sp>
          <p:nvSpPr>
            <p:cNvPr id="457" name="Google Shape;457;p35"/>
            <p:cNvSpPr/>
            <p:nvPr/>
          </p:nvSpPr>
          <p:spPr>
            <a:xfrm>
              <a:off x="6456464" y="3575601"/>
              <a:ext cx="1004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5"/>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9" name="Google Shape;459;p35"/>
          <p:cNvSpPr txBox="1"/>
          <p:nvPr/>
        </p:nvSpPr>
        <p:spPr>
          <a:xfrm>
            <a:off x="4396975" y="2731400"/>
            <a:ext cx="1249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lt1"/>
                </a:solidFill>
                <a:latin typeface="Albert Sans"/>
                <a:ea typeface="Albert Sans"/>
                <a:cs typeface="Albert Sans"/>
                <a:sym typeface="Albert Sans"/>
              </a:rPr>
              <a:t>$55.04 million </a:t>
            </a:r>
            <a:endParaRPr sz="1500">
              <a:solidFill>
                <a:schemeClr val="lt1"/>
              </a:solidFill>
              <a:latin typeface="Albert Sans"/>
              <a:ea typeface="Albert Sans"/>
              <a:cs typeface="Albert Sans"/>
              <a:sym typeface="Albert Sans"/>
            </a:endParaRPr>
          </a:p>
        </p:txBody>
      </p:sp>
      <p:sp>
        <p:nvSpPr>
          <p:cNvPr id="460" name="Google Shape;460;p35"/>
          <p:cNvSpPr txBox="1"/>
          <p:nvPr/>
        </p:nvSpPr>
        <p:spPr>
          <a:xfrm>
            <a:off x="4303475" y="3738900"/>
            <a:ext cx="1070400" cy="25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Albert Sans"/>
                <a:ea typeface="Albert Sans"/>
                <a:cs typeface="Albert Sans"/>
                <a:sym typeface="Albert Sans"/>
              </a:rPr>
              <a:t>$8.26 million</a:t>
            </a:r>
            <a:r>
              <a:rPr b="1" lang="en" sz="1000">
                <a:solidFill>
                  <a:schemeClr val="lt1"/>
                </a:solidFill>
                <a:highlight>
                  <a:srgbClr val="7994A9"/>
                </a:highlight>
                <a:latin typeface="Albert Sans"/>
                <a:ea typeface="Albert Sans"/>
                <a:cs typeface="Albert Sans"/>
                <a:sym typeface="Albert Sans"/>
              </a:rPr>
              <a:t> </a:t>
            </a:r>
            <a:endParaRPr>
              <a:solidFill>
                <a:schemeClr val="lt1"/>
              </a:solidFill>
              <a:latin typeface="Albert Sans"/>
              <a:ea typeface="Albert Sans"/>
              <a:cs typeface="Albert Sans"/>
              <a:sym typeface="Albert Sans"/>
            </a:endParaRPr>
          </a:p>
        </p:txBody>
      </p:sp>
      <p:sp>
        <p:nvSpPr>
          <p:cNvPr id="461" name="Google Shape;461;p35"/>
          <p:cNvSpPr txBox="1"/>
          <p:nvPr/>
        </p:nvSpPr>
        <p:spPr>
          <a:xfrm>
            <a:off x="4244575" y="1639975"/>
            <a:ext cx="12498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Albert Sans"/>
                <a:ea typeface="Albert Sans"/>
                <a:cs typeface="Albert Sans"/>
                <a:sym typeface="Albert Sans"/>
              </a:rPr>
              <a:t>$275.2 million</a:t>
            </a:r>
            <a:endParaRPr b="1" sz="1200">
              <a:solidFill>
                <a:schemeClr val="lt1"/>
              </a:solidFill>
              <a:latin typeface="Albert Sans"/>
              <a:ea typeface="Albert Sans"/>
              <a:cs typeface="Albert Sans"/>
              <a:sym typeface="Albert Sans"/>
            </a:endParaRPr>
          </a:p>
        </p:txBody>
      </p:sp>
      <p:sp>
        <p:nvSpPr>
          <p:cNvPr id="462" name="Google Shape;462;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3" name="Google Shape;463;p35"/>
          <p:cNvSpPr txBox="1"/>
          <p:nvPr>
            <p:ph idx="2" type="subTitle"/>
          </p:nvPr>
        </p:nvSpPr>
        <p:spPr>
          <a:xfrm>
            <a:off x="7279175" y="4626350"/>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lt2"/>
                </a:solidFill>
              </a:rPr>
              <a:t>Slide by Rachana</a:t>
            </a:r>
            <a:endParaRPr b="1"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7" name="Shape 467"/>
        <p:cNvGrpSpPr/>
        <p:nvPr/>
      </p:nvGrpSpPr>
      <p:grpSpPr>
        <a:xfrm>
          <a:off x="0" y="0"/>
          <a:ext cx="0" cy="0"/>
          <a:chOff x="0" y="0"/>
          <a:chExt cx="0" cy="0"/>
        </a:xfrm>
      </p:grpSpPr>
      <p:sp>
        <p:nvSpPr>
          <p:cNvPr id="468" name="Google Shape;468;p36"/>
          <p:cNvSpPr txBox="1"/>
          <p:nvPr>
            <p:ph type="title"/>
          </p:nvPr>
        </p:nvSpPr>
        <p:spPr>
          <a:xfrm>
            <a:off x="684200" y="91750"/>
            <a:ext cx="7562700" cy="41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Competition and Risk</a:t>
            </a:r>
            <a:endParaRPr sz="4400"/>
          </a:p>
          <a:p>
            <a:pPr indent="0" lvl="0" marL="0" rtl="0" algn="l">
              <a:spcBef>
                <a:spcPts val="0"/>
              </a:spcBef>
              <a:spcAft>
                <a:spcPts val="0"/>
              </a:spcAft>
              <a:buNone/>
            </a:pPr>
            <a:r>
              <a:t/>
            </a:r>
            <a:endParaRPr sz="2900"/>
          </a:p>
        </p:txBody>
      </p:sp>
      <p:sp>
        <p:nvSpPr>
          <p:cNvPr id="469" name="Google Shape;469;p36"/>
          <p:cNvSpPr txBox="1"/>
          <p:nvPr>
            <p:ph idx="2" type="subTitle"/>
          </p:nvPr>
        </p:nvSpPr>
        <p:spPr>
          <a:xfrm>
            <a:off x="96150" y="769738"/>
            <a:ext cx="2847300" cy="410700"/>
          </a:xfrm>
          <a:prstGeom prst="rect">
            <a:avLst/>
          </a:prstGeom>
          <a:solidFill>
            <a:srgbClr val="E3E9E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rPr>
              <a:t>Top 10 Customers</a:t>
            </a:r>
            <a:endParaRPr b="1">
              <a:solidFill>
                <a:schemeClr val="dk2"/>
              </a:solidFill>
            </a:endParaRPr>
          </a:p>
          <a:p>
            <a:pPr indent="0" lvl="0" marL="0" rtl="0" algn="ctr">
              <a:spcBef>
                <a:spcPts val="0"/>
              </a:spcBef>
              <a:spcAft>
                <a:spcPts val="0"/>
              </a:spcAft>
              <a:buNone/>
            </a:pPr>
            <a:r>
              <a:t/>
            </a:r>
            <a:endParaRPr b="1">
              <a:solidFill>
                <a:schemeClr val="dk2"/>
              </a:solidFill>
            </a:endParaRPr>
          </a:p>
          <a:p>
            <a:pPr indent="0" lvl="0" marL="0" rtl="0" algn="ctr">
              <a:spcBef>
                <a:spcPts val="0"/>
              </a:spcBef>
              <a:spcAft>
                <a:spcPts val="0"/>
              </a:spcAft>
              <a:buNone/>
            </a:pPr>
            <a:r>
              <a:t/>
            </a:r>
            <a:endParaRPr b="1">
              <a:solidFill>
                <a:schemeClr val="dk2"/>
              </a:solidFill>
            </a:endParaRPr>
          </a:p>
          <a:p>
            <a:pPr indent="0" lvl="0" marL="0" rtl="0" algn="ctr">
              <a:spcBef>
                <a:spcPts val="0"/>
              </a:spcBef>
              <a:spcAft>
                <a:spcPts val="0"/>
              </a:spcAft>
              <a:buNone/>
            </a:pPr>
            <a:r>
              <a:t/>
            </a:r>
            <a:endParaRPr sz="950">
              <a:solidFill>
                <a:schemeClr val="dk2"/>
              </a:solidFill>
              <a:latin typeface="Arial"/>
              <a:ea typeface="Arial"/>
              <a:cs typeface="Arial"/>
              <a:sym typeface="Arial"/>
            </a:endParaRPr>
          </a:p>
          <a:p>
            <a:pPr indent="0" lvl="0" marL="0" rtl="0" algn="ctr">
              <a:spcBef>
                <a:spcPts val="0"/>
              </a:spcBef>
              <a:spcAft>
                <a:spcPts val="0"/>
              </a:spcAft>
              <a:buNone/>
            </a:pPr>
            <a:r>
              <a:t/>
            </a:r>
            <a:endParaRPr sz="950">
              <a:solidFill>
                <a:schemeClr val="dk2"/>
              </a:solidFill>
              <a:latin typeface="Arial"/>
              <a:ea typeface="Arial"/>
              <a:cs typeface="Arial"/>
              <a:sym typeface="Arial"/>
            </a:endParaRPr>
          </a:p>
          <a:p>
            <a:pPr indent="0" lvl="0" marL="0" rtl="0" algn="ctr">
              <a:spcBef>
                <a:spcPts val="0"/>
              </a:spcBef>
              <a:spcAft>
                <a:spcPts val="0"/>
              </a:spcAft>
              <a:buNone/>
            </a:pPr>
            <a:r>
              <a:t/>
            </a:r>
            <a:endParaRPr sz="950">
              <a:solidFill>
                <a:schemeClr val="dk2"/>
              </a:solidFill>
              <a:latin typeface="Arial"/>
              <a:ea typeface="Arial"/>
              <a:cs typeface="Arial"/>
              <a:sym typeface="Arial"/>
            </a:endParaRPr>
          </a:p>
          <a:p>
            <a:pPr indent="0" lvl="0" marL="0" rtl="0" algn="ctr">
              <a:spcBef>
                <a:spcPts val="0"/>
              </a:spcBef>
              <a:spcAft>
                <a:spcPts val="0"/>
              </a:spcAft>
              <a:buNone/>
            </a:pPr>
            <a:r>
              <a:t/>
            </a:r>
            <a:endParaRPr b="1">
              <a:solidFill>
                <a:schemeClr val="dk2"/>
              </a:solidFill>
            </a:endParaRPr>
          </a:p>
        </p:txBody>
      </p:sp>
      <p:grpSp>
        <p:nvGrpSpPr>
          <p:cNvPr id="470" name="Google Shape;470;p36"/>
          <p:cNvGrpSpPr/>
          <p:nvPr/>
        </p:nvGrpSpPr>
        <p:grpSpPr>
          <a:xfrm rot="2700000">
            <a:off x="216532" y="628920"/>
            <a:ext cx="1045765" cy="1045615"/>
            <a:chOff x="3741950" y="353925"/>
            <a:chExt cx="1045775" cy="1045625"/>
          </a:xfrm>
        </p:grpSpPr>
        <p:sp>
          <p:nvSpPr>
            <p:cNvPr id="471" name="Google Shape;471;p36"/>
            <p:cNvSpPr/>
            <p:nvPr/>
          </p:nvSpPr>
          <p:spPr>
            <a:xfrm>
              <a:off x="3741950" y="1372675"/>
              <a:ext cx="26325" cy="26875"/>
            </a:xfrm>
            <a:custGeom>
              <a:rect b="b" l="l" r="r" t="t"/>
              <a:pathLst>
                <a:path extrusionOk="0" h="1075" w="1053">
                  <a:moveTo>
                    <a:pt x="526" y="1"/>
                  </a:moveTo>
                  <a:cubicBezTo>
                    <a:pt x="491" y="1"/>
                    <a:pt x="455" y="8"/>
                    <a:pt x="427" y="22"/>
                  </a:cubicBezTo>
                  <a:cubicBezTo>
                    <a:pt x="398" y="22"/>
                    <a:pt x="370" y="22"/>
                    <a:pt x="313" y="50"/>
                  </a:cubicBezTo>
                  <a:cubicBezTo>
                    <a:pt x="284" y="50"/>
                    <a:pt x="256" y="79"/>
                    <a:pt x="228" y="107"/>
                  </a:cubicBezTo>
                  <a:cubicBezTo>
                    <a:pt x="199" y="107"/>
                    <a:pt x="171" y="136"/>
                    <a:pt x="142" y="164"/>
                  </a:cubicBezTo>
                  <a:cubicBezTo>
                    <a:pt x="57" y="249"/>
                    <a:pt x="0" y="392"/>
                    <a:pt x="0" y="534"/>
                  </a:cubicBezTo>
                  <a:cubicBezTo>
                    <a:pt x="0" y="676"/>
                    <a:pt x="57" y="818"/>
                    <a:pt x="142" y="903"/>
                  </a:cubicBezTo>
                  <a:cubicBezTo>
                    <a:pt x="171" y="932"/>
                    <a:pt x="199" y="960"/>
                    <a:pt x="228" y="989"/>
                  </a:cubicBezTo>
                  <a:cubicBezTo>
                    <a:pt x="256" y="989"/>
                    <a:pt x="284" y="1017"/>
                    <a:pt x="313" y="1046"/>
                  </a:cubicBezTo>
                  <a:cubicBezTo>
                    <a:pt x="370" y="1046"/>
                    <a:pt x="398" y="1046"/>
                    <a:pt x="427" y="1074"/>
                  </a:cubicBezTo>
                  <a:lnTo>
                    <a:pt x="626" y="1074"/>
                  </a:lnTo>
                  <a:cubicBezTo>
                    <a:pt x="654" y="1046"/>
                    <a:pt x="711" y="1046"/>
                    <a:pt x="739" y="1046"/>
                  </a:cubicBezTo>
                  <a:cubicBezTo>
                    <a:pt x="768" y="1017"/>
                    <a:pt x="796" y="989"/>
                    <a:pt x="825" y="989"/>
                  </a:cubicBezTo>
                  <a:cubicBezTo>
                    <a:pt x="853" y="960"/>
                    <a:pt x="882" y="932"/>
                    <a:pt x="910" y="903"/>
                  </a:cubicBezTo>
                  <a:cubicBezTo>
                    <a:pt x="938" y="903"/>
                    <a:pt x="938" y="875"/>
                    <a:pt x="967" y="847"/>
                  </a:cubicBezTo>
                  <a:cubicBezTo>
                    <a:pt x="995" y="818"/>
                    <a:pt x="995" y="790"/>
                    <a:pt x="1024" y="733"/>
                  </a:cubicBezTo>
                  <a:cubicBezTo>
                    <a:pt x="1024" y="704"/>
                    <a:pt x="1052" y="676"/>
                    <a:pt x="1052" y="648"/>
                  </a:cubicBezTo>
                  <a:cubicBezTo>
                    <a:pt x="1052" y="619"/>
                    <a:pt x="1052" y="562"/>
                    <a:pt x="1052" y="534"/>
                  </a:cubicBezTo>
                  <a:cubicBezTo>
                    <a:pt x="1052" y="392"/>
                    <a:pt x="995" y="249"/>
                    <a:pt x="910" y="164"/>
                  </a:cubicBezTo>
                  <a:cubicBezTo>
                    <a:pt x="882" y="136"/>
                    <a:pt x="853" y="107"/>
                    <a:pt x="825" y="107"/>
                  </a:cubicBezTo>
                  <a:cubicBezTo>
                    <a:pt x="796" y="79"/>
                    <a:pt x="768" y="50"/>
                    <a:pt x="739" y="50"/>
                  </a:cubicBezTo>
                  <a:cubicBezTo>
                    <a:pt x="711" y="22"/>
                    <a:pt x="654" y="22"/>
                    <a:pt x="626" y="22"/>
                  </a:cubicBezTo>
                  <a:cubicBezTo>
                    <a:pt x="597" y="8"/>
                    <a:pt x="562" y="1"/>
                    <a:pt x="52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6"/>
            <p:cNvSpPr/>
            <p:nvPr/>
          </p:nvSpPr>
          <p:spPr>
            <a:xfrm>
              <a:off x="3804500" y="417550"/>
              <a:ext cx="920650" cy="918000"/>
            </a:xfrm>
            <a:custGeom>
              <a:rect b="b" l="l" r="r" t="t"/>
              <a:pathLst>
                <a:path extrusionOk="0" h="36720" w="36826">
                  <a:moveTo>
                    <a:pt x="36232" y="1"/>
                  </a:moveTo>
                  <a:cubicBezTo>
                    <a:pt x="36094" y="1"/>
                    <a:pt x="35959" y="51"/>
                    <a:pt x="35859" y="150"/>
                  </a:cubicBezTo>
                  <a:cubicBezTo>
                    <a:pt x="35660" y="378"/>
                    <a:pt x="35660" y="690"/>
                    <a:pt x="35859" y="918"/>
                  </a:cubicBezTo>
                  <a:cubicBezTo>
                    <a:pt x="35973" y="1003"/>
                    <a:pt x="36115" y="1060"/>
                    <a:pt x="36229" y="1060"/>
                  </a:cubicBezTo>
                  <a:cubicBezTo>
                    <a:pt x="36371" y="1060"/>
                    <a:pt x="36513" y="1003"/>
                    <a:pt x="36627" y="918"/>
                  </a:cubicBezTo>
                  <a:cubicBezTo>
                    <a:pt x="36826" y="690"/>
                    <a:pt x="36826" y="378"/>
                    <a:pt x="36627" y="150"/>
                  </a:cubicBezTo>
                  <a:cubicBezTo>
                    <a:pt x="36513" y="51"/>
                    <a:pt x="36371" y="1"/>
                    <a:pt x="36232" y="1"/>
                  </a:cubicBezTo>
                  <a:close/>
                  <a:moveTo>
                    <a:pt x="33694" y="2560"/>
                  </a:moveTo>
                  <a:cubicBezTo>
                    <a:pt x="33556" y="2560"/>
                    <a:pt x="33414" y="2610"/>
                    <a:pt x="33300" y="2709"/>
                  </a:cubicBezTo>
                  <a:cubicBezTo>
                    <a:pt x="33101" y="2909"/>
                    <a:pt x="33101" y="3250"/>
                    <a:pt x="33300" y="3449"/>
                  </a:cubicBezTo>
                  <a:cubicBezTo>
                    <a:pt x="33414" y="3563"/>
                    <a:pt x="33556" y="3619"/>
                    <a:pt x="33698" y="3619"/>
                  </a:cubicBezTo>
                  <a:cubicBezTo>
                    <a:pt x="33840" y="3619"/>
                    <a:pt x="33954" y="3563"/>
                    <a:pt x="34068" y="3449"/>
                  </a:cubicBezTo>
                  <a:cubicBezTo>
                    <a:pt x="34267" y="3250"/>
                    <a:pt x="34267" y="2909"/>
                    <a:pt x="34068" y="2709"/>
                  </a:cubicBezTo>
                  <a:cubicBezTo>
                    <a:pt x="33968" y="2610"/>
                    <a:pt x="33833" y="2560"/>
                    <a:pt x="33694" y="2560"/>
                  </a:cubicBezTo>
                  <a:close/>
                  <a:moveTo>
                    <a:pt x="31139" y="5091"/>
                  </a:moveTo>
                  <a:cubicBezTo>
                    <a:pt x="31004" y="5091"/>
                    <a:pt x="30869" y="5141"/>
                    <a:pt x="30769" y="5240"/>
                  </a:cubicBezTo>
                  <a:cubicBezTo>
                    <a:pt x="30570" y="5468"/>
                    <a:pt x="30570" y="5809"/>
                    <a:pt x="30769" y="6008"/>
                  </a:cubicBezTo>
                  <a:cubicBezTo>
                    <a:pt x="30883" y="6122"/>
                    <a:pt x="30996" y="6150"/>
                    <a:pt x="31139" y="6150"/>
                  </a:cubicBezTo>
                  <a:cubicBezTo>
                    <a:pt x="31281" y="6150"/>
                    <a:pt x="31423" y="6122"/>
                    <a:pt x="31508" y="6008"/>
                  </a:cubicBezTo>
                  <a:cubicBezTo>
                    <a:pt x="31736" y="5809"/>
                    <a:pt x="31736" y="5468"/>
                    <a:pt x="31508" y="5240"/>
                  </a:cubicBezTo>
                  <a:cubicBezTo>
                    <a:pt x="31409" y="5141"/>
                    <a:pt x="31274" y="5091"/>
                    <a:pt x="31139" y="5091"/>
                  </a:cubicBezTo>
                  <a:close/>
                  <a:moveTo>
                    <a:pt x="28594" y="7650"/>
                  </a:moveTo>
                  <a:cubicBezTo>
                    <a:pt x="28458" y="7650"/>
                    <a:pt x="28323" y="7700"/>
                    <a:pt x="28210" y="7800"/>
                  </a:cubicBezTo>
                  <a:cubicBezTo>
                    <a:pt x="28011" y="7999"/>
                    <a:pt x="28011" y="8340"/>
                    <a:pt x="28210" y="8567"/>
                  </a:cubicBezTo>
                  <a:cubicBezTo>
                    <a:pt x="28323" y="8653"/>
                    <a:pt x="28466" y="8710"/>
                    <a:pt x="28608" y="8710"/>
                  </a:cubicBezTo>
                  <a:cubicBezTo>
                    <a:pt x="28722" y="8710"/>
                    <a:pt x="28864" y="8653"/>
                    <a:pt x="28977" y="8567"/>
                  </a:cubicBezTo>
                  <a:cubicBezTo>
                    <a:pt x="29177" y="8340"/>
                    <a:pt x="29177" y="7999"/>
                    <a:pt x="28977" y="7800"/>
                  </a:cubicBezTo>
                  <a:cubicBezTo>
                    <a:pt x="28864" y="7700"/>
                    <a:pt x="28729" y="7650"/>
                    <a:pt x="28594" y="7650"/>
                  </a:cubicBezTo>
                  <a:close/>
                  <a:moveTo>
                    <a:pt x="26048" y="10188"/>
                  </a:moveTo>
                  <a:cubicBezTo>
                    <a:pt x="25913" y="10188"/>
                    <a:pt x="25778" y="10245"/>
                    <a:pt x="25679" y="10359"/>
                  </a:cubicBezTo>
                  <a:cubicBezTo>
                    <a:pt x="25451" y="10558"/>
                    <a:pt x="25451" y="10899"/>
                    <a:pt x="25679" y="11098"/>
                  </a:cubicBezTo>
                  <a:cubicBezTo>
                    <a:pt x="25764" y="11212"/>
                    <a:pt x="25906" y="11269"/>
                    <a:pt x="26048" y="11269"/>
                  </a:cubicBezTo>
                  <a:cubicBezTo>
                    <a:pt x="26191" y="11269"/>
                    <a:pt x="26333" y="11212"/>
                    <a:pt x="26418" y="11098"/>
                  </a:cubicBezTo>
                  <a:cubicBezTo>
                    <a:pt x="26646" y="10899"/>
                    <a:pt x="26646" y="10558"/>
                    <a:pt x="26418" y="10359"/>
                  </a:cubicBezTo>
                  <a:cubicBezTo>
                    <a:pt x="26319" y="10245"/>
                    <a:pt x="26184" y="10188"/>
                    <a:pt x="26048" y="10188"/>
                  </a:cubicBezTo>
                  <a:close/>
                  <a:moveTo>
                    <a:pt x="23493" y="12741"/>
                  </a:moveTo>
                  <a:cubicBezTo>
                    <a:pt x="23354" y="12741"/>
                    <a:pt x="23219" y="12790"/>
                    <a:pt x="23120" y="12890"/>
                  </a:cubicBezTo>
                  <a:cubicBezTo>
                    <a:pt x="22920" y="13089"/>
                    <a:pt x="22920" y="13430"/>
                    <a:pt x="23120" y="13658"/>
                  </a:cubicBezTo>
                  <a:cubicBezTo>
                    <a:pt x="23233" y="13743"/>
                    <a:pt x="23375" y="13800"/>
                    <a:pt x="23489" y="13800"/>
                  </a:cubicBezTo>
                  <a:cubicBezTo>
                    <a:pt x="23631" y="13800"/>
                    <a:pt x="23774" y="13743"/>
                    <a:pt x="23887" y="13658"/>
                  </a:cubicBezTo>
                  <a:cubicBezTo>
                    <a:pt x="24086" y="13430"/>
                    <a:pt x="24086" y="13089"/>
                    <a:pt x="23887" y="12890"/>
                  </a:cubicBezTo>
                  <a:cubicBezTo>
                    <a:pt x="23774" y="12790"/>
                    <a:pt x="23631" y="12741"/>
                    <a:pt x="23493" y="12741"/>
                  </a:cubicBezTo>
                  <a:close/>
                  <a:moveTo>
                    <a:pt x="20958" y="15278"/>
                  </a:moveTo>
                  <a:cubicBezTo>
                    <a:pt x="20823" y="15278"/>
                    <a:pt x="20688" y="15335"/>
                    <a:pt x="20589" y="15449"/>
                  </a:cubicBezTo>
                  <a:cubicBezTo>
                    <a:pt x="20361" y="15648"/>
                    <a:pt x="20361" y="15989"/>
                    <a:pt x="20589" y="16188"/>
                  </a:cubicBezTo>
                  <a:cubicBezTo>
                    <a:pt x="20674" y="16302"/>
                    <a:pt x="20816" y="16359"/>
                    <a:pt x="20958" y="16359"/>
                  </a:cubicBezTo>
                  <a:cubicBezTo>
                    <a:pt x="21101" y="16359"/>
                    <a:pt x="21214" y="16302"/>
                    <a:pt x="21328" y="16188"/>
                  </a:cubicBezTo>
                  <a:cubicBezTo>
                    <a:pt x="21527" y="15989"/>
                    <a:pt x="21527" y="15648"/>
                    <a:pt x="21328" y="15449"/>
                  </a:cubicBezTo>
                  <a:cubicBezTo>
                    <a:pt x="21228" y="15335"/>
                    <a:pt x="21093" y="15278"/>
                    <a:pt x="20958" y="15278"/>
                  </a:cubicBezTo>
                  <a:close/>
                  <a:moveTo>
                    <a:pt x="18399" y="17831"/>
                  </a:moveTo>
                  <a:cubicBezTo>
                    <a:pt x="18264" y="17831"/>
                    <a:pt x="18129" y="17880"/>
                    <a:pt x="18029" y="17980"/>
                  </a:cubicBezTo>
                  <a:cubicBezTo>
                    <a:pt x="17830" y="18207"/>
                    <a:pt x="17830" y="18549"/>
                    <a:pt x="18029" y="18748"/>
                  </a:cubicBezTo>
                  <a:cubicBezTo>
                    <a:pt x="18143" y="18833"/>
                    <a:pt x="18257" y="18890"/>
                    <a:pt x="18399" y="18890"/>
                  </a:cubicBezTo>
                  <a:cubicBezTo>
                    <a:pt x="18541" y="18890"/>
                    <a:pt x="18683" y="18833"/>
                    <a:pt x="18769" y="18748"/>
                  </a:cubicBezTo>
                  <a:cubicBezTo>
                    <a:pt x="18996" y="18549"/>
                    <a:pt x="18996" y="18207"/>
                    <a:pt x="18769" y="17980"/>
                  </a:cubicBezTo>
                  <a:cubicBezTo>
                    <a:pt x="18669" y="17880"/>
                    <a:pt x="18534" y="17831"/>
                    <a:pt x="18399" y="17831"/>
                  </a:cubicBezTo>
                  <a:close/>
                  <a:moveTo>
                    <a:pt x="15865" y="20390"/>
                  </a:moveTo>
                  <a:cubicBezTo>
                    <a:pt x="15726" y="20390"/>
                    <a:pt x="15584" y="20440"/>
                    <a:pt x="15470" y="20539"/>
                  </a:cubicBezTo>
                  <a:cubicBezTo>
                    <a:pt x="15271" y="20738"/>
                    <a:pt x="15271" y="21080"/>
                    <a:pt x="15470" y="21279"/>
                  </a:cubicBezTo>
                  <a:cubicBezTo>
                    <a:pt x="15584" y="21392"/>
                    <a:pt x="15726" y="21449"/>
                    <a:pt x="15868" y="21449"/>
                  </a:cubicBezTo>
                  <a:cubicBezTo>
                    <a:pt x="15982" y="21449"/>
                    <a:pt x="16124" y="21392"/>
                    <a:pt x="16238" y="21279"/>
                  </a:cubicBezTo>
                  <a:cubicBezTo>
                    <a:pt x="16437" y="21080"/>
                    <a:pt x="16437" y="20738"/>
                    <a:pt x="16238" y="20539"/>
                  </a:cubicBezTo>
                  <a:cubicBezTo>
                    <a:pt x="16138" y="20440"/>
                    <a:pt x="16003" y="20390"/>
                    <a:pt x="15865" y="20390"/>
                  </a:cubicBezTo>
                  <a:close/>
                  <a:moveTo>
                    <a:pt x="13309" y="22921"/>
                  </a:moveTo>
                  <a:cubicBezTo>
                    <a:pt x="13174" y="22921"/>
                    <a:pt x="13039" y="22971"/>
                    <a:pt x="12939" y="23070"/>
                  </a:cubicBezTo>
                  <a:cubicBezTo>
                    <a:pt x="12712" y="23298"/>
                    <a:pt x="12712" y="23639"/>
                    <a:pt x="12939" y="23838"/>
                  </a:cubicBezTo>
                  <a:cubicBezTo>
                    <a:pt x="13025" y="23952"/>
                    <a:pt x="13167" y="23980"/>
                    <a:pt x="13309" y="23980"/>
                  </a:cubicBezTo>
                  <a:cubicBezTo>
                    <a:pt x="13451" y="23980"/>
                    <a:pt x="13593" y="23952"/>
                    <a:pt x="13679" y="23838"/>
                  </a:cubicBezTo>
                  <a:cubicBezTo>
                    <a:pt x="13906" y="23639"/>
                    <a:pt x="13906" y="23298"/>
                    <a:pt x="13679" y="23070"/>
                  </a:cubicBezTo>
                  <a:cubicBezTo>
                    <a:pt x="13579" y="22971"/>
                    <a:pt x="13444" y="22921"/>
                    <a:pt x="13309" y="22921"/>
                  </a:cubicBezTo>
                  <a:close/>
                  <a:moveTo>
                    <a:pt x="10764" y="25480"/>
                  </a:moveTo>
                  <a:cubicBezTo>
                    <a:pt x="10629" y="25480"/>
                    <a:pt x="10494" y="25530"/>
                    <a:pt x="10380" y="25629"/>
                  </a:cubicBezTo>
                  <a:cubicBezTo>
                    <a:pt x="10181" y="25829"/>
                    <a:pt x="10181" y="26170"/>
                    <a:pt x="10380" y="26397"/>
                  </a:cubicBezTo>
                  <a:cubicBezTo>
                    <a:pt x="10494" y="26483"/>
                    <a:pt x="10636" y="26539"/>
                    <a:pt x="10778" y="26539"/>
                  </a:cubicBezTo>
                  <a:cubicBezTo>
                    <a:pt x="10892" y="26539"/>
                    <a:pt x="11034" y="26483"/>
                    <a:pt x="11148" y="26397"/>
                  </a:cubicBezTo>
                  <a:cubicBezTo>
                    <a:pt x="11347" y="26170"/>
                    <a:pt x="11347" y="25829"/>
                    <a:pt x="11148" y="25629"/>
                  </a:cubicBezTo>
                  <a:cubicBezTo>
                    <a:pt x="11034" y="25530"/>
                    <a:pt x="10899" y="25480"/>
                    <a:pt x="10764" y="25480"/>
                  </a:cubicBezTo>
                  <a:close/>
                  <a:moveTo>
                    <a:pt x="8219" y="28018"/>
                  </a:moveTo>
                  <a:cubicBezTo>
                    <a:pt x="8084" y="28018"/>
                    <a:pt x="7949" y="28075"/>
                    <a:pt x="7849" y="28189"/>
                  </a:cubicBezTo>
                  <a:cubicBezTo>
                    <a:pt x="7622" y="28388"/>
                    <a:pt x="7622" y="28729"/>
                    <a:pt x="7849" y="28928"/>
                  </a:cubicBezTo>
                  <a:cubicBezTo>
                    <a:pt x="7934" y="29042"/>
                    <a:pt x="8077" y="29099"/>
                    <a:pt x="8219" y="29099"/>
                  </a:cubicBezTo>
                  <a:cubicBezTo>
                    <a:pt x="8361" y="29099"/>
                    <a:pt x="8475" y="29042"/>
                    <a:pt x="8588" y="28928"/>
                  </a:cubicBezTo>
                  <a:cubicBezTo>
                    <a:pt x="8787" y="28729"/>
                    <a:pt x="8787" y="28388"/>
                    <a:pt x="8588" y="28189"/>
                  </a:cubicBezTo>
                  <a:cubicBezTo>
                    <a:pt x="8489" y="28075"/>
                    <a:pt x="8354" y="28018"/>
                    <a:pt x="8219" y="28018"/>
                  </a:cubicBezTo>
                  <a:close/>
                  <a:moveTo>
                    <a:pt x="5663" y="30570"/>
                  </a:moveTo>
                  <a:cubicBezTo>
                    <a:pt x="5524" y="30570"/>
                    <a:pt x="5389" y="30620"/>
                    <a:pt x="5290" y="30720"/>
                  </a:cubicBezTo>
                  <a:cubicBezTo>
                    <a:pt x="5091" y="30947"/>
                    <a:pt x="5091" y="31260"/>
                    <a:pt x="5290" y="31487"/>
                  </a:cubicBezTo>
                  <a:cubicBezTo>
                    <a:pt x="5403" y="31573"/>
                    <a:pt x="5546" y="31630"/>
                    <a:pt x="5659" y="31630"/>
                  </a:cubicBezTo>
                  <a:cubicBezTo>
                    <a:pt x="5802" y="31630"/>
                    <a:pt x="5944" y="31573"/>
                    <a:pt x="6058" y="31487"/>
                  </a:cubicBezTo>
                  <a:cubicBezTo>
                    <a:pt x="6257" y="31260"/>
                    <a:pt x="6257" y="30947"/>
                    <a:pt x="6058" y="30720"/>
                  </a:cubicBezTo>
                  <a:cubicBezTo>
                    <a:pt x="5944" y="30620"/>
                    <a:pt x="5802" y="30570"/>
                    <a:pt x="5663" y="30570"/>
                  </a:cubicBezTo>
                  <a:close/>
                  <a:moveTo>
                    <a:pt x="3125" y="33108"/>
                  </a:moveTo>
                  <a:cubicBezTo>
                    <a:pt x="2986" y="33108"/>
                    <a:pt x="2844" y="33165"/>
                    <a:pt x="2730" y="33279"/>
                  </a:cubicBezTo>
                  <a:cubicBezTo>
                    <a:pt x="2531" y="33478"/>
                    <a:pt x="2531" y="33819"/>
                    <a:pt x="2730" y="34018"/>
                  </a:cubicBezTo>
                  <a:cubicBezTo>
                    <a:pt x="2844" y="34132"/>
                    <a:pt x="2986" y="34189"/>
                    <a:pt x="3129" y="34189"/>
                  </a:cubicBezTo>
                  <a:cubicBezTo>
                    <a:pt x="3242" y="34189"/>
                    <a:pt x="3384" y="34132"/>
                    <a:pt x="3498" y="34018"/>
                  </a:cubicBezTo>
                  <a:cubicBezTo>
                    <a:pt x="3697" y="33819"/>
                    <a:pt x="3697" y="33478"/>
                    <a:pt x="3498" y="33279"/>
                  </a:cubicBezTo>
                  <a:cubicBezTo>
                    <a:pt x="3399" y="33165"/>
                    <a:pt x="3264" y="33108"/>
                    <a:pt x="3125" y="33108"/>
                  </a:cubicBezTo>
                  <a:close/>
                  <a:moveTo>
                    <a:pt x="569" y="35660"/>
                  </a:moveTo>
                  <a:cubicBezTo>
                    <a:pt x="434" y="35660"/>
                    <a:pt x="299" y="35710"/>
                    <a:pt x="200" y="35810"/>
                  </a:cubicBezTo>
                  <a:cubicBezTo>
                    <a:pt x="1" y="36037"/>
                    <a:pt x="1" y="36379"/>
                    <a:pt x="200" y="36578"/>
                  </a:cubicBezTo>
                  <a:cubicBezTo>
                    <a:pt x="313" y="36691"/>
                    <a:pt x="427" y="36720"/>
                    <a:pt x="569" y="36720"/>
                  </a:cubicBezTo>
                  <a:cubicBezTo>
                    <a:pt x="711" y="36720"/>
                    <a:pt x="854" y="36691"/>
                    <a:pt x="939" y="36578"/>
                  </a:cubicBezTo>
                  <a:cubicBezTo>
                    <a:pt x="1166" y="36379"/>
                    <a:pt x="1166" y="36037"/>
                    <a:pt x="939" y="35810"/>
                  </a:cubicBezTo>
                  <a:cubicBezTo>
                    <a:pt x="839" y="35710"/>
                    <a:pt x="704" y="35660"/>
                    <a:pt x="569" y="3566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6"/>
            <p:cNvSpPr/>
            <p:nvPr/>
          </p:nvSpPr>
          <p:spPr>
            <a:xfrm>
              <a:off x="4760675" y="353925"/>
              <a:ext cx="27050" cy="26875"/>
            </a:xfrm>
            <a:custGeom>
              <a:rect b="b" l="l" r="r" t="t"/>
              <a:pathLst>
                <a:path extrusionOk="0" h="1075" w="1082">
                  <a:moveTo>
                    <a:pt x="563" y="0"/>
                  </a:moveTo>
                  <a:cubicBezTo>
                    <a:pt x="517" y="0"/>
                    <a:pt x="471" y="7"/>
                    <a:pt x="427" y="22"/>
                  </a:cubicBezTo>
                  <a:cubicBezTo>
                    <a:pt x="399" y="22"/>
                    <a:pt x="370" y="22"/>
                    <a:pt x="342" y="51"/>
                  </a:cubicBezTo>
                  <a:cubicBezTo>
                    <a:pt x="314" y="51"/>
                    <a:pt x="285" y="79"/>
                    <a:pt x="228" y="79"/>
                  </a:cubicBezTo>
                  <a:cubicBezTo>
                    <a:pt x="200" y="107"/>
                    <a:pt x="200" y="136"/>
                    <a:pt x="171" y="164"/>
                  </a:cubicBezTo>
                  <a:cubicBezTo>
                    <a:pt x="143" y="193"/>
                    <a:pt x="115" y="193"/>
                    <a:pt x="86" y="250"/>
                  </a:cubicBezTo>
                  <a:cubicBezTo>
                    <a:pt x="86" y="278"/>
                    <a:pt x="58" y="306"/>
                    <a:pt x="58" y="335"/>
                  </a:cubicBezTo>
                  <a:cubicBezTo>
                    <a:pt x="29" y="363"/>
                    <a:pt x="29" y="392"/>
                    <a:pt x="29" y="420"/>
                  </a:cubicBezTo>
                  <a:cubicBezTo>
                    <a:pt x="1" y="449"/>
                    <a:pt x="1" y="506"/>
                    <a:pt x="1" y="534"/>
                  </a:cubicBezTo>
                  <a:cubicBezTo>
                    <a:pt x="1" y="562"/>
                    <a:pt x="1" y="591"/>
                    <a:pt x="29" y="648"/>
                  </a:cubicBezTo>
                  <a:cubicBezTo>
                    <a:pt x="29" y="676"/>
                    <a:pt x="29" y="705"/>
                    <a:pt x="58" y="733"/>
                  </a:cubicBezTo>
                  <a:cubicBezTo>
                    <a:pt x="58" y="761"/>
                    <a:pt x="86" y="790"/>
                    <a:pt x="86" y="818"/>
                  </a:cubicBezTo>
                  <a:cubicBezTo>
                    <a:pt x="115" y="847"/>
                    <a:pt x="143" y="875"/>
                    <a:pt x="171" y="904"/>
                  </a:cubicBezTo>
                  <a:cubicBezTo>
                    <a:pt x="200" y="932"/>
                    <a:pt x="200" y="961"/>
                    <a:pt x="228" y="989"/>
                  </a:cubicBezTo>
                  <a:cubicBezTo>
                    <a:pt x="285" y="989"/>
                    <a:pt x="314" y="1017"/>
                    <a:pt x="342" y="1017"/>
                  </a:cubicBezTo>
                  <a:cubicBezTo>
                    <a:pt x="370" y="1046"/>
                    <a:pt x="399" y="1046"/>
                    <a:pt x="427" y="1046"/>
                  </a:cubicBezTo>
                  <a:cubicBezTo>
                    <a:pt x="456" y="1074"/>
                    <a:pt x="513" y="1074"/>
                    <a:pt x="541" y="1074"/>
                  </a:cubicBezTo>
                  <a:cubicBezTo>
                    <a:pt x="683" y="1074"/>
                    <a:pt x="825" y="1017"/>
                    <a:pt x="911" y="904"/>
                  </a:cubicBezTo>
                  <a:cubicBezTo>
                    <a:pt x="939" y="875"/>
                    <a:pt x="968" y="847"/>
                    <a:pt x="996" y="818"/>
                  </a:cubicBezTo>
                  <a:cubicBezTo>
                    <a:pt x="996" y="790"/>
                    <a:pt x="1025" y="761"/>
                    <a:pt x="1025" y="733"/>
                  </a:cubicBezTo>
                  <a:cubicBezTo>
                    <a:pt x="1053" y="705"/>
                    <a:pt x="1053" y="676"/>
                    <a:pt x="1053" y="648"/>
                  </a:cubicBezTo>
                  <a:cubicBezTo>
                    <a:pt x="1081" y="591"/>
                    <a:pt x="1081" y="562"/>
                    <a:pt x="1081" y="534"/>
                  </a:cubicBezTo>
                  <a:cubicBezTo>
                    <a:pt x="1081" y="506"/>
                    <a:pt x="1053" y="449"/>
                    <a:pt x="1053" y="420"/>
                  </a:cubicBezTo>
                  <a:cubicBezTo>
                    <a:pt x="1053" y="392"/>
                    <a:pt x="1053" y="363"/>
                    <a:pt x="1025" y="335"/>
                  </a:cubicBezTo>
                  <a:cubicBezTo>
                    <a:pt x="1025" y="306"/>
                    <a:pt x="996" y="278"/>
                    <a:pt x="996" y="250"/>
                  </a:cubicBezTo>
                  <a:cubicBezTo>
                    <a:pt x="968" y="193"/>
                    <a:pt x="939" y="193"/>
                    <a:pt x="911" y="164"/>
                  </a:cubicBezTo>
                  <a:cubicBezTo>
                    <a:pt x="826" y="59"/>
                    <a:pt x="695" y="0"/>
                    <a:pt x="5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 name="Google Shape;474;p36"/>
          <p:cNvSpPr txBox="1"/>
          <p:nvPr/>
        </p:nvSpPr>
        <p:spPr>
          <a:xfrm>
            <a:off x="96150" y="1180450"/>
            <a:ext cx="2847300" cy="2875200"/>
          </a:xfrm>
          <a:prstGeom prst="rect">
            <a:avLst/>
          </a:prstGeom>
          <a:solidFill>
            <a:srgbClr val="E3E9ED"/>
          </a:solidFill>
          <a:ln>
            <a:noFill/>
          </a:ln>
        </p:spPr>
        <p:txBody>
          <a:bodyPr anchorCtr="0" anchor="t" bIns="91425" lIns="91425" spcFirstLastPara="1" rIns="91425" wrap="square" tIns="91425">
            <a:noAutofit/>
          </a:bodyPr>
          <a:lstStyle/>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Metropolitan Water District of Southern California</a:t>
            </a:r>
            <a:endParaRPr sz="1100">
              <a:solidFill>
                <a:schemeClr val="dk1"/>
              </a:solidFill>
              <a:latin typeface="Albert Sans"/>
              <a:ea typeface="Albert Sans"/>
              <a:cs typeface="Albert Sans"/>
              <a:sym typeface="Albert Sans"/>
            </a:endParaRPr>
          </a:p>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Los Angeles Department of Water and Power (LADWP)</a:t>
            </a:r>
            <a:endParaRPr sz="1100">
              <a:solidFill>
                <a:schemeClr val="dk1"/>
              </a:solidFill>
              <a:latin typeface="Albert Sans"/>
              <a:ea typeface="Albert Sans"/>
              <a:cs typeface="Albert Sans"/>
              <a:sym typeface="Albert Sans"/>
            </a:endParaRPr>
          </a:p>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City of Los Angeles: Municipality</a:t>
            </a:r>
            <a:endParaRPr sz="1100">
              <a:solidFill>
                <a:schemeClr val="dk1"/>
              </a:solidFill>
              <a:latin typeface="Albert Sans"/>
              <a:ea typeface="Albert Sans"/>
              <a:cs typeface="Albert Sans"/>
              <a:sym typeface="Albert Sans"/>
            </a:endParaRPr>
          </a:p>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City of San Diego: Municipality</a:t>
            </a:r>
            <a:endParaRPr sz="1100">
              <a:solidFill>
                <a:schemeClr val="dk1"/>
              </a:solidFill>
              <a:latin typeface="Albert Sans"/>
              <a:ea typeface="Albert Sans"/>
              <a:cs typeface="Albert Sans"/>
              <a:sym typeface="Albert Sans"/>
            </a:endParaRPr>
          </a:p>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City of Long Beach: Municipality</a:t>
            </a:r>
            <a:endParaRPr sz="1100">
              <a:solidFill>
                <a:schemeClr val="dk1"/>
              </a:solidFill>
              <a:latin typeface="Albert Sans"/>
              <a:ea typeface="Albert Sans"/>
              <a:cs typeface="Albert Sans"/>
              <a:sym typeface="Albert Sans"/>
            </a:endParaRPr>
          </a:p>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San Diego Water Authority</a:t>
            </a:r>
            <a:endParaRPr sz="1100">
              <a:solidFill>
                <a:schemeClr val="dk1"/>
              </a:solidFill>
              <a:latin typeface="Albert Sans"/>
              <a:ea typeface="Albert Sans"/>
              <a:cs typeface="Albert Sans"/>
              <a:sym typeface="Albert Sans"/>
            </a:endParaRPr>
          </a:p>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Long Beach Water Department</a:t>
            </a:r>
            <a:endParaRPr sz="1100">
              <a:solidFill>
                <a:schemeClr val="dk1"/>
              </a:solidFill>
              <a:latin typeface="Albert Sans"/>
              <a:ea typeface="Albert Sans"/>
              <a:cs typeface="Albert Sans"/>
              <a:sym typeface="Albert Sans"/>
            </a:endParaRPr>
          </a:p>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California State Water Resources Control Board</a:t>
            </a:r>
            <a:endParaRPr sz="1100">
              <a:solidFill>
                <a:schemeClr val="dk1"/>
              </a:solidFill>
              <a:latin typeface="Albert Sans"/>
              <a:ea typeface="Albert Sans"/>
              <a:cs typeface="Albert Sans"/>
              <a:sym typeface="Albert Sans"/>
            </a:endParaRPr>
          </a:p>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Orange County Water District</a:t>
            </a:r>
            <a:endParaRPr sz="1100">
              <a:solidFill>
                <a:schemeClr val="dk1"/>
              </a:solidFill>
              <a:latin typeface="Albert Sans"/>
              <a:ea typeface="Albert Sans"/>
              <a:cs typeface="Albert Sans"/>
              <a:sym typeface="Albert Sans"/>
            </a:endParaRPr>
          </a:p>
          <a:p>
            <a:pPr indent="-298450" lvl="0" marL="457200" rtl="0" algn="just">
              <a:lnSpc>
                <a:spcPct val="115000"/>
              </a:lnSpc>
              <a:spcBef>
                <a:spcPts val="0"/>
              </a:spcBef>
              <a:spcAft>
                <a:spcPts val="0"/>
              </a:spcAft>
              <a:buClr>
                <a:schemeClr val="dk1"/>
              </a:buClr>
              <a:buSzPts val="1100"/>
              <a:buFont typeface="Albert Sans"/>
              <a:buAutoNum type="arabicPeriod"/>
            </a:pPr>
            <a:r>
              <a:rPr lang="en" sz="1100">
                <a:solidFill>
                  <a:schemeClr val="dk1"/>
                </a:solidFill>
                <a:latin typeface="Albert Sans"/>
                <a:ea typeface="Albert Sans"/>
                <a:cs typeface="Albert Sans"/>
                <a:sym typeface="Albert Sans"/>
              </a:rPr>
              <a:t>Irvine Ranch Water District</a:t>
            </a:r>
            <a:endParaRPr sz="1100">
              <a:solidFill>
                <a:schemeClr val="dk1"/>
              </a:solidFill>
              <a:latin typeface="Albert Sans"/>
              <a:ea typeface="Albert Sans"/>
              <a:cs typeface="Albert Sans"/>
              <a:sym typeface="Albert Sans"/>
            </a:endParaRPr>
          </a:p>
        </p:txBody>
      </p:sp>
      <p:sp>
        <p:nvSpPr>
          <p:cNvPr id="475" name="Google Shape;475;p36"/>
          <p:cNvSpPr txBox="1"/>
          <p:nvPr/>
        </p:nvSpPr>
        <p:spPr>
          <a:xfrm>
            <a:off x="6469700" y="710250"/>
            <a:ext cx="2270100" cy="33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Albert Sans"/>
                <a:ea typeface="Albert Sans"/>
                <a:cs typeface="Albert Sans"/>
                <a:sym typeface="Albert Sans"/>
              </a:rPr>
              <a:t>Top 5 Competitors</a:t>
            </a:r>
            <a:endParaRPr b="1">
              <a:solidFill>
                <a:schemeClr val="dk2"/>
              </a:solidFill>
              <a:latin typeface="Albert Sans"/>
              <a:ea typeface="Albert Sans"/>
              <a:cs typeface="Albert Sans"/>
              <a:sym typeface="Albert Sans"/>
            </a:endParaRPr>
          </a:p>
        </p:txBody>
      </p:sp>
      <p:sp>
        <p:nvSpPr>
          <p:cNvPr id="476" name="Google Shape;476;p36"/>
          <p:cNvSpPr/>
          <p:nvPr/>
        </p:nvSpPr>
        <p:spPr>
          <a:xfrm>
            <a:off x="3082838" y="585550"/>
            <a:ext cx="2765400" cy="1734000"/>
          </a:xfrm>
          <a:prstGeom prst="roundRect">
            <a:avLst>
              <a:gd fmla="val 16667" name="adj"/>
            </a:avLst>
          </a:prstGeom>
          <a:solidFill>
            <a:srgbClr val="E3E7EA"/>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rPr b="1" lang="en" sz="1300">
                <a:solidFill>
                  <a:schemeClr val="dk2"/>
                </a:solidFill>
                <a:latin typeface="Albert Sans"/>
                <a:ea typeface="Albert Sans"/>
                <a:cs typeface="Albert Sans"/>
                <a:sym typeface="Albert Sans"/>
              </a:rPr>
              <a:t>Competitive Strategie</a:t>
            </a:r>
            <a:r>
              <a:rPr b="1" lang="en" sz="1300">
                <a:solidFill>
                  <a:schemeClr val="dk2"/>
                </a:solidFill>
              </a:rPr>
              <a:t>s</a:t>
            </a:r>
            <a:endParaRPr b="1" sz="1300">
              <a:solidFill>
                <a:schemeClr val="dk2"/>
              </a:solidFill>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Advertising Blockchain-Powered Security</a:t>
            </a:r>
            <a:endParaRPr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Customizable Solutions for Real-World Impact</a:t>
            </a:r>
            <a:endParaRPr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Fostering a Collaborative Ecosystem</a:t>
            </a:r>
            <a:endParaRPr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Sustainability Leadership</a:t>
            </a:r>
            <a:endParaRPr sz="1100">
              <a:solidFill>
                <a:schemeClr val="dk1"/>
              </a:solidFill>
              <a:latin typeface="Albert Sans"/>
              <a:ea typeface="Albert Sans"/>
              <a:cs typeface="Albert Sans"/>
              <a:sym typeface="Albert Sans"/>
            </a:endParaRPr>
          </a:p>
          <a:p>
            <a:pPr indent="-298450" lvl="0" marL="457200" rtl="0" algn="l">
              <a:spcBef>
                <a:spcPts val="0"/>
              </a:spcBef>
              <a:spcAft>
                <a:spcPts val="0"/>
              </a:spcAft>
              <a:buClr>
                <a:schemeClr val="dk1"/>
              </a:buClr>
              <a:buSzPts val="1100"/>
              <a:buFont typeface="Albert Sans"/>
              <a:buChar char="●"/>
            </a:pPr>
            <a:r>
              <a:rPr lang="en" sz="1100">
                <a:solidFill>
                  <a:schemeClr val="dk1"/>
                </a:solidFill>
                <a:latin typeface="Albert Sans"/>
                <a:ea typeface="Albert Sans"/>
                <a:cs typeface="Albert Sans"/>
                <a:sym typeface="Albert Sans"/>
              </a:rPr>
              <a:t>Continuous Innovation</a:t>
            </a:r>
            <a:endParaRPr sz="1100">
              <a:solidFill>
                <a:schemeClr val="dk1"/>
              </a:solidFill>
              <a:latin typeface="Albert Sans"/>
              <a:ea typeface="Albert Sans"/>
              <a:cs typeface="Albert Sans"/>
              <a:sym typeface="Albert Sans"/>
            </a:endParaRPr>
          </a:p>
        </p:txBody>
      </p:sp>
      <p:sp>
        <p:nvSpPr>
          <p:cNvPr id="477" name="Google Shape;477;p36"/>
          <p:cNvSpPr/>
          <p:nvPr/>
        </p:nvSpPr>
        <p:spPr>
          <a:xfrm>
            <a:off x="3082800" y="2548075"/>
            <a:ext cx="2765475" cy="2483375"/>
          </a:xfrm>
          <a:prstGeom prst="flowChartInternalStorage">
            <a:avLst/>
          </a:prstGeom>
          <a:solidFill>
            <a:srgbClr val="BAC8D3"/>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latin typeface="Albert Sans"/>
                <a:ea typeface="Albert Sans"/>
                <a:cs typeface="Albert Sans"/>
                <a:sym typeface="Albert Sans"/>
              </a:rPr>
              <a:t>1. Technological Advancements by Competitors</a:t>
            </a:r>
            <a:endParaRPr sz="1300">
              <a:latin typeface="Albert Sans"/>
              <a:ea typeface="Albert Sans"/>
              <a:cs typeface="Albert Sans"/>
              <a:sym typeface="Albert Sans"/>
            </a:endParaRPr>
          </a:p>
          <a:p>
            <a:pPr indent="0" lvl="0" marL="0" rtl="0" algn="l">
              <a:lnSpc>
                <a:spcPct val="115000"/>
              </a:lnSpc>
              <a:spcBef>
                <a:spcPts val="0"/>
              </a:spcBef>
              <a:spcAft>
                <a:spcPts val="0"/>
              </a:spcAft>
              <a:buNone/>
            </a:pPr>
            <a:r>
              <a:rPr lang="en" sz="1300">
                <a:latin typeface="Albert Sans"/>
                <a:ea typeface="Albert Sans"/>
                <a:cs typeface="Albert Sans"/>
                <a:sym typeface="Albert Sans"/>
              </a:rPr>
              <a:t>2. Regulatory Changes</a:t>
            </a:r>
            <a:endParaRPr sz="1300">
              <a:latin typeface="Albert Sans"/>
              <a:ea typeface="Albert Sans"/>
              <a:cs typeface="Albert Sans"/>
              <a:sym typeface="Albert Sans"/>
            </a:endParaRPr>
          </a:p>
          <a:p>
            <a:pPr indent="0" lvl="0" marL="0" rtl="0" algn="l">
              <a:lnSpc>
                <a:spcPct val="115000"/>
              </a:lnSpc>
              <a:spcBef>
                <a:spcPts val="0"/>
              </a:spcBef>
              <a:spcAft>
                <a:spcPts val="0"/>
              </a:spcAft>
              <a:buNone/>
            </a:pPr>
            <a:r>
              <a:rPr lang="en" sz="1300">
                <a:latin typeface="Albert Sans"/>
                <a:ea typeface="Albert Sans"/>
                <a:cs typeface="Albert Sans"/>
                <a:sym typeface="Albert Sans"/>
              </a:rPr>
              <a:t>3. Cybersecurity Threats</a:t>
            </a:r>
            <a:endParaRPr sz="1300">
              <a:latin typeface="Albert Sans"/>
              <a:ea typeface="Albert Sans"/>
              <a:cs typeface="Albert Sans"/>
              <a:sym typeface="Albert Sans"/>
            </a:endParaRPr>
          </a:p>
          <a:p>
            <a:pPr indent="0" lvl="0" marL="0" rtl="0" algn="l">
              <a:lnSpc>
                <a:spcPct val="115000"/>
              </a:lnSpc>
              <a:spcBef>
                <a:spcPts val="0"/>
              </a:spcBef>
              <a:spcAft>
                <a:spcPts val="0"/>
              </a:spcAft>
              <a:buNone/>
            </a:pPr>
            <a:r>
              <a:rPr lang="en" sz="1300">
                <a:latin typeface="Albert Sans"/>
                <a:ea typeface="Albert Sans"/>
                <a:cs typeface="Albert Sans"/>
                <a:sym typeface="Albert Sans"/>
              </a:rPr>
              <a:t>4. Market Volatility</a:t>
            </a:r>
            <a:endParaRPr sz="1300">
              <a:latin typeface="Albert Sans"/>
              <a:ea typeface="Albert Sans"/>
              <a:cs typeface="Albert Sans"/>
              <a:sym typeface="Albert Sans"/>
            </a:endParaRPr>
          </a:p>
          <a:p>
            <a:pPr indent="0" lvl="0" marL="0" rtl="0" algn="l">
              <a:lnSpc>
                <a:spcPct val="115000"/>
              </a:lnSpc>
              <a:spcBef>
                <a:spcPts val="0"/>
              </a:spcBef>
              <a:spcAft>
                <a:spcPts val="0"/>
              </a:spcAft>
              <a:buNone/>
            </a:pPr>
            <a:r>
              <a:rPr lang="en" sz="1300">
                <a:latin typeface="Albert Sans"/>
                <a:ea typeface="Albert Sans"/>
                <a:cs typeface="Albert Sans"/>
                <a:sym typeface="Albert Sans"/>
              </a:rPr>
              <a:t>5. Intense Competition from Established Players</a:t>
            </a:r>
            <a:endParaRPr sz="1300">
              <a:latin typeface="Albert Sans"/>
              <a:ea typeface="Albert Sans"/>
              <a:cs typeface="Albert Sans"/>
              <a:sym typeface="Albert Sans"/>
            </a:endParaRPr>
          </a:p>
          <a:p>
            <a:pPr indent="0" lvl="0" marL="0" rtl="0" algn="ctr">
              <a:lnSpc>
                <a:spcPct val="115000"/>
              </a:lnSpc>
              <a:spcBef>
                <a:spcPts val="0"/>
              </a:spcBef>
              <a:spcAft>
                <a:spcPts val="0"/>
              </a:spcAft>
              <a:buNone/>
            </a:pPr>
            <a:r>
              <a:t/>
            </a:r>
            <a:endParaRPr sz="1300">
              <a:latin typeface="Albert Sans"/>
              <a:ea typeface="Albert Sans"/>
              <a:cs typeface="Albert Sans"/>
              <a:sym typeface="Albert Sans"/>
            </a:endParaRPr>
          </a:p>
        </p:txBody>
      </p:sp>
      <p:sp>
        <p:nvSpPr>
          <p:cNvPr id="478" name="Google Shape;478;p36"/>
          <p:cNvSpPr txBox="1"/>
          <p:nvPr/>
        </p:nvSpPr>
        <p:spPr>
          <a:xfrm>
            <a:off x="3374550" y="2548075"/>
            <a:ext cx="2394900" cy="2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dk2"/>
                </a:solidFill>
                <a:latin typeface="Albert Sans"/>
                <a:ea typeface="Albert Sans"/>
                <a:cs typeface="Albert Sans"/>
                <a:sym typeface="Albert Sans"/>
              </a:rPr>
              <a:t>Risks Overview</a:t>
            </a:r>
            <a:endParaRPr b="1" sz="1300">
              <a:solidFill>
                <a:schemeClr val="dk2"/>
              </a:solidFill>
              <a:latin typeface="Albert Sans"/>
              <a:ea typeface="Albert Sans"/>
              <a:cs typeface="Albert Sans"/>
              <a:sym typeface="Albert Sans"/>
            </a:endParaRPr>
          </a:p>
        </p:txBody>
      </p:sp>
      <p:pic>
        <p:nvPicPr>
          <p:cNvPr id="479" name="Google Shape;479;p36"/>
          <p:cNvPicPr preferRelativeResize="0"/>
          <p:nvPr/>
        </p:nvPicPr>
        <p:blipFill>
          <a:blip r:embed="rId3">
            <a:alphaModFix/>
          </a:blip>
          <a:stretch>
            <a:fillRect/>
          </a:stretch>
        </p:blipFill>
        <p:spPr>
          <a:xfrm>
            <a:off x="5848250" y="1180450"/>
            <a:ext cx="3292575" cy="2538800"/>
          </a:xfrm>
          <a:prstGeom prst="rect">
            <a:avLst/>
          </a:prstGeom>
          <a:noFill/>
          <a:ln>
            <a:noFill/>
          </a:ln>
        </p:spPr>
      </p:pic>
      <p:sp>
        <p:nvSpPr>
          <p:cNvPr id="480" name="Google Shape;480;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1" name="Google Shape;481;p36"/>
          <p:cNvSpPr txBox="1"/>
          <p:nvPr>
            <p:ph idx="2" type="subTitle"/>
          </p:nvPr>
        </p:nvSpPr>
        <p:spPr>
          <a:xfrm>
            <a:off x="5848275" y="4749850"/>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lt2"/>
                </a:solidFill>
              </a:rPr>
              <a:t>Slide by Rachana</a:t>
            </a:r>
            <a:endParaRPr b="1"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Predicted growth</a:t>
            </a:r>
            <a:endParaRPr/>
          </a:p>
        </p:txBody>
      </p:sp>
      <p:sp>
        <p:nvSpPr>
          <p:cNvPr id="487" name="Google Shape;487;p37"/>
          <p:cNvSpPr txBox="1"/>
          <p:nvPr/>
        </p:nvSpPr>
        <p:spPr>
          <a:xfrm>
            <a:off x="1239813" y="3713175"/>
            <a:ext cx="3032400" cy="3954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b="1" i="1" lang="en" sz="1200">
                <a:solidFill>
                  <a:schemeClr val="dk1"/>
                </a:solidFill>
                <a:latin typeface="Albert Sans"/>
                <a:ea typeface="Albert Sans"/>
                <a:cs typeface="Albert Sans"/>
                <a:sym typeface="Albert Sans"/>
              </a:rPr>
              <a:t>Projected </a:t>
            </a:r>
            <a:r>
              <a:rPr b="1" i="1" lang="en" sz="1200">
                <a:solidFill>
                  <a:schemeClr val="dk1"/>
                </a:solidFill>
                <a:latin typeface="Albert Sans"/>
                <a:ea typeface="Albert Sans"/>
                <a:cs typeface="Albert Sans"/>
                <a:sym typeface="Albert Sans"/>
              </a:rPr>
              <a:t>Cash Flow</a:t>
            </a:r>
            <a:r>
              <a:rPr i="1" lang="en" sz="1200">
                <a:solidFill>
                  <a:schemeClr val="dk1"/>
                </a:solidFill>
                <a:latin typeface="Albert Sans"/>
                <a:ea typeface="Albert Sans"/>
                <a:cs typeface="Albert Sans"/>
                <a:sym typeface="Albert Sans"/>
              </a:rPr>
              <a:t>:</a:t>
            </a:r>
            <a:r>
              <a:rPr i="1" lang="en" sz="1200">
                <a:solidFill>
                  <a:schemeClr val="dk1"/>
                </a:solidFill>
                <a:latin typeface="Albert Sans"/>
                <a:ea typeface="Albert Sans"/>
                <a:cs typeface="Albert Sans"/>
                <a:sym typeface="Albert Sans"/>
              </a:rPr>
              <a:t> Graph linked to </a:t>
            </a:r>
            <a:r>
              <a:rPr i="1" lang="en" sz="1200">
                <a:solidFill>
                  <a:schemeClr val="dk1"/>
                </a:solidFill>
                <a:latin typeface="Albert Sans"/>
                <a:ea typeface="Albert Sans"/>
                <a:cs typeface="Albert Sans"/>
                <a:sym typeface="Albert Sans"/>
              </a:rPr>
              <a:t>cash flow</a:t>
            </a:r>
            <a:r>
              <a:rPr i="1" lang="en" sz="1200">
                <a:solidFill>
                  <a:schemeClr val="dk1"/>
                </a:solidFill>
                <a:latin typeface="Albert Sans"/>
                <a:ea typeface="Albert Sans"/>
                <a:cs typeface="Albert Sans"/>
                <a:sym typeface="Albert Sans"/>
              </a:rPr>
              <a:t> projections.</a:t>
            </a:r>
            <a:endParaRPr b="1" i="1" sz="1200">
              <a:solidFill>
                <a:schemeClr val="dk1"/>
              </a:solidFill>
              <a:latin typeface="Albert Sans"/>
              <a:ea typeface="Albert Sans"/>
              <a:cs typeface="Albert Sans"/>
              <a:sym typeface="Albert Sans"/>
            </a:endParaRPr>
          </a:p>
        </p:txBody>
      </p:sp>
      <p:sp>
        <p:nvSpPr>
          <p:cNvPr id="488" name="Google Shape;488;p37"/>
          <p:cNvSpPr txBox="1"/>
          <p:nvPr/>
        </p:nvSpPr>
        <p:spPr>
          <a:xfrm>
            <a:off x="4687263" y="1476575"/>
            <a:ext cx="3035700" cy="395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2"/>
                </a:solidFill>
                <a:latin typeface="Albert Sans"/>
                <a:ea typeface="Albert Sans"/>
                <a:cs typeface="Albert Sans"/>
                <a:sym typeface="Albert Sans"/>
              </a:rPr>
              <a:t>From 2024-2034</a:t>
            </a:r>
            <a:endParaRPr b="1" sz="2400">
              <a:solidFill>
                <a:schemeClr val="dk2"/>
              </a:solidFill>
              <a:latin typeface="Albert Sans"/>
              <a:ea typeface="Albert Sans"/>
              <a:cs typeface="Albert Sans"/>
              <a:sym typeface="Albert Sans"/>
            </a:endParaRPr>
          </a:p>
        </p:txBody>
      </p:sp>
      <p:sp>
        <p:nvSpPr>
          <p:cNvPr id="489" name="Google Shape;489;p37"/>
          <p:cNvSpPr txBox="1"/>
          <p:nvPr/>
        </p:nvSpPr>
        <p:spPr>
          <a:xfrm>
            <a:off x="4688913" y="1871975"/>
            <a:ext cx="3032400" cy="13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Albert Sans"/>
                <a:ea typeface="Albert Sans"/>
                <a:cs typeface="Albert Sans"/>
                <a:sym typeface="Albert Sans"/>
              </a:rPr>
              <a:t>We expect the revenue to grow at </a:t>
            </a:r>
            <a:r>
              <a:rPr b="1" lang="en" sz="1500">
                <a:solidFill>
                  <a:schemeClr val="dk1"/>
                </a:solidFill>
                <a:latin typeface="Albert Sans"/>
                <a:ea typeface="Albert Sans"/>
                <a:cs typeface="Albert Sans"/>
                <a:sym typeface="Albert Sans"/>
              </a:rPr>
              <a:t>IRR</a:t>
            </a:r>
            <a:r>
              <a:rPr lang="en" sz="1500">
                <a:solidFill>
                  <a:schemeClr val="dk1"/>
                </a:solidFill>
                <a:latin typeface="Albert Sans"/>
                <a:ea typeface="Albert Sans"/>
                <a:cs typeface="Albert Sans"/>
                <a:sym typeface="Albert Sans"/>
              </a:rPr>
              <a:t> </a:t>
            </a:r>
            <a:r>
              <a:rPr b="1" lang="en" sz="1500">
                <a:solidFill>
                  <a:schemeClr val="dk1"/>
                </a:solidFill>
                <a:latin typeface="Albert Sans"/>
                <a:ea typeface="Albert Sans"/>
                <a:cs typeface="Albert Sans"/>
                <a:sym typeface="Albert Sans"/>
              </a:rPr>
              <a:t>36% </a:t>
            </a:r>
            <a:r>
              <a:rPr lang="en" sz="1500">
                <a:solidFill>
                  <a:schemeClr val="dk1"/>
                </a:solidFill>
                <a:latin typeface="Albert Sans"/>
                <a:ea typeface="Albert Sans"/>
                <a:cs typeface="Albert Sans"/>
                <a:sym typeface="Albert Sans"/>
              </a:rPr>
              <a:t>with gross revenue about</a:t>
            </a:r>
            <a:r>
              <a:rPr b="1" lang="en" sz="1500">
                <a:solidFill>
                  <a:schemeClr val="dk1"/>
                </a:solidFill>
                <a:latin typeface="Albert Sans"/>
                <a:ea typeface="Albert Sans"/>
                <a:cs typeface="Albert Sans"/>
                <a:sym typeface="Albert Sans"/>
              </a:rPr>
              <a:t> $11M </a:t>
            </a:r>
            <a:r>
              <a:rPr lang="en" sz="1500">
                <a:solidFill>
                  <a:schemeClr val="dk1"/>
                </a:solidFill>
                <a:latin typeface="Albert Sans"/>
                <a:ea typeface="Albert Sans"/>
                <a:cs typeface="Albert Sans"/>
                <a:sym typeface="Albert Sans"/>
              </a:rPr>
              <a:t>at the EOL.</a:t>
            </a:r>
            <a:endParaRPr sz="15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b="1" sz="1500">
              <a:solidFill>
                <a:schemeClr val="dk1"/>
              </a:solidFill>
              <a:latin typeface="Albert Sans"/>
              <a:ea typeface="Albert Sans"/>
              <a:cs typeface="Albert Sans"/>
              <a:sym typeface="Albert Sans"/>
            </a:endParaRPr>
          </a:p>
          <a:p>
            <a:pPr indent="0" lvl="0" marL="0" rtl="0" algn="l">
              <a:spcBef>
                <a:spcPts val="0"/>
              </a:spcBef>
              <a:spcAft>
                <a:spcPts val="0"/>
              </a:spcAft>
              <a:buNone/>
            </a:pPr>
            <a:r>
              <a:rPr lang="en" sz="1500">
                <a:solidFill>
                  <a:schemeClr val="dk1"/>
                </a:solidFill>
                <a:latin typeface="Albert Sans"/>
                <a:ea typeface="Albert Sans"/>
                <a:cs typeface="Albert Sans"/>
                <a:sym typeface="Albert Sans"/>
              </a:rPr>
              <a:t>Our margin is </a:t>
            </a:r>
            <a:r>
              <a:rPr b="1" lang="en" sz="1500">
                <a:solidFill>
                  <a:schemeClr val="dk1"/>
                </a:solidFill>
                <a:latin typeface="Albert Sans"/>
                <a:ea typeface="Albert Sans"/>
                <a:cs typeface="Albert Sans"/>
                <a:sym typeface="Albert Sans"/>
              </a:rPr>
              <a:t>31%.</a:t>
            </a:r>
            <a:endParaRPr b="1" sz="1500">
              <a:solidFill>
                <a:schemeClr val="dk1"/>
              </a:solidFill>
              <a:latin typeface="Albert Sans"/>
              <a:ea typeface="Albert Sans"/>
              <a:cs typeface="Albert Sans"/>
              <a:sym typeface="Albert Sans"/>
            </a:endParaRPr>
          </a:p>
        </p:txBody>
      </p:sp>
      <p:grpSp>
        <p:nvGrpSpPr>
          <p:cNvPr id="490" name="Google Shape;490;p37"/>
          <p:cNvGrpSpPr/>
          <p:nvPr/>
        </p:nvGrpSpPr>
        <p:grpSpPr>
          <a:xfrm flipH="1" rot="10800000">
            <a:off x="7191426" y="3236007"/>
            <a:ext cx="2340953" cy="423402"/>
            <a:chOff x="6456475" y="3575600"/>
            <a:chExt cx="2936100" cy="552600"/>
          </a:xfrm>
        </p:grpSpPr>
        <p:sp>
          <p:nvSpPr>
            <p:cNvPr id="491" name="Google Shape;491;p37"/>
            <p:cNvSpPr/>
            <p:nvPr/>
          </p:nvSpPr>
          <p:spPr>
            <a:xfrm>
              <a:off x="6456475" y="3575600"/>
              <a:ext cx="2936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7"/>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3" name="Google Shape;493;p37"/>
          <p:cNvSpPr txBox="1"/>
          <p:nvPr/>
        </p:nvSpPr>
        <p:spPr>
          <a:xfrm>
            <a:off x="6575379" y="4368831"/>
            <a:ext cx="1828800" cy="212700"/>
          </a:xfrm>
          <a:prstGeom prst="rect">
            <a:avLst/>
          </a:prstGeom>
          <a:noFill/>
          <a:ln>
            <a:noFill/>
          </a:ln>
        </p:spPr>
        <p:txBody>
          <a:bodyPr anchorCtr="0" anchor="b" bIns="0" lIns="0" spcFirstLastPara="1" rIns="0" wrap="square" tIns="6350">
            <a:noAutofit/>
          </a:bodyPr>
          <a:lstStyle/>
          <a:p>
            <a:pPr indent="0" lvl="0" marL="0" marR="0" rtl="0" algn="l">
              <a:lnSpc>
                <a:spcPct val="100000"/>
              </a:lnSpc>
              <a:spcBef>
                <a:spcPts val="0"/>
              </a:spcBef>
              <a:spcAft>
                <a:spcPts val="0"/>
              </a:spcAft>
              <a:buNone/>
            </a:pPr>
            <a:r>
              <a:rPr lang="en">
                <a:solidFill>
                  <a:schemeClr val="dk1"/>
                </a:solidFill>
                <a:latin typeface="Albert Sans Light"/>
                <a:ea typeface="Albert Sans Light"/>
                <a:cs typeface="Albert Sans Light"/>
                <a:sym typeface="Albert Sans Light"/>
              </a:rPr>
              <a:t>Expected income </a:t>
            </a:r>
            <a:endParaRPr>
              <a:solidFill>
                <a:schemeClr val="dk1"/>
              </a:solidFill>
              <a:latin typeface="Albert Sans Light"/>
              <a:ea typeface="Albert Sans Light"/>
              <a:cs typeface="Albert Sans Light"/>
              <a:sym typeface="Albert Sans Light"/>
            </a:endParaRPr>
          </a:p>
        </p:txBody>
      </p:sp>
      <p:sp>
        <p:nvSpPr>
          <p:cNvPr id="494" name="Google Shape;494;p37"/>
          <p:cNvSpPr txBox="1"/>
          <p:nvPr/>
        </p:nvSpPr>
        <p:spPr>
          <a:xfrm>
            <a:off x="6575379" y="3884344"/>
            <a:ext cx="1828800" cy="540900"/>
          </a:xfrm>
          <a:prstGeom prst="rect">
            <a:avLst/>
          </a:prstGeom>
          <a:noFill/>
          <a:ln>
            <a:noFill/>
          </a:ln>
        </p:spPr>
        <p:txBody>
          <a:bodyPr anchorCtr="0" anchor="ctr" bIns="0" lIns="0" spcFirstLastPara="1" rIns="0" wrap="square" tIns="6350">
            <a:noAutofit/>
          </a:bodyPr>
          <a:lstStyle/>
          <a:p>
            <a:pPr indent="0" lvl="0" marL="0" marR="0" rtl="0" algn="l">
              <a:lnSpc>
                <a:spcPct val="100000"/>
              </a:lnSpc>
              <a:spcBef>
                <a:spcPts val="0"/>
              </a:spcBef>
              <a:spcAft>
                <a:spcPts val="0"/>
              </a:spcAft>
              <a:buNone/>
            </a:pPr>
            <a:r>
              <a:rPr b="1" lang="en" sz="2400">
                <a:solidFill>
                  <a:schemeClr val="dk2"/>
                </a:solidFill>
                <a:latin typeface="Albert Sans"/>
                <a:ea typeface="Albert Sans"/>
                <a:cs typeface="Albert Sans"/>
                <a:sym typeface="Albert Sans"/>
              </a:rPr>
              <a:t>$3,500,000</a:t>
            </a:r>
            <a:endParaRPr sz="3600">
              <a:solidFill>
                <a:schemeClr val="dk2"/>
              </a:solidFill>
              <a:latin typeface="Fira Sans Extra Condensed SemiBold"/>
              <a:ea typeface="Fira Sans Extra Condensed SemiBold"/>
              <a:cs typeface="Fira Sans Extra Condensed SemiBold"/>
              <a:sym typeface="Fira Sans Extra Condensed SemiBold"/>
            </a:endParaRPr>
          </a:p>
        </p:txBody>
      </p:sp>
      <p:sp>
        <p:nvSpPr>
          <p:cNvPr id="495" name="Google Shape;495;p37"/>
          <p:cNvSpPr txBox="1"/>
          <p:nvPr/>
        </p:nvSpPr>
        <p:spPr>
          <a:xfrm>
            <a:off x="4790988" y="4368831"/>
            <a:ext cx="1828800" cy="212700"/>
          </a:xfrm>
          <a:prstGeom prst="rect">
            <a:avLst/>
          </a:prstGeom>
          <a:noFill/>
          <a:ln>
            <a:noFill/>
          </a:ln>
        </p:spPr>
        <p:txBody>
          <a:bodyPr anchorCtr="0" anchor="b" bIns="0" lIns="0" spcFirstLastPara="1" rIns="0" wrap="square" tIns="6350">
            <a:noAutofit/>
          </a:bodyPr>
          <a:lstStyle/>
          <a:p>
            <a:pPr indent="0" lvl="0" marL="0" marR="0" rtl="0" algn="l">
              <a:lnSpc>
                <a:spcPct val="100000"/>
              </a:lnSpc>
              <a:spcBef>
                <a:spcPts val="0"/>
              </a:spcBef>
              <a:spcAft>
                <a:spcPts val="0"/>
              </a:spcAft>
              <a:buNone/>
            </a:pPr>
            <a:r>
              <a:rPr lang="en">
                <a:solidFill>
                  <a:schemeClr val="dk1"/>
                </a:solidFill>
                <a:latin typeface="Albert Sans Light"/>
                <a:ea typeface="Albert Sans Light"/>
                <a:cs typeface="Albert Sans Light"/>
                <a:sym typeface="Albert Sans Light"/>
              </a:rPr>
              <a:t>Selling Price per unit</a:t>
            </a:r>
            <a:endParaRPr>
              <a:solidFill>
                <a:schemeClr val="dk1"/>
              </a:solidFill>
              <a:latin typeface="Albert Sans Light"/>
              <a:ea typeface="Albert Sans Light"/>
              <a:cs typeface="Albert Sans Light"/>
              <a:sym typeface="Albert Sans Light"/>
            </a:endParaRPr>
          </a:p>
        </p:txBody>
      </p:sp>
      <p:sp>
        <p:nvSpPr>
          <p:cNvPr id="496" name="Google Shape;496;p37"/>
          <p:cNvSpPr txBox="1"/>
          <p:nvPr/>
        </p:nvSpPr>
        <p:spPr>
          <a:xfrm>
            <a:off x="4790988" y="3884344"/>
            <a:ext cx="1828800" cy="540900"/>
          </a:xfrm>
          <a:prstGeom prst="rect">
            <a:avLst/>
          </a:prstGeom>
          <a:noFill/>
          <a:ln>
            <a:noFill/>
          </a:ln>
        </p:spPr>
        <p:txBody>
          <a:bodyPr anchorCtr="0" anchor="ctr" bIns="0" lIns="0" spcFirstLastPara="1" rIns="0" wrap="square" tIns="6350">
            <a:noAutofit/>
          </a:bodyPr>
          <a:lstStyle/>
          <a:p>
            <a:pPr indent="0" lvl="0" marL="0" marR="0" rtl="0" algn="l">
              <a:lnSpc>
                <a:spcPct val="100000"/>
              </a:lnSpc>
              <a:spcBef>
                <a:spcPts val="0"/>
              </a:spcBef>
              <a:spcAft>
                <a:spcPts val="0"/>
              </a:spcAft>
              <a:buNone/>
            </a:pPr>
            <a:r>
              <a:rPr b="1" lang="en" sz="2400">
                <a:solidFill>
                  <a:schemeClr val="dk2"/>
                </a:solidFill>
                <a:latin typeface="Albert Sans"/>
                <a:ea typeface="Albert Sans"/>
                <a:cs typeface="Albert Sans"/>
                <a:sym typeface="Albert Sans"/>
              </a:rPr>
              <a:t>174.48$</a:t>
            </a:r>
            <a:endParaRPr sz="3600">
              <a:solidFill>
                <a:schemeClr val="dk2"/>
              </a:solidFill>
              <a:latin typeface="Fira Sans Extra Condensed SemiBold"/>
              <a:ea typeface="Fira Sans Extra Condensed SemiBold"/>
              <a:cs typeface="Fira Sans Extra Condensed SemiBold"/>
              <a:sym typeface="Fira Sans Extra Condensed SemiBold"/>
            </a:endParaRPr>
          </a:p>
        </p:txBody>
      </p:sp>
      <p:grpSp>
        <p:nvGrpSpPr>
          <p:cNvPr id="497" name="Google Shape;497;p37"/>
          <p:cNvGrpSpPr/>
          <p:nvPr/>
        </p:nvGrpSpPr>
        <p:grpSpPr>
          <a:xfrm flipH="1">
            <a:off x="-311297" y="150024"/>
            <a:ext cx="1590595" cy="875375"/>
            <a:chOff x="6456464" y="3575600"/>
            <a:chExt cx="1004100" cy="552601"/>
          </a:xfrm>
        </p:grpSpPr>
        <p:sp>
          <p:nvSpPr>
            <p:cNvPr id="498" name="Google Shape;498;p37"/>
            <p:cNvSpPr/>
            <p:nvPr/>
          </p:nvSpPr>
          <p:spPr>
            <a:xfrm>
              <a:off x="6456464" y="3575601"/>
              <a:ext cx="1004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7"/>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 name="Google Shape;500;p37"/>
          <p:cNvGrpSpPr/>
          <p:nvPr/>
        </p:nvGrpSpPr>
        <p:grpSpPr>
          <a:xfrm flipH="1">
            <a:off x="-425085" y="1025388"/>
            <a:ext cx="1249832" cy="707506"/>
            <a:chOff x="6456475" y="3575600"/>
            <a:chExt cx="976202" cy="552609"/>
          </a:xfrm>
        </p:grpSpPr>
        <p:sp>
          <p:nvSpPr>
            <p:cNvPr id="501" name="Google Shape;501;p37"/>
            <p:cNvSpPr/>
            <p:nvPr/>
          </p:nvSpPr>
          <p:spPr>
            <a:xfrm>
              <a:off x="6456477" y="3575609"/>
              <a:ext cx="976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7"/>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03" name="Google Shape;503;p37" title="Chart"/>
          <p:cNvPicPr preferRelativeResize="0"/>
          <p:nvPr/>
        </p:nvPicPr>
        <p:blipFill>
          <a:blip r:embed="rId3">
            <a:alphaModFix/>
          </a:blip>
          <a:stretch>
            <a:fillRect/>
          </a:stretch>
        </p:blipFill>
        <p:spPr>
          <a:xfrm>
            <a:off x="991888" y="1531544"/>
            <a:ext cx="3528243" cy="2181630"/>
          </a:xfrm>
          <a:prstGeom prst="rect">
            <a:avLst/>
          </a:prstGeom>
          <a:noFill/>
          <a:ln>
            <a:noFill/>
          </a:ln>
        </p:spPr>
      </p:pic>
      <p:sp>
        <p:nvSpPr>
          <p:cNvPr id="504" name="Google Shape;504;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5" name="Google Shape;505;p37"/>
          <p:cNvSpPr txBox="1"/>
          <p:nvPr>
            <p:ph idx="4294967295" type="subTitle"/>
          </p:nvPr>
        </p:nvSpPr>
        <p:spPr>
          <a:xfrm>
            <a:off x="6575375" y="4749850"/>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100">
                <a:solidFill>
                  <a:schemeClr val="lt2"/>
                </a:solidFill>
              </a:rPr>
              <a:t>Slide by Mihir</a:t>
            </a:r>
            <a:endParaRPr b="1"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8"/>
          <p:cNvSpPr txBox="1"/>
          <p:nvPr>
            <p:ph type="title"/>
          </p:nvPr>
        </p:nvSpPr>
        <p:spPr>
          <a:xfrm>
            <a:off x="720000" y="30136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traction</a:t>
            </a:r>
            <a:endParaRPr/>
          </a:p>
        </p:txBody>
      </p:sp>
      <p:sp>
        <p:nvSpPr>
          <p:cNvPr id="511" name="Google Shape;511;p38"/>
          <p:cNvSpPr txBox="1"/>
          <p:nvPr/>
        </p:nvSpPr>
        <p:spPr>
          <a:xfrm>
            <a:off x="1069625" y="2308050"/>
            <a:ext cx="2622300" cy="37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Invested in blockchain solutions</a:t>
            </a:r>
            <a:endParaRPr>
              <a:solidFill>
                <a:schemeClr val="dk1"/>
              </a:solidFill>
              <a:latin typeface="Albert Sans"/>
              <a:ea typeface="Albert Sans"/>
              <a:cs typeface="Albert Sans"/>
              <a:sym typeface="Albert Sans"/>
            </a:endParaRPr>
          </a:p>
        </p:txBody>
      </p:sp>
      <p:sp>
        <p:nvSpPr>
          <p:cNvPr id="512" name="Google Shape;512;p38"/>
          <p:cNvSpPr txBox="1"/>
          <p:nvPr/>
        </p:nvSpPr>
        <p:spPr>
          <a:xfrm>
            <a:off x="1233272" y="2070325"/>
            <a:ext cx="22950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Albert Sans"/>
                <a:ea typeface="Albert Sans"/>
                <a:cs typeface="Albert Sans"/>
                <a:sym typeface="Albert Sans"/>
              </a:rPr>
              <a:t>$19 billion</a:t>
            </a:r>
            <a:endParaRPr b="1" sz="2400">
              <a:solidFill>
                <a:schemeClr val="dk2"/>
              </a:solidFill>
              <a:latin typeface="Albert Sans"/>
              <a:ea typeface="Albert Sans"/>
              <a:cs typeface="Albert Sans"/>
              <a:sym typeface="Albert Sans"/>
            </a:endParaRPr>
          </a:p>
        </p:txBody>
      </p:sp>
      <p:sp>
        <p:nvSpPr>
          <p:cNvPr id="513" name="Google Shape;513;p38"/>
          <p:cNvSpPr/>
          <p:nvPr/>
        </p:nvSpPr>
        <p:spPr>
          <a:xfrm rot="5400000">
            <a:off x="2027072" y="1190321"/>
            <a:ext cx="707400" cy="70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8"/>
          <p:cNvSpPr txBox="1"/>
          <p:nvPr/>
        </p:nvSpPr>
        <p:spPr>
          <a:xfrm>
            <a:off x="967762" y="4269425"/>
            <a:ext cx="2826000" cy="37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Added business value by 2030</a:t>
            </a:r>
            <a:endParaRPr>
              <a:solidFill>
                <a:schemeClr val="dk1"/>
              </a:solidFill>
              <a:latin typeface="Albert Sans"/>
              <a:ea typeface="Albert Sans"/>
              <a:cs typeface="Albert Sans"/>
              <a:sym typeface="Albert Sans"/>
            </a:endParaRPr>
          </a:p>
        </p:txBody>
      </p:sp>
      <p:sp>
        <p:nvSpPr>
          <p:cNvPr id="515" name="Google Shape;515;p38"/>
          <p:cNvSpPr txBox="1"/>
          <p:nvPr/>
        </p:nvSpPr>
        <p:spPr>
          <a:xfrm>
            <a:off x="1233272" y="4018750"/>
            <a:ext cx="22950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Albert Sans"/>
                <a:ea typeface="Albert Sans"/>
                <a:cs typeface="Albert Sans"/>
                <a:sym typeface="Albert Sans"/>
              </a:rPr>
              <a:t>$</a:t>
            </a:r>
            <a:r>
              <a:rPr b="1" lang="en" sz="2400">
                <a:solidFill>
                  <a:schemeClr val="dk2"/>
                </a:solidFill>
                <a:latin typeface="Albert Sans"/>
                <a:ea typeface="Albert Sans"/>
                <a:cs typeface="Albert Sans"/>
                <a:sym typeface="Albert Sans"/>
              </a:rPr>
              <a:t>3.1 trillion</a:t>
            </a:r>
            <a:endParaRPr b="1" sz="2400">
              <a:solidFill>
                <a:schemeClr val="dk2"/>
              </a:solidFill>
              <a:latin typeface="Albert Sans"/>
              <a:ea typeface="Albert Sans"/>
              <a:cs typeface="Albert Sans"/>
              <a:sym typeface="Albert Sans"/>
            </a:endParaRPr>
          </a:p>
        </p:txBody>
      </p:sp>
      <p:sp>
        <p:nvSpPr>
          <p:cNvPr id="516" name="Google Shape;516;p38"/>
          <p:cNvSpPr/>
          <p:nvPr/>
        </p:nvSpPr>
        <p:spPr>
          <a:xfrm rot="5400000">
            <a:off x="2027072" y="3123496"/>
            <a:ext cx="707400" cy="70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8"/>
          <p:cNvSpPr txBox="1"/>
          <p:nvPr/>
        </p:nvSpPr>
        <p:spPr>
          <a:xfrm>
            <a:off x="4698350" y="2308050"/>
            <a:ext cx="35241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Gallons wasted annually by US households</a:t>
            </a:r>
            <a:endParaRPr>
              <a:solidFill>
                <a:schemeClr val="dk1"/>
              </a:solidFill>
              <a:latin typeface="Albert Sans"/>
              <a:ea typeface="Albert Sans"/>
              <a:cs typeface="Albert Sans"/>
              <a:sym typeface="Albert Sans"/>
            </a:endParaRPr>
          </a:p>
        </p:txBody>
      </p:sp>
      <p:sp>
        <p:nvSpPr>
          <p:cNvPr id="518" name="Google Shape;518;p38"/>
          <p:cNvSpPr txBox="1"/>
          <p:nvPr/>
        </p:nvSpPr>
        <p:spPr>
          <a:xfrm>
            <a:off x="5312900" y="2070325"/>
            <a:ext cx="22950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Albert Sans"/>
                <a:ea typeface="Albert Sans"/>
                <a:cs typeface="Albert Sans"/>
                <a:sym typeface="Albert Sans"/>
              </a:rPr>
              <a:t>1 trillion</a:t>
            </a:r>
            <a:endParaRPr b="1" sz="2400">
              <a:solidFill>
                <a:schemeClr val="dk2"/>
              </a:solidFill>
              <a:latin typeface="Albert Sans"/>
              <a:ea typeface="Albert Sans"/>
              <a:cs typeface="Albert Sans"/>
              <a:sym typeface="Albert Sans"/>
            </a:endParaRPr>
          </a:p>
        </p:txBody>
      </p:sp>
      <p:sp>
        <p:nvSpPr>
          <p:cNvPr id="519" name="Google Shape;519;p38"/>
          <p:cNvSpPr/>
          <p:nvPr/>
        </p:nvSpPr>
        <p:spPr>
          <a:xfrm rot="5400000">
            <a:off x="6106700" y="1174596"/>
            <a:ext cx="707400" cy="70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8"/>
          <p:cNvSpPr txBox="1"/>
          <p:nvPr/>
        </p:nvSpPr>
        <p:spPr>
          <a:xfrm>
            <a:off x="5311100" y="4149925"/>
            <a:ext cx="2298600" cy="37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Market compound annual </a:t>
            </a:r>
            <a:endParaRPr b="1" sz="1100"/>
          </a:p>
          <a:p>
            <a:pPr indent="0" lvl="0" marL="0" rtl="0" algn="ctr">
              <a:spcBef>
                <a:spcPts val="0"/>
              </a:spcBef>
              <a:spcAft>
                <a:spcPts val="0"/>
              </a:spcAft>
              <a:buNone/>
            </a:pPr>
            <a:r>
              <a:rPr lang="en">
                <a:solidFill>
                  <a:schemeClr val="dk1"/>
                </a:solidFill>
                <a:latin typeface="Albert Sans"/>
                <a:ea typeface="Albert Sans"/>
                <a:cs typeface="Albert Sans"/>
                <a:sym typeface="Albert Sans"/>
              </a:rPr>
              <a:t>growth rate</a:t>
            </a:r>
            <a:endParaRPr>
              <a:solidFill>
                <a:schemeClr val="dk1"/>
              </a:solidFill>
              <a:latin typeface="Albert Sans"/>
              <a:ea typeface="Albert Sans"/>
              <a:cs typeface="Albert Sans"/>
              <a:sym typeface="Albert Sans"/>
            </a:endParaRPr>
          </a:p>
        </p:txBody>
      </p:sp>
      <p:sp>
        <p:nvSpPr>
          <p:cNvPr id="521" name="Google Shape;521;p38"/>
          <p:cNvSpPr txBox="1"/>
          <p:nvPr/>
        </p:nvSpPr>
        <p:spPr>
          <a:xfrm>
            <a:off x="5312900" y="3968525"/>
            <a:ext cx="22950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Albert Sans"/>
                <a:ea typeface="Albert Sans"/>
                <a:cs typeface="Albert Sans"/>
                <a:sym typeface="Albert Sans"/>
              </a:rPr>
              <a:t>66%</a:t>
            </a:r>
            <a:endParaRPr b="1" sz="2400">
              <a:solidFill>
                <a:schemeClr val="dk2"/>
              </a:solidFill>
              <a:latin typeface="Albert Sans"/>
              <a:ea typeface="Albert Sans"/>
              <a:cs typeface="Albert Sans"/>
              <a:sym typeface="Albert Sans"/>
            </a:endParaRPr>
          </a:p>
        </p:txBody>
      </p:sp>
      <p:sp>
        <p:nvSpPr>
          <p:cNvPr id="522" name="Google Shape;522;p38"/>
          <p:cNvSpPr/>
          <p:nvPr/>
        </p:nvSpPr>
        <p:spPr>
          <a:xfrm rot="5400000">
            <a:off x="6106700" y="3123496"/>
            <a:ext cx="707400" cy="70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3" name="Google Shape;523;p38"/>
          <p:cNvGrpSpPr/>
          <p:nvPr/>
        </p:nvGrpSpPr>
        <p:grpSpPr>
          <a:xfrm>
            <a:off x="2178409" y="3276275"/>
            <a:ext cx="404725" cy="401850"/>
            <a:chOff x="2650575" y="3227625"/>
            <a:chExt cx="404725" cy="401850"/>
          </a:xfrm>
        </p:grpSpPr>
        <p:sp>
          <p:nvSpPr>
            <p:cNvPr id="524" name="Google Shape;524;p38"/>
            <p:cNvSpPr/>
            <p:nvPr/>
          </p:nvSpPr>
          <p:spPr>
            <a:xfrm>
              <a:off x="2734100" y="3442225"/>
              <a:ext cx="118125" cy="116675"/>
            </a:xfrm>
            <a:custGeom>
              <a:rect b="b" l="l" r="r" t="t"/>
              <a:pathLst>
                <a:path extrusionOk="0" h="4667" w="4725">
                  <a:moveTo>
                    <a:pt x="2363" y="461"/>
                  </a:moveTo>
                  <a:cubicBezTo>
                    <a:pt x="3400" y="461"/>
                    <a:pt x="4206" y="1325"/>
                    <a:pt x="4206" y="2362"/>
                  </a:cubicBezTo>
                  <a:cubicBezTo>
                    <a:pt x="4206" y="3342"/>
                    <a:pt x="3400" y="4206"/>
                    <a:pt x="2363" y="4206"/>
                  </a:cubicBezTo>
                  <a:cubicBezTo>
                    <a:pt x="1326" y="4206"/>
                    <a:pt x="462" y="3342"/>
                    <a:pt x="462" y="2362"/>
                  </a:cubicBezTo>
                  <a:cubicBezTo>
                    <a:pt x="462" y="1325"/>
                    <a:pt x="1326" y="461"/>
                    <a:pt x="2363" y="461"/>
                  </a:cubicBezTo>
                  <a:close/>
                  <a:moveTo>
                    <a:pt x="2363" y="0"/>
                  </a:moveTo>
                  <a:cubicBezTo>
                    <a:pt x="1038" y="0"/>
                    <a:pt x="1" y="1037"/>
                    <a:pt x="1" y="2362"/>
                  </a:cubicBezTo>
                  <a:cubicBezTo>
                    <a:pt x="1" y="3630"/>
                    <a:pt x="1038" y="4667"/>
                    <a:pt x="2363" y="4667"/>
                  </a:cubicBezTo>
                  <a:cubicBezTo>
                    <a:pt x="3630" y="4667"/>
                    <a:pt x="4725" y="3630"/>
                    <a:pt x="4725" y="2362"/>
                  </a:cubicBezTo>
                  <a:cubicBezTo>
                    <a:pt x="4725" y="1037"/>
                    <a:pt x="3630" y="0"/>
                    <a:pt x="2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8"/>
            <p:cNvSpPr/>
            <p:nvPr/>
          </p:nvSpPr>
          <p:spPr>
            <a:xfrm>
              <a:off x="2771325" y="3464875"/>
              <a:ext cx="43450" cy="71375"/>
            </a:xfrm>
            <a:custGeom>
              <a:rect b="b" l="l" r="r" t="t"/>
              <a:pathLst>
                <a:path extrusionOk="0" h="2855" w="1738">
                  <a:moveTo>
                    <a:pt x="785" y="1"/>
                  </a:moveTo>
                  <a:cubicBezTo>
                    <a:pt x="662" y="1"/>
                    <a:pt x="586" y="95"/>
                    <a:pt x="586" y="189"/>
                  </a:cubicBezTo>
                  <a:lnTo>
                    <a:pt x="586" y="304"/>
                  </a:lnTo>
                  <a:cubicBezTo>
                    <a:pt x="413" y="419"/>
                    <a:pt x="240" y="592"/>
                    <a:pt x="182" y="823"/>
                  </a:cubicBezTo>
                  <a:cubicBezTo>
                    <a:pt x="125" y="996"/>
                    <a:pt x="240" y="1226"/>
                    <a:pt x="355" y="1341"/>
                  </a:cubicBezTo>
                  <a:cubicBezTo>
                    <a:pt x="528" y="1456"/>
                    <a:pt x="758" y="1572"/>
                    <a:pt x="931" y="1629"/>
                  </a:cubicBezTo>
                  <a:cubicBezTo>
                    <a:pt x="1162" y="1744"/>
                    <a:pt x="1047" y="2033"/>
                    <a:pt x="816" y="2033"/>
                  </a:cubicBezTo>
                  <a:cubicBezTo>
                    <a:pt x="643" y="2033"/>
                    <a:pt x="643" y="2033"/>
                    <a:pt x="470" y="1975"/>
                  </a:cubicBezTo>
                  <a:cubicBezTo>
                    <a:pt x="431" y="1945"/>
                    <a:pt x="390" y="1933"/>
                    <a:pt x="351" y="1933"/>
                  </a:cubicBezTo>
                  <a:cubicBezTo>
                    <a:pt x="159" y="1933"/>
                    <a:pt x="1" y="2235"/>
                    <a:pt x="240" y="2378"/>
                  </a:cubicBezTo>
                  <a:cubicBezTo>
                    <a:pt x="355" y="2436"/>
                    <a:pt x="470" y="2493"/>
                    <a:pt x="586" y="2493"/>
                  </a:cubicBezTo>
                  <a:lnTo>
                    <a:pt x="586" y="2609"/>
                  </a:lnTo>
                  <a:cubicBezTo>
                    <a:pt x="586" y="2724"/>
                    <a:pt x="701" y="2839"/>
                    <a:pt x="816" y="2839"/>
                  </a:cubicBezTo>
                  <a:cubicBezTo>
                    <a:pt x="837" y="2849"/>
                    <a:pt x="857" y="2854"/>
                    <a:pt x="877" y="2854"/>
                  </a:cubicBezTo>
                  <a:cubicBezTo>
                    <a:pt x="969" y="2854"/>
                    <a:pt x="1047" y="2751"/>
                    <a:pt x="1047" y="2609"/>
                  </a:cubicBezTo>
                  <a:lnTo>
                    <a:pt x="1047" y="2493"/>
                  </a:lnTo>
                  <a:cubicBezTo>
                    <a:pt x="1680" y="2321"/>
                    <a:pt x="1738" y="1399"/>
                    <a:pt x="1104" y="1168"/>
                  </a:cubicBezTo>
                  <a:lnTo>
                    <a:pt x="1104" y="1168"/>
                  </a:lnTo>
                  <a:lnTo>
                    <a:pt x="1104" y="1226"/>
                  </a:lnTo>
                  <a:cubicBezTo>
                    <a:pt x="931" y="1168"/>
                    <a:pt x="758" y="1053"/>
                    <a:pt x="701" y="996"/>
                  </a:cubicBezTo>
                  <a:cubicBezTo>
                    <a:pt x="586" y="938"/>
                    <a:pt x="643" y="823"/>
                    <a:pt x="758" y="765"/>
                  </a:cubicBezTo>
                  <a:cubicBezTo>
                    <a:pt x="874" y="765"/>
                    <a:pt x="989" y="765"/>
                    <a:pt x="1047" y="823"/>
                  </a:cubicBezTo>
                  <a:cubicBezTo>
                    <a:pt x="1096" y="860"/>
                    <a:pt x="1147" y="875"/>
                    <a:pt x="1196" y="875"/>
                  </a:cubicBezTo>
                  <a:cubicBezTo>
                    <a:pt x="1376" y="875"/>
                    <a:pt x="1516" y="658"/>
                    <a:pt x="1335" y="477"/>
                  </a:cubicBezTo>
                  <a:cubicBezTo>
                    <a:pt x="1277" y="419"/>
                    <a:pt x="1219" y="362"/>
                    <a:pt x="1047" y="304"/>
                  </a:cubicBezTo>
                  <a:lnTo>
                    <a:pt x="1047" y="247"/>
                  </a:lnTo>
                  <a:cubicBezTo>
                    <a:pt x="1047" y="131"/>
                    <a:pt x="989" y="16"/>
                    <a:pt x="874" y="16"/>
                  </a:cubicBezTo>
                  <a:cubicBezTo>
                    <a:pt x="842" y="6"/>
                    <a:pt x="812" y="1"/>
                    <a:pt x="7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8"/>
            <p:cNvSpPr/>
            <p:nvPr/>
          </p:nvSpPr>
          <p:spPr>
            <a:xfrm>
              <a:off x="2650575" y="3227625"/>
              <a:ext cx="404725" cy="401850"/>
            </a:xfrm>
            <a:custGeom>
              <a:rect b="b" l="l" r="r" t="t"/>
              <a:pathLst>
                <a:path extrusionOk="0" h="16074" w="16189">
                  <a:moveTo>
                    <a:pt x="1441" y="8123"/>
                  </a:moveTo>
                  <a:cubicBezTo>
                    <a:pt x="1325" y="8584"/>
                    <a:pt x="980" y="8988"/>
                    <a:pt x="461" y="9103"/>
                  </a:cubicBezTo>
                  <a:lnTo>
                    <a:pt x="461" y="8123"/>
                  </a:lnTo>
                  <a:close/>
                  <a:moveTo>
                    <a:pt x="12329" y="9276"/>
                  </a:moveTo>
                  <a:lnTo>
                    <a:pt x="12329" y="11350"/>
                  </a:lnTo>
                  <a:lnTo>
                    <a:pt x="11234" y="10889"/>
                  </a:lnTo>
                  <a:lnTo>
                    <a:pt x="11004" y="10889"/>
                  </a:lnTo>
                  <a:lnTo>
                    <a:pt x="9967" y="11350"/>
                  </a:lnTo>
                  <a:lnTo>
                    <a:pt x="9967" y="9276"/>
                  </a:lnTo>
                  <a:cubicBezTo>
                    <a:pt x="10370" y="9391"/>
                    <a:pt x="10601" y="9909"/>
                    <a:pt x="11119" y="9909"/>
                  </a:cubicBezTo>
                  <a:cubicBezTo>
                    <a:pt x="11638" y="9909"/>
                    <a:pt x="11868" y="9391"/>
                    <a:pt x="12329" y="9276"/>
                  </a:cubicBezTo>
                  <a:close/>
                  <a:moveTo>
                    <a:pt x="461" y="12732"/>
                  </a:moveTo>
                  <a:cubicBezTo>
                    <a:pt x="922" y="12790"/>
                    <a:pt x="1325" y="13193"/>
                    <a:pt x="1441" y="13712"/>
                  </a:cubicBezTo>
                  <a:lnTo>
                    <a:pt x="461" y="13712"/>
                  </a:lnTo>
                  <a:lnTo>
                    <a:pt x="461" y="12732"/>
                  </a:lnTo>
                  <a:close/>
                  <a:moveTo>
                    <a:pt x="7951" y="8123"/>
                  </a:moveTo>
                  <a:cubicBezTo>
                    <a:pt x="8066" y="8239"/>
                    <a:pt x="8123" y="8412"/>
                    <a:pt x="8181" y="8584"/>
                  </a:cubicBezTo>
                  <a:cubicBezTo>
                    <a:pt x="8239" y="8815"/>
                    <a:pt x="8411" y="9103"/>
                    <a:pt x="8642" y="9276"/>
                  </a:cubicBezTo>
                  <a:cubicBezTo>
                    <a:pt x="8777" y="9343"/>
                    <a:pt x="8951" y="9371"/>
                    <a:pt x="9131" y="9371"/>
                  </a:cubicBezTo>
                  <a:cubicBezTo>
                    <a:pt x="9258" y="9371"/>
                    <a:pt x="9387" y="9357"/>
                    <a:pt x="9506" y="9333"/>
                  </a:cubicBezTo>
                  <a:lnTo>
                    <a:pt x="9506" y="11753"/>
                  </a:lnTo>
                  <a:cubicBezTo>
                    <a:pt x="9506" y="11895"/>
                    <a:pt x="9623" y="11998"/>
                    <a:pt x="9729" y="11998"/>
                  </a:cubicBezTo>
                  <a:cubicBezTo>
                    <a:pt x="9751" y="11998"/>
                    <a:pt x="9774" y="11994"/>
                    <a:pt x="9794" y="11983"/>
                  </a:cubicBezTo>
                  <a:lnTo>
                    <a:pt x="10889" y="11465"/>
                  </a:lnTo>
                  <a:lnTo>
                    <a:pt x="10889" y="12271"/>
                  </a:lnTo>
                  <a:cubicBezTo>
                    <a:pt x="10140" y="12329"/>
                    <a:pt x="9564" y="12963"/>
                    <a:pt x="9448" y="13712"/>
                  </a:cubicBezTo>
                  <a:lnTo>
                    <a:pt x="1901" y="13712"/>
                  </a:lnTo>
                  <a:cubicBezTo>
                    <a:pt x="1786" y="12963"/>
                    <a:pt x="1210" y="12329"/>
                    <a:pt x="461" y="12271"/>
                  </a:cubicBezTo>
                  <a:lnTo>
                    <a:pt x="461" y="9564"/>
                  </a:lnTo>
                  <a:cubicBezTo>
                    <a:pt x="1210" y="9449"/>
                    <a:pt x="1786" y="8872"/>
                    <a:pt x="1901" y="8123"/>
                  </a:cubicBezTo>
                  <a:close/>
                  <a:moveTo>
                    <a:pt x="10889" y="12732"/>
                  </a:moveTo>
                  <a:lnTo>
                    <a:pt x="10889" y="13712"/>
                  </a:lnTo>
                  <a:lnTo>
                    <a:pt x="9909" y="13712"/>
                  </a:lnTo>
                  <a:cubicBezTo>
                    <a:pt x="10025" y="13193"/>
                    <a:pt x="10428" y="12848"/>
                    <a:pt x="10889" y="12732"/>
                  </a:cubicBezTo>
                  <a:close/>
                  <a:moveTo>
                    <a:pt x="10889" y="14173"/>
                  </a:moveTo>
                  <a:lnTo>
                    <a:pt x="10889" y="14633"/>
                  </a:lnTo>
                  <a:lnTo>
                    <a:pt x="461" y="14633"/>
                  </a:lnTo>
                  <a:lnTo>
                    <a:pt x="461" y="14173"/>
                  </a:lnTo>
                  <a:close/>
                  <a:moveTo>
                    <a:pt x="11148" y="0"/>
                  </a:moveTo>
                  <a:cubicBezTo>
                    <a:pt x="10903" y="0"/>
                    <a:pt x="10658" y="116"/>
                    <a:pt x="10370" y="346"/>
                  </a:cubicBezTo>
                  <a:cubicBezTo>
                    <a:pt x="10150" y="522"/>
                    <a:pt x="9964" y="597"/>
                    <a:pt x="9734" y="597"/>
                  </a:cubicBezTo>
                  <a:cubicBezTo>
                    <a:pt x="9663" y="597"/>
                    <a:pt x="9588" y="590"/>
                    <a:pt x="9506" y="577"/>
                  </a:cubicBezTo>
                  <a:cubicBezTo>
                    <a:pt x="9362" y="548"/>
                    <a:pt x="9218" y="519"/>
                    <a:pt x="9074" y="519"/>
                  </a:cubicBezTo>
                  <a:cubicBezTo>
                    <a:pt x="8930" y="519"/>
                    <a:pt x="8786" y="548"/>
                    <a:pt x="8642" y="634"/>
                  </a:cubicBezTo>
                  <a:cubicBezTo>
                    <a:pt x="8411" y="807"/>
                    <a:pt x="8296" y="1095"/>
                    <a:pt x="8181" y="1325"/>
                  </a:cubicBezTo>
                  <a:cubicBezTo>
                    <a:pt x="8107" y="1509"/>
                    <a:pt x="8269" y="1646"/>
                    <a:pt x="8425" y="1646"/>
                  </a:cubicBezTo>
                  <a:cubicBezTo>
                    <a:pt x="8513" y="1646"/>
                    <a:pt x="8600" y="1602"/>
                    <a:pt x="8642" y="1498"/>
                  </a:cubicBezTo>
                  <a:cubicBezTo>
                    <a:pt x="8699" y="1325"/>
                    <a:pt x="8757" y="1095"/>
                    <a:pt x="8872" y="1037"/>
                  </a:cubicBezTo>
                  <a:cubicBezTo>
                    <a:pt x="8911" y="1018"/>
                    <a:pt x="8962" y="1012"/>
                    <a:pt x="9022" y="1012"/>
                  </a:cubicBezTo>
                  <a:cubicBezTo>
                    <a:pt x="9141" y="1012"/>
                    <a:pt x="9295" y="1037"/>
                    <a:pt x="9448" y="1037"/>
                  </a:cubicBezTo>
                  <a:cubicBezTo>
                    <a:pt x="9548" y="1050"/>
                    <a:pt x="9641" y="1057"/>
                    <a:pt x="9732" y="1057"/>
                  </a:cubicBezTo>
                  <a:cubicBezTo>
                    <a:pt x="10061" y="1057"/>
                    <a:pt x="10342" y="963"/>
                    <a:pt x="10658" y="692"/>
                  </a:cubicBezTo>
                  <a:cubicBezTo>
                    <a:pt x="10860" y="548"/>
                    <a:pt x="11004" y="476"/>
                    <a:pt x="11148" y="476"/>
                  </a:cubicBezTo>
                  <a:cubicBezTo>
                    <a:pt x="11292" y="476"/>
                    <a:pt x="11436" y="548"/>
                    <a:pt x="11638" y="692"/>
                  </a:cubicBezTo>
                  <a:cubicBezTo>
                    <a:pt x="11954" y="963"/>
                    <a:pt x="12235" y="1057"/>
                    <a:pt x="12564" y="1057"/>
                  </a:cubicBezTo>
                  <a:cubicBezTo>
                    <a:pt x="12654" y="1057"/>
                    <a:pt x="12748" y="1050"/>
                    <a:pt x="12847" y="1037"/>
                  </a:cubicBezTo>
                  <a:cubicBezTo>
                    <a:pt x="12951" y="1026"/>
                    <a:pt x="13039" y="1019"/>
                    <a:pt x="13114" y="1019"/>
                  </a:cubicBezTo>
                  <a:cubicBezTo>
                    <a:pt x="13417" y="1019"/>
                    <a:pt x="13527" y="1130"/>
                    <a:pt x="13712" y="1498"/>
                  </a:cubicBezTo>
                  <a:cubicBezTo>
                    <a:pt x="13884" y="1959"/>
                    <a:pt x="14115" y="2247"/>
                    <a:pt x="14576" y="2420"/>
                  </a:cubicBezTo>
                  <a:cubicBezTo>
                    <a:pt x="15037" y="2593"/>
                    <a:pt x="15152" y="2766"/>
                    <a:pt x="15037" y="3227"/>
                  </a:cubicBezTo>
                  <a:cubicBezTo>
                    <a:pt x="14979" y="3745"/>
                    <a:pt x="15094" y="4091"/>
                    <a:pt x="15382" y="4494"/>
                  </a:cubicBezTo>
                  <a:cubicBezTo>
                    <a:pt x="15670" y="4840"/>
                    <a:pt x="15670" y="5070"/>
                    <a:pt x="15382" y="5473"/>
                  </a:cubicBezTo>
                  <a:cubicBezTo>
                    <a:pt x="15094" y="5819"/>
                    <a:pt x="14979" y="6165"/>
                    <a:pt x="15037" y="6683"/>
                  </a:cubicBezTo>
                  <a:cubicBezTo>
                    <a:pt x="15152" y="7144"/>
                    <a:pt x="15037" y="7317"/>
                    <a:pt x="14576" y="7490"/>
                  </a:cubicBezTo>
                  <a:cubicBezTo>
                    <a:pt x="14115" y="7663"/>
                    <a:pt x="13884" y="7951"/>
                    <a:pt x="13712" y="8412"/>
                  </a:cubicBezTo>
                  <a:cubicBezTo>
                    <a:pt x="13527" y="8780"/>
                    <a:pt x="13417" y="8891"/>
                    <a:pt x="13114" y="8891"/>
                  </a:cubicBezTo>
                  <a:cubicBezTo>
                    <a:pt x="13039" y="8891"/>
                    <a:pt x="12951" y="8884"/>
                    <a:pt x="12847" y="8872"/>
                  </a:cubicBezTo>
                  <a:cubicBezTo>
                    <a:pt x="12748" y="8860"/>
                    <a:pt x="12654" y="8853"/>
                    <a:pt x="12564" y="8853"/>
                  </a:cubicBezTo>
                  <a:cubicBezTo>
                    <a:pt x="12235" y="8853"/>
                    <a:pt x="11954" y="8947"/>
                    <a:pt x="11638" y="9218"/>
                  </a:cubicBezTo>
                  <a:cubicBezTo>
                    <a:pt x="11465" y="9333"/>
                    <a:pt x="11292" y="9449"/>
                    <a:pt x="11177" y="9449"/>
                  </a:cubicBezTo>
                  <a:cubicBezTo>
                    <a:pt x="10831" y="9449"/>
                    <a:pt x="10543" y="9045"/>
                    <a:pt x="10197" y="8930"/>
                  </a:cubicBezTo>
                  <a:cubicBezTo>
                    <a:pt x="10029" y="8863"/>
                    <a:pt x="9880" y="8835"/>
                    <a:pt x="9739" y="8835"/>
                  </a:cubicBezTo>
                  <a:cubicBezTo>
                    <a:pt x="9639" y="8835"/>
                    <a:pt x="9544" y="8849"/>
                    <a:pt x="9448" y="8872"/>
                  </a:cubicBezTo>
                  <a:cubicBezTo>
                    <a:pt x="9345" y="8884"/>
                    <a:pt x="9257" y="8891"/>
                    <a:pt x="9182" y="8891"/>
                  </a:cubicBezTo>
                  <a:cubicBezTo>
                    <a:pt x="8879" y="8891"/>
                    <a:pt x="8769" y="8780"/>
                    <a:pt x="8584" y="8412"/>
                  </a:cubicBezTo>
                  <a:cubicBezTo>
                    <a:pt x="8411" y="7893"/>
                    <a:pt x="8181" y="7720"/>
                    <a:pt x="7720" y="7490"/>
                  </a:cubicBezTo>
                  <a:cubicBezTo>
                    <a:pt x="7259" y="7317"/>
                    <a:pt x="7144" y="7144"/>
                    <a:pt x="7259" y="6683"/>
                  </a:cubicBezTo>
                  <a:cubicBezTo>
                    <a:pt x="7317" y="6165"/>
                    <a:pt x="7202" y="5877"/>
                    <a:pt x="6914" y="5473"/>
                  </a:cubicBezTo>
                  <a:cubicBezTo>
                    <a:pt x="6625" y="5070"/>
                    <a:pt x="6625" y="4840"/>
                    <a:pt x="6914" y="4494"/>
                  </a:cubicBezTo>
                  <a:cubicBezTo>
                    <a:pt x="7202" y="4091"/>
                    <a:pt x="7317" y="3745"/>
                    <a:pt x="7259" y="3227"/>
                  </a:cubicBezTo>
                  <a:cubicBezTo>
                    <a:pt x="7202" y="3054"/>
                    <a:pt x="7202" y="2823"/>
                    <a:pt x="7259" y="2708"/>
                  </a:cubicBezTo>
                  <a:cubicBezTo>
                    <a:pt x="7317" y="2593"/>
                    <a:pt x="7490" y="2535"/>
                    <a:pt x="7605" y="2478"/>
                  </a:cubicBezTo>
                  <a:cubicBezTo>
                    <a:pt x="7861" y="2375"/>
                    <a:pt x="7752" y="1998"/>
                    <a:pt x="7522" y="1998"/>
                  </a:cubicBezTo>
                  <a:cubicBezTo>
                    <a:pt x="7494" y="1998"/>
                    <a:pt x="7464" y="2004"/>
                    <a:pt x="7432" y="2017"/>
                  </a:cubicBezTo>
                  <a:cubicBezTo>
                    <a:pt x="7202" y="2132"/>
                    <a:pt x="6971" y="2247"/>
                    <a:pt x="6856" y="2478"/>
                  </a:cubicBezTo>
                  <a:cubicBezTo>
                    <a:pt x="6683" y="2708"/>
                    <a:pt x="6741" y="3054"/>
                    <a:pt x="6741" y="3284"/>
                  </a:cubicBezTo>
                  <a:cubicBezTo>
                    <a:pt x="6798" y="3687"/>
                    <a:pt x="6741" y="3860"/>
                    <a:pt x="6510" y="4148"/>
                  </a:cubicBezTo>
                  <a:cubicBezTo>
                    <a:pt x="6107" y="4724"/>
                    <a:pt x="6107" y="5185"/>
                    <a:pt x="6510" y="5704"/>
                  </a:cubicBezTo>
                  <a:cubicBezTo>
                    <a:pt x="6798" y="6050"/>
                    <a:pt x="6798" y="6222"/>
                    <a:pt x="6741" y="6626"/>
                  </a:cubicBezTo>
                  <a:cubicBezTo>
                    <a:pt x="6741" y="6971"/>
                    <a:pt x="6683" y="7375"/>
                    <a:pt x="7029" y="7663"/>
                  </a:cubicBezTo>
                  <a:lnTo>
                    <a:pt x="231" y="7663"/>
                  </a:lnTo>
                  <a:cubicBezTo>
                    <a:pt x="115" y="7663"/>
                    <a:pt x="0" y="7778"/>
                    <a:pt x="0" y="7893"/>
                  </a:cubicBezTo>
                  <a:lnTo>
                    <a:pt x="0" y="15843"/>
                  </a:lnTo>
                  <a:cubicBezTo>
                    <a:pt x="0" y="15959"/>
                    <a:pt x="115" y="16074"/>
                    <a:pt x="231" y="16074"/>
                  </a:cubicBezTo>
                  <a:lnTo>
                    <a:pt x="1671" y="16074"/>
                  </a:lnTo>
                  <a:cubicBezTo>
                    <a:pt x="2017" y="16074"/>
                    <a:pt x="2017" y="15670"/>
                    <a:pt x="1671" y="15670"/>
                  </a:cubicBezTo>
                  <a:lnTo>
                    <a:pt x="461" y="15670"/>
                  </a:lnTo>
                  <a:lnTo>
                    <a:pt x="461" y="15152"/>
                  </a:lnTo>
                  <a:lnTo>
                    <a:pt x="10889" y="15152"/>
                  </a:lnTo>
                  <a:lnTo>
                    <a:pt x="10889" y="15670"/>
                  </a:lnTo>
                  <a:lnTo>
                    <a:pt x="3169" y="15670"/>
                  </a:lnTo>
                  <a:cubicBezTo>
                    <a:pt x="3169" y="15670"/>
                    <a:pt x="2881" y="16074"/>
                    <a:pt x="3169" y="16074"/>
                  </a:cubicBezTo>
                  <a:lnTo>
                    <a:pt x="11177" y="16074"/>
                  </a:lnTo>
                  <a:cubicBezTo>
                    <a:pt x="11292" y="16074"/>
                    <a:pt x="11407" y="16016"/>
                    <a:pt x="11407" y="15843"/>
                  </a:cubicBezTo>
                  <a:lnTo>
                    <a:pt x="11407" y="11465"/>
                  </a:lnTo>
                  <a:lnTo>
                    <a:pt x="12502" y="11983"/>
                  </a:lnTo>
                  <a:cubicBezTo>
                    <a:pt x="12518" y="11989"/>
                    <a:pt x="12533" y="11991"/>
                    <a:pt x="12547" y="11991"/>
                  </a:cubicBezTo>
                  <a:cubicBezTo>
                    <a:pt x="12695" y="11991"/>
                    <a:pt x="12790" y="11753"/>
                    <a:pt x="12790" y="11753"/>
                  </a:cubicBezTo>
                  <a:lnTo>
                    <a:pt x="12790" y="9333"/>
                  </a:lnTo>
                  <a:cubicBezTo>
                    <a:pt x="12904" y="9352"/>
                    <a:pt x="13009" y="9362"/>
                    <a:pt x="13108" y="9362"/>
                  </a:cubicBezTo>
                  <a:cubicBezTo>
                    <a:pt x="13609" y="9362"/>
                    <a:pt x="13922" y="9114"/>
                    <a:pt x="14115" y="8584"/>
                  </a:cubicBezTo>
                  <a:cubicBezTo>
                    <a:pt x="14288" y="8181"/>
                    <a:pt x="14403" y="8066"/>
                    <a:pt x="14749" y="7893"/>
                  </a:cubicBezTo>
                  <a:cubicBezTo>
                    <a:pt x="15440" y="7663"/>
                    <a:pt x="15613" y="7317"/>
                    <a:pt x="15555" y="6626"/>
                  </a:cubicBezTo>
                  <a:cubicBezTo>
                    <a:pt x="15498" y="6222"/>
                    <a:pt x="15555" y="6050"/>
                    <a:pt x="15786" y="5704"/>
                  </a:cubicBezTo>
                  <a:lnTo>
                    <a:pt x="15728" y="5704"/>
                  </a:lnTo>
                  <a:cubicBezTo>
                    <a:pt x="16189" y="5185"/>
                    <a:pt x="16189" y="4724"/>
                    <a:pt x="15728" y="4148"/>
                  </a:cubicBezTo>
                  <a:cubicBezTo>
                    <a:pt x="15498" y="3860"/>
                    <a:pt x="15498" y="3687"/>
                    <a:pt x="15498" y="3284"/>
                  </a:cubicBezTo>
                  <a:cubicBezTo>
                    <a:pt x="15613" y="2593"/>
                    <a:pt x="15382" y="2247"/>
                    <a:pt x="14749" y="1959"/>
                  </a:cubicBezTo>
                  <a:cubicBezTo>
                    <a:pt x="14403" y="1844"/>
                    <a:pt x="14230" y="1671"/>
                    <a:pt x="14115" y="1325"/>
                  </a:cubicBezTo>
                  <a:cubicBezTo>
                    <a:pt x="13874" y="796"/>
                    <a:pt x="13593" y="548"/>
                    <a:pt x="13104" y="548"/>
                  </a:cubicBezTo>
                  <a:cubicBezTo>
                    <a:pt x="13008" y="548"/>
                    <a:pt x="12904" y="558"/>
                    <a:pt x="12790" y="577"/>
                  </a:cubicBezTo>
                  <a:cubicBezTo>
                    <a:pt x="12695" y="590"/>
                    <a:pt x="12612" y="597"/>
                    <a:pt x="12538" y="597"/>
                  </a:cubicBezTo>
                  <a:cubicBezTo>
                    <a:pt x="12299" y="597"/>
                    <a:pt x="12146" y="522"/>
                    <a:pt x="11926" y="346"/>
                  </a:cubicBezTo>
                  <a:cubicBezTo>
                    <a:pt x="11638" y="116"/>
                    <a:pt x="11393" y="0"/>
                    <a:pt x="111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8"/>
            <p:cNvSpPr/>
            <p:nvPr/>
          </p:nvSpPr>
          <p:spPr>
            <a:xfrm>
              <a:off x="2850775" y="3272275"/>
              <a:ext cx="157000" cy="157000"/>
            </a:xfrm>
            <a:custGeom>
              <a:rect b="b" l="l" r="r" t="t"/>
              <a:pathLst>
                <a:path extrusionOk="0" h="6280" w="6280">
                  <a:moveTo>
                    <a:pt x="3111" y="519"/>
                  </a:moveTo>
                  <a:cubicBezTo>
                    <a:pt x="4609" y="519"/>
                    <a:pt x="5819" y="1671"/>
                    <a:pt x="5819" y="3169"/>
                  </a:cubicBezTo>
                  <a:cubicBezTo>
                    <a:pt x="5819" y="4609"/>
                    <a:pt x="4609" y="5819"/>
                    <a:pt x="3111" y="5819"/>
                  </a:cubicBezTo>
                  <a:cubicBezTo>
                    <a:pt x="1671" y="5819"/>
                    <a:pt x="461" y="4609"/>
                    <a:pt x="461" y="3169"/>
                  </a:cubicBezTo>
                  <a:cubicBezTo>
                    <a:pt x="461" y="1671"/>
                    <a:pt x="1671" y="519"/>
                    <a:pt x="3111" y="519"/>
                  </a:cubicBezTo>
                  <a:close/>
                  <a:moveTo>
                    <a:pt x="3111" y="0"/>
                  </a:moveTo>
                  <a:cubicBezTo>
                    <a:pt x="1383" y="0"/>
                    <a:pt x="0" y="1441"/>
                    <a:pt x="0" y="3169"/>
                  </a:cubicBezTo>
                  <a:cubicBezTo>
                    <a:pt x="0" y="4897"/>
                    <a:pt x="1383" y="6280"/>
                    <a:pt x="3111" y="6280"/>
                  </a:cubicBezTo>
                  <a:cubicBezTo>
                    <a:pt x="4897" y="6280"/>
                    <a:pt x="6280" y="4897"/>
                    <a:pt x="6280" y="3169"/>
                  </a:cubicBezTo>
                  <a:cubicBezTo>
                    <a:pt x="6280" y="1441"/>
                    <a:pt x="4897" y="0"/>
                    <a:pt x="31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8"/>
            <p:cNvSpPr/>
            <p:nvPr/>
          </p:nvSpPr>
          <p:spPr>
            <a:xfrm>
              <a:off x="2882350" y="3319350"/>
              <a:ext cx="93850" cy="63475"/>
            </a:xfrm>
            <a:custGeom>
              <a:rect b="b" l="l" r="r" t="t"/>
              <a:pathLst>
                <a:path extrusionOk="0" h="2539" w="3754">
                  <a:moveTo>
                    <a:pt x="3428" y="0"/>
                  </a:moveTo>
                  <a:cubicBezTo>
                    <a:pt x="3378" y="0"/>
                    <a:pt x="3329" y="23"/>
                    <a:pt x="3288" y="76"/>
                  </a:cubicBezTo>
                  <a:lnTo>
                    <a:pt x="1330" y="1977"/>
                  </a:lnTo>
                  <a:lnTo>
                    <a:pt x="465" y="1113"/>
                  </a:lnTo>
                  <a:cubicBezTo>
                    <a:pt x="425" y="1060"/>
                    <a:pt x="376" y="1037"/>
                    <a:pt x="326" y="1037"/>
                  </a:cubicBezTo>
                  <a:cubicBezTo>
                    <a:pt x="163" y="1037"/>
                    <a:pt x="1" y="1282"/>
                    <a:pt x="177" y="1459"/>
                  </a:cubicBezTo>
                  <a:lnTo>
                    <a:pt x="1214" y="2496"/>
                  </a:lnTo>
                  <a:cubicBezTo>
                    <a:pt x="1243" y="2525"/>
                    <a:pt x="1286" y="2539"/>
                    <a:pt x="1337" y="2539"/>
                  </a:cubicBezTo>
                  <a:cubicBezTo>
                    <a:pt x="1387" y="2539"/>
                    <a:pt x="1445" y="2525"/>
                    <a:pt x="1502" y="2496"/>
                  </a:cubicBezTo>
                  <a:lnTo>
                    <a:pt x="3576" y="422"/>
                  </a:lnTo>
                  <a:cubicBezTo>
                    <a:pt x="3753" y="245"/>
                    <a:pt x="3591" y="0"/>
                    <a:pt x="34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38"/>
          <p:cNvGrpSpPr/>
          <p:nvPr/>
        </p:nvGrpSpPr>
        <p:grpSpPr>
          <a:xfrm>
            <a:off x="6258750" y="1327363"/>
            <a:ext cx="403300" cy="401875"/>
            <a:chOff x="6376550" y="2723525"/>
            <a:chExt cx="403300" cy="401875"/>
          </a:xfrm>
        </p:grpSpPr>
        <p:sp>
          <p:nvSpPr>
            <p:cNvPr id="530" name="Google Shape;530;p38"/>
            <p:cNvSpPr/>
            <p:nvPr/>
          </p:nvSpPr>
          <p:spPr>
            <a:xfrm>
              <a:off x="6448575" y="2753775"/>
              <a:ext cx="38900" cy="74925"/>
            </a:xfrm>
            <a:custGeom>
              <a:rect b="b" l="l" r="r" t="t"/>
              <a:pathLst>
                <a:path extrusionOk="0" h="2997" w="1556">
                  <a:moveTo>
                    <a:pt x="807" y="1"/>
                  </a:moveTo>
                  <a:cubicBezTo>
                    <a:pt x="634" y="1"/>
                    <a:pt x="519" y="116"/>
                    <a:pt x="519" y="231"/>
                  </a:cubicBezTo>
                  <a:lnTo>
                    <a:pt x="519" y="346"/>
                  </a:lnTo>
                  <a:cubicBezTo>
                    <a:pt x="288" y="461"/>
                    <a:pt x="173" y="634"/>
                    <a:pt x="115" y="865"/>
                  </a:cubicBezTo>
                  <a:cubicBezTo>
                    <a:pt x="58" y="1095"/>
                    <a:pt x="115" y="1268"/>
                    <a:pt x="288" y="1441"/>
                  </a:cubicBezTo>
                  <a:cubicBezTo>
                    <a:pt x="461" y="1556"/>
                    <a:pt x="634" y="1614"/>
                    <a:pt x="864" y="1729"/>
                  </a:cubicBezTo>
                  <a:cubicBezTo>
                    <a:pt x="1037" y="1729"/>
                    <a:pt x="1037" y="1844"/>
                    <a:pt x="1037" y="1959"/>
                  </a:cubicBezTo>
                  <a:cubicBezTo>
                    <a:pt x="980" y="2017"/>
                    <a:pt x="922" y="2190"/>
                    <a:pt x="749" y="2190"/>
                  </a:cubicBezTo>
                  <a:cubicBezTo>
                    <a:pt x="576" y="2190"/>
                    <a:pt x="576" y="2190"/>
                    <a:pt x="403" y="2075"/>
                  </a:cubicBezTo>
                  <a:cubicBezTo>
                    <a:pt x="380" y="2051"/>
                    <a:pt x="336" y="2037"/>
                    <a:pt x="289" y="2037"/>
                  </a:cubicBezTo>
                  <a:cubicBezTo>
                    <a:pt x="222" y="2037"/>
                    <a:pt x="149" y="2065"/>
                    <a:pt x="115" y="2132"/>
                  </a:cubicBezTo>
                  <a:cubicBezTo>
                    <a:pt x="0" y="2247"/>
                    <a:pt x="58" y="2363"/>
                    <a:pt x="173" y="2478"/>
                  </a:cubicBezTo>
                  <a:cubicBezTo>
                    <a:pt x="288" y="2535"/>
                    <a:pt x="403" y="2593"/>
                    <a:pt x="519" y="2651"/>
                  </a:cubicBezTo>
                  <a:lnTo>
                    <a:pt x="519" y="2708"/>
                  </a:lnTo>
                  <a:cubicBezTo>
                    <a:pt x="519" y="2881"/>
                    <a:pt x="634" y="2939"/>
                    <a:pt x="749" y="2996"/>
                  </a:cubicBezTo>
                  <a:cubicBezTo>
                    <a:pt x="864" y="2996"/>
                    <a:pt x="980" y="2881"/>
                    <a:pt x="980" y="2766"/>
                  </a:cubicBezTo>
                  <a:lnTo>
                    <a:pt x="980" y="2593"/>
                  </a:lnTo>
                  <a:cubicBezTo>
                    <a:pt x="1268" y="2535"/>
                    <a:pt x="1440" y="2247"/>
                    <a:pt x="1498" y="2017"/>
                  </a:cubicBezTo>
                  <a:cubicBezTo>
                    <a:pt x="1556" y="1671"/>
                    <a:pt x="1383" y="1383"/>
                    <a:pt x="1037" y="1268"/>
                  </a:cubicBezTo>
                  <a:cubicBezTo>
                    <a:pt x="864" y="1210"/>
                    <a:pt x="691" y="1153"/>
                    <a:pt x="576" y="1038"/>
                  </a:cubicBezTo>
                  <a:cubicBezTo>
                    <a:pt x="519" y="980"/>
                    <a:pt x="634" y="865"/>
                    <a:pt x="691" y="807"/>
                  </a:cubicBezTo>
                  <a:cubicBezTo>
                    <a:pt x="807" y="807"/>
                    <a:pt x="922" y="807"/>
                    <a:pt x="980" y="865"/>
                  </a:cubicBezTo>
                  <a:cubicBezTo>
                    <a:pt x="980" y="865"/>
                    <a:pt x="1056" y="916"/>
                    <a:pt x="1159" y="916"/>
                  </a:cubicBezTo>
                  <a:cubicBezTo>
                    <a:pt x="1210" y="916"/>
                    <a:pt x="1268" y="903"/>
                    <a:pt x="1325" y="865"/>
                  </a:cubicBezTo>
                  <a:cubicBezTo>
                    <a:pt x="1440" y="692"/>
                    <a:pt x="1325" y="519"/>
                    <a:pt x="1325" y="519"/>
                  </a:cubicBezTo>
                  <a:cubicBezTo>
                    <a:pt x="1268" y="461"/>
                    <a:pt x="1152" y="404"/>
                    <a:pt x="980" y="346"/>
                  </a:cubicBezTo>
                  <a:lnTo>
                    <a:pt x="980" y="231"/>
                  </a:lnTo>
                  <a:cubicBezTo>
                    <a:pt x="980" y="116"/>
                    <a:pt x="922" y="1"/>
                    <a:pt x="8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8"/>
            <p:cNvSpPr/>
            <p:nvPr/>
          </p:nvSpPr>
          <p:spPr>
            <a:xfrm>
              <a:off x="6670375" y="2753775"/>
              <a:ext cx="38900" cy="74925"/>
            </a:xfrm>
            <a:custGeom>
              <a:rect b="b" l="l" r="r" t="t"/>
              <a:pathLst>
                <a:path extrusionOk="0" h="2997" w="1556">
                  <a:moveTo>
                    <a:pt x="749" y="1"/>
                  </a:moveTo>
                  <a:cubicBezTo>
                    <a:pt x="634" y="1"/>
                    <a:pt x="461" y="116"/>
                    <a:pt x="461" y="231"/>
                  </a:cubicBezTo>
                  <a:lnTo>
                    <a:pt x="461" y="346"/>
                  </a:lnTo>
                  <a:cubicBezTo>
                    <a:pt x="288" y="461"/>
                    <a:pt x="115" y="634"/>
                    <a:pt x="58" y="865"/>
                  </a:cubicBezTo>
                  <a:cubicBezTo>
                    <a:pt x="0" y="1095"/>
                    <a:pt x="115" y="1268"/>
                    <a:pt x="231" y="1441"/>
                  </a:cubicBezTo>
                  <a:cubicBezTo>
                    <a:pt x="404" y="1556"/>
                    <a:pt x="634" y="1614"/>
                    <a:pt x="864" y="1729"/>
                  </a:cubicBezTo>
                  <a:cubicBezTo>
                    <a:pt x="980" y="1729"/>
                    <a:pt x="980" y="1844"/>
                    <a:pt x="980" y="1959"/>
                  </a:cubicBezTo>
                  <a:cubicBezTo>
                    <a:pt x="980" y="2016"/>
                    <a:pt x="868" y="2184"/>
                    <a:pt x="700" y="2190"/>
                  </a:cubicBezTo>
                  <a:lnTo>
                    <a:pt x="700" y="2190"/>
                  </a:lnTo>
                  <a:cubicBezTo>
                    <a:pt x="564" y="2189"/>
                    <a:pt x="507" y="2178"/>
                    <a:pt x="404" y="2075"/>
                  </a:cubicBezTo>
                  <a:cubicBezTo>
                    <a:pt x="356" y="2051"/>
                    <a:pt x="308" y="2037"/>
                    <a:pt x="260" y="2037"/>
                  </a:cubicBezTo>
                  <a:cubicBezTo>
                    <a:pt x="193" y="2037"/>
                    <a:pt x="125" y="2065"/>
                    <a:pt x="58" y="2132"/>
                  </a:cubicBezTo>
                  <a:cubicBezTo>
                    <a:pt x="0" y="2247"/>
                    <a:pt x="0" y="2363"/>
                    <a:pt x="115" y="2478"/>
                  </a:cubicBezTo>
                  <a:cubicBezTo>
                    <a:pt x="288" y="2535"/>
                    <a:pt x="404" y="2593"/>
                    <a:pt x="519" y="2651"/>
                  </a:cubicBezTo>
                  <a:lnTo>
                    <a:pt x="519" y="2708"/>
                  </a:lnTo>
                  <a:cubicBezTo>
                    <a:pt x="519" y="2881"/>
                    <a:pt x="576" y="2939"/>
                    <a:pt x="692" y="2996"/>
                  </a:cubicBezTo>
                  <a:cubicBezTo>
                    <a:pt x="864" y="2996"/>
                    <a:pt x="980" y="2881"/>
                    <a:pt x="980" y="2766"/>
                  </a:cubicBezTo>
                  <a:lnTo>
                    <a:pt x="980" y="2593"/>
                  </a:lnTo>
                  <a:cubicBezTo>
                    <a:pt x="1268" y="2535"/>
                    <a:pt x="1441" y="2247"/>
                    <a:pt x="1498" y="2017"/>
                  </a:cubicBezTo>
                  <a:cubicBezTo>
                    <a:pt x="1556" y="1671"/>
                    <a:pt x="1325" y="1383"/>
                    <a:pt x="1037" y="1268"/>
                  </a:cubicBezTo>
                  <a:cubicBezTo>
                    <a:pt x="864" y="1210"/>
                    <a:pt x="692" y="1153"/>
                    <a:pt x="576" y="1038"/>
                  </a:cubicBezTo>
                  <a:cubicBezTo>
                    <a:pt x="461" y="980"/>
                    <a:pt x="576" y="865"/>
                    <a:pt x="634" y="807"/>
                  </a:cubicBezTo>
                  <a:cubicBezTo>
                    <a:pt x="749" y="807"/>
                    <a:pt x="864" y="807"/>
                    <a:pt x="922" y="865"/>
                  </a:cubicBezTo>
                  <a:cubicBezTo>
                    <a:pt x="922" y="865"/>
                    <a:pt x="999" y="916"/>
                    <a:pt x="1101" y="916"/>
                  </a:cubicBezTo>
                  <a:cubicBezTo>
                    <a:pt x="1152" y="916"/>
                    <a:pt x="1210" y="903"/>
                    <a:pt x="1268" y="865"/>
                  </a:cubicBezTo>
                  <a:cubicBezTo>
                    <a:pt x="1441" y="692"/>
                    <a:pt x="1268" y="519"/>
                    <a:pt x="1268" y="519"/>
                  </a:cubicBezTo>
                  <a:cubicBezTo>
                    <a:pt x="1210" y="461"/>
                    <a:pt x="1095" y="404"/>
                    <a:pt x="980" y="346"/>
                  </a:cubicBezTo>
                  <a:lnTo>
                    <a:pt x="980" y="231"/>
                  </a:lnTo>
                  <a:cubicBezTo>
                    <a:pt x="980" y="116"/>
                    <a:pt x="864" y="1"/>
                    <a:pt x="7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8"/>
            <p:cNvSpPr/>
            <p:nvPr/>
          </p:nvSpPr>
          <p:spPr>
            <a:xfrm>
              <a:off x="6376550" y="2723525"/>
              <a:ext cx="403300" cy="401875"/>
            </a:xfrm>
            <a:custGeom>
              <a:rect b="b" l="l" r="r" t="t"/>
              <a:pathLst>
                <a:path extrusionOk="0" h="16075" w="16132">
                  <a:moveTo>
                    <a:pt x="12502" y="462"/>
                  </a:moveTo>
                  <a:cubicBezTo>
                    <a:pt x="13712" y="462"/>
                    <a:pt x="14691" y="1499"/>
                    <a:pt x="14691" y="2708"/>
                  </a:cubicBezTo>
                  <a:cubicBezTo>
                    <a:pt x="14691" y="3918"/>
                    <a:pt x="13712" y="4955"/>
                    <a:pt x="12502" y="4955"/>
                  </a:cubicBezTo>
                  <a:cubicBezTo>
                    <a:pt x="11235" y="4955"/>
                    <a:pt x="10255" y="3918"/>
                    <a:pt x="10255" y="2708"/>
                  </a:cubicBezTo>
                  <a:cubicBezTo>
                    <a:pt x="10255" y="1499"/>
                    <a:pt x="11235" y="462"/>
                    <a:pt x="12502" y="462"/>
                  </a:cubicBezTo>
                  <a:close/>
                  <a:moveTo>
                    <a:pt x="3745" y="5416"/>
                  </a:moveTo>
                  <a:lnTo>
                    <a:pt x="4379" y="7605"/>
                  </a:lnTo>
                  <a:lnTo>
                    <a:pt x="3688" y="8642"/>
                  </a:lnTo>
                  <a:lnTo>
                    <a:pt x="2939" y="7605"/>
                  </a:lnTo>
                  <a:lnTo>
                    <a:pt x="3630" y="5416"/>
                  </a:lnTo>
                  <a:close/>
                  <a:moveTo>
                    <a:pt x="12560" y="5416"/>
                  </a:moveTo>
                  <a:lnTo>
                    <a:pt x="13251" y="7605"/>
                  </a:lnTo>
                  <a:lnTo>
                    <a:pt x="12502" y="8642"/>
                  </a:lnTo>
                  <a:lnTo>
                    <a:pt x="11753" y="7605"/>
                  </a:lnTo>
                  <a:lnTo>
                    <a:pt x="12445" y="5416"/>
                  </a:lnTo>
                  <a:close/>
                  <a:moveTo>
                    <a:pt x="2075" y="4840"/>
                  </a:moveTo>
                  <a:cubicBezTo>
                    <a:pt x="2363" y="5128"/>
                    <a:pt x="2708" y="5301"/>
                    <a:pt x="3112" y="5359"/>
                  </a:cubicBezTo>
                  <a:lnTo>
                    <a:pt x="2478" y="7548"/>
                  </a:lnTo>
                  <a:cubicBezTo>
                    <a:pt x="2420" y="7663"/>
                    <a:pt x="2420" y="7721"/>
                    <a:pt x="2478" y="7778"/>
                  </a:cubicBezTo>
                  <a:lnTo>
                    <a:pt x="3169" y="8700"/>
                  </a:lnTo>
                  <a:cubicBezTo>
                    <a:pt x="2420" y="8642"/>
                    <a:pt x="1787" y="8412"/>
                    <a:pt x="1268" y="8066"/>
                  </a:cubicBezTo>
                  <a:cubicBezTo>
                    <a:pt x="865" y="7836"/>
                    <a:pt x="634" y="7605"/>
                    <a:pt x="519" y="7490"/>
                  </a:cubicBezTo>
                  <a:cubicBezTo>
                    <a:pt x="519" y="6395"/>
                    <a:pt x="1095" y="5416"/>
                    <a:pt x="2075" y="4840"/>
                  </a:cubicBezTo>
                  <a:close/>
                  <a:moveTo>
                    <a:pt x="5301" y="4840"/>
                  </a:moveTo>
                  <a:cubicBezTo>
                    <a:pt x="5762" y="5128"/>
                    <a:pt x="6165" y="5589"/>
                    <a:pt x="6453" y="6050"/>
                  </a:cubicBezTo>
                  <a:cubicBezTo>
                    <a:pt x="5589" y="6568"/>
                    <a:pt x="5013" y="7490"/>
                    <a:pt x="5013" y="8527"/>
                  </a:cubicBezTo>
                  <a:cubicBezTo>
                    <a:pt x="4725" y="8585"/>
                    <a:pt x="4494" y="8642"/>
                    <a:pt x="4206" y="8700"/>
                  </a:cubicBezTo>
                  <a:lnTo>
                    <a:pt x="4840" y="7778"/>
                  </a:lnTo>
                  <a:cubicBezTo>
                    <a:pt x="4898" y="7721"/>
                    <a:pt x="4898" y="7663"/>
                    <a:pt x="4898" y="7548"/>
                  </a:cubicBezTo>
                  <a:lnTo>
                    <a:pt x="4206" y="5359"/>
                  </a:lnTo>
                  <a:cubicBezTo>
                    <a:pt x="4609" y="5301"/>
                    <a:pt x="4955" y="5128"/>
                    <a:pt x="5301" y="4840"/>
                  </a:cubicBezTo>
                  <a:close/>
                  <a:moveTo>
                    <a:pt x="10889" y="4840"/>
                  </a:moveTo>
                  <a:cubicBezTo>
                    <a:pt x="11177" y="5070"/>
                    <a:pt x="11523" y="5243"/>
                    <a:pt x="11926" y="5359"/>
                  </a:cubicBezTo>
                  <a:lnTo>
                    <a:pt x="11292" y="7548"/>
                  </a:lnTo>
                  <a:cubicBezTo>
                    <a:pt x="11235" y="7663"/>
                    <a:pt x="11292" y="7721"/>
                    <a:pt x="11292" y="7778"/>
                  </a:cubicBezTo>
                  <a:lnTo>
                    <a:pt x="11984" y="8700"/>
                  </a:lnTo>
                  <a:cubicBezTo>
                    <a:pt x="11696" y="8642"/>
                    <a:pt x="11408" y="8642"/>
                    <a:pt x="11177" y="8527"/>
                  </a:cubicBezTo>
                  <a:lnTo>
                    <a:pt x="11177" y="8585"/>
                  </a:lnTo>
                  <a:cubicBezTo>
                    <a:pt x="11120" y="7490"/>
                    <a:pt x="10543" y="6568"/>
                    <a:pt x="9737" y="6050"/>
                  </a:cubicBezTo>
                  <a:cubicBezTo>
                    <a:pt x="10025" y="5531"/>
                    <a:pt x="10371" y="5128"/>
                    <a:pt x="10889" y="4840"/>
                  </a:cubicBezTo>
                  <a:close/>
                  <a:moveTo>
                    <a:pt x="14115" y="4840"/>
                  </a:moveTo>
                  <a:cubicBezTo>
                    <a:pt x="15037" y="5416"/>
                    <a:pt x="15613" y="6453"/>
                    <a:pt x="15671" y="7548"/>
                  </a:cubicBezTo>
                  <a:cubicBezTo>
                    <a:pt x="15556" y="7605"/>
                    <a:pt x="15325" y="7893"/>
                    <a:pt x="14864" y="8124"/>
                  </a:cubicBezTo>
                  <a:lnTo>
                    <a:pt x="14864" y="8181"/>
                  </a:lnTo>
                  <a:cubicBezTo>
                    <a:pt x="14461" y="8354"/>
                    <a:pt x="13827" y="8585"/>
                    <a:pt x="13021" y="8700"/>
                  </a:cubicBezTo>
                  <a:lnTo>
                    <a:pt x="13654" y="7778"/>
                  </a:lnTo>
                  <a:cubicBezTo>
                    <a:pt x="13712" y="7721"/>
                    <a:pt x="13712" y="7663"/>
                    <a:pt x="13712" y="7548"/>
                  </a:cubicBezTo>
                  <a:lnTo>
                    <a:pt x="13021" y="5359"/>
                  </a:lnTo>
                  <a:cubicBezTo>
                    <a:pt x="13424" y="5301"/>
                    <a:pt x="13770" y="5128"/>
                    <a:pt x="14115" y="4840"/>
                  </a:cubicBezTo>
                  <a:close/>
                  <a:moveTo>
                    <a:pt x="8066" y="6050"/>
                  </a:moveTo>
                  <a:cubicBezTo>
                    <a:pt x="9506" y="6050"/>
                    <a:pt x="10659" y="7202"/>
                    <a:pt x="10659" y="8642"/>
                  </a:cubicBezTo>
                  <a:cubicBezTo>
                    <a:pt x="10659" y="10083"/>
                    <a:pt x="9506" y="11235"/>
                    <a:pt x="8066" y="11235"/>
                  </a:cubicBezTo>
                  <a:cubicBezTo>
                    <a:pt x="6683" y="11235"/>
                    <a:pt x="5474" y="10083"/>
                    <a:pt x="5474" y="8642"/>
                  </a:cubicBezTo>
                  <a:cubicBezTo>
                    <a:pt x="5474" y="7260"/>
                    <a:pt x="6626" y="6050"/>
                    <a:pt x="8066" y="6050"/>
                  </a:cubicBezTo>
                  <a:close/>
                  <a:moveTo>
                    <a:pt x="8181" y="11753"/>
                  </a:moveTo>
                  <a:lnTo>
                    <a:pt x="8930" y="14288"/>
                  </a:lnTo>
                  <a:lnTo>
                    <a:pt x="8988" y="14288"/>
                  </a:lnTo>
                  <a:lnTo>
                    <a:pt x="8066" y="15556"/>
                  </a:lnTo>
                  <a:lnTo>
                    <a:pt x="7202" y="14288"/>
                  </a:lnTo>
                  <a:lnTo>
                    <a:pt x="8009" y="11753"/>
                  </a:lnTo>
                  <a:close/>
                  <a:moveTo>
                    <a:pt x="6223" y="11120"/>
                  </a:moveTo>
                  <a:cubicBezTo>
                    <a:pt x="6568" y="11408"/>
                    <a:pt x="7029" y="11580"/>
                    <a:pt x="7490" y="11696"/>
                  </a:cubicBezTo>
                  <a:lnTo>
                    <a:pt x="6741" y="14288"/>
                  </a:lnTo>
                  <a:cubicBezTo>
                    <a:pt x="6683" y="14346"/>
                    <a:pt x="6683" y="14403"/>
                    <a:pt x="6741" y="14461"/>
                  </a:cubicBezTo>
                  <a:lnTo>
                    <a:pt x="7548" y="15613"/>
                  </a:lnTo>
                  <a:cubicBezTo>
                    <a:pt x="6511" y="15556"/>
                    <a:pt x="5762" y="15210"/>
                    <a:pt x="5243" y="14864"/>
                  </a:cubicBezTo>
                  <a:cubicBezTo>
                    <a:pt x="4782" y="14576"/>
                    <a:pt x="4494" y="14288"/>
                    <a:pt x="4379" y="14173"/>
                  </a:cubicBezTo>
                  <a:cubicBezTo>
                    <a:pt x="4437" y="12905"/>
                    <a:pt x="5128" y="11753"/>
                    <a:pt x="6223" y="11120"/>
                  </a:cubicBezTo>
                  <a:close/>
                  <a:moveTo>
                    <a:pt x="3688" y="1"/>
                  </a:moveTo>
                  <a:cubicBezTo>
                    <a:pt x="3054" y="1"/>
                    <a:pt x="2478" y="174"/>
                    <a:pt x="2017" y="577"/>
                  </a:cubicBezTo>
                  <a:cubicBezTo>
                    <a:pt x="1836" y="713"/>
                    <a:pt x="1976" y="992"/>
                    <a:pt x="2156" y="992"/>
                  </a:cubicBezTo>
                  <a:cubicBezTo>
                    <a:pt x="2204" y="992"/>
                    <a:pt x="2256" y="971"/>
                    <a:pt x="2305" y="922"/>
                  </a:cubicBezTo>
                  <a:cubicBezTo>
                    <a:pt x="2708" y="634"/>
                    <a:pt x="3169" y="462"/>
                    <a:pt x="3630" y="462"/>
                  </a:cubicBezTo>
                  <a:cubicBezTo>
                    <a:pt x="4898" y="462"/>
                    <a:pt x="5877" y="1499"/>
                    <a:pt x="5877" y="2708"/>
                  </a:cubicBezTo>
                  <a:cubicBezTo>
                    <a:pt x="5877" y="3918"/>
                    <a:pt x="4898" y="4955"/>
                    <a:pt x="3630" y="4955"/>
                  </a:cubicBezTo>
                  <a:cubicBezTo>
                    <a:pt x="2420" y="4955"/>
                    <a:pt x="1441" y="3918"/>
                    <a:pt x="1441" y="2708"/>
                  </a:cubicBezTo>
                  <a:cubicBezTo>
                    <a:pt x="1441" y="2420"/>
                    <a:pt x="1498" y="2132"/>
                    <a:pt x="1614" y="1844"/>
                  </a:cubicBezTo>
                  <a:cubicBezTo>
                    <a:pt x="1687" y="1660"/>
                    <a:pt x="1526" y="1523"/>
                    <a:pt x="1370" y="1523"/>
                  </a:cubicBezTo>
                  <a:cubicBezTo>
                    <a:pt x="1281" y="1523"/>
                    <a:pt x="1194" y="1567"/>
                    <a:pt x="1153" y="1671"/>
                  </a:cubicBezTo>
                  <a:cubicBezTo>
                    <a:pt x="1038" y="2017"/>
                    <a:pt x="980" y="2363"/>
                    <a:pt x="980" y="2708"/>
                  </a:cubicBezTo>
                  <a:cubicBezTo>
                    <a:pt x="980" y="3400"/>
                    <a:pt x="1210" y="4033"/>
                    <a:pt x="1671" y="4552"/>
                  </a:cubicBezTo>
                  <a:cubicBezTo>
                    <a:pt x="634" y="5186"/>
                    <a:pt x="1" y="6338"/>
                    <a:pt x="1" y="7605"/>
                  </a:cubicBezTo>
                  <a:cubicBezTo>
                    <a:pt x="1" y="7605"/>
                    <a:pt x="58" y="7663"/>
                    <a:pt x="58" y="7721"/>
                  </a:cubicBezTo>
                  <a:cubicBezTo>
                    <a:pt x="116" y="7778"/>
                    <a:pt x="1210" y="9161"/>
                    <a:pt x="3572" y="9161"/>
                  </a:cubicBezTo>
                  <a:cubicBezTo>
                    <a:pt x="4091" y="9161"/>
                    <a:pt x="4552" y="9161"/>
                    <a:pt x="5013" y="9046"/>
                  </a:cubicBezTo>
                  <a:cubicBezTo>
                    <a:pt x="5070" y="9679"/>
                    <a:pt x="5416" y="10313"/>
                    <a:pt x="5819" y="10774"/>
                  </a:cubicBezTo>
                  <a:cubicBezTo>
                    <a:pt x="4609" y="11523"/>
                    <a:pt x="3918" y="12848"/>
                    <a:pt x="3918" y="14288"/>
                  </a:cubicBezTo>
                  <a:cubicBezTo>
                    <a:pt x="3918" y="14346"/>
                    <a:pt x="3918" y="14346"/>
                    <a:pt x="3976" y="14403"/>
                  </a:cubicBezTo>
                  <a:cubicBezTo>
                    <a:pt x="4033" y="14461"/>
                    <a:pt x="5301" y="16074"/>
                    <a:pt x="8009" y="16074"/>
                  </a:cubicBezTo>
                  <a:lnTo>
                    <a:pt x="8181" y="16074"/>
                  </a:lnTo>
                  <a:cubicBezTo>
                    <a:pt x="9046" y="16074"/>
                    <a:pt x="9910" y="15901"/>
                    <a:pt x="10716" y="15556"/>
                  </a:cubicBezTo>
                  <a:cubicBezTo>
                    <a:pt x="11120" y="15325"/>
                    <a:pt x="12214" y="14807"/>
                    <a:pt x="12214" y="14288"/>
                  </a:cubicBezTo>
                  <a:cubicBezTo>
                    <a:pt x="12214" y="13712"/>
                    <a:pt x="12099" y="13136"/>
                    <a:pt x="11868" y="12617"/>
                  </a:cubicBezTo>
                  <a:cubicBezTo>
                    <a:pt x="11827" y="12513"/>
                    <a:pt x="11748" y="12469"/>
                    <a:pt x="11669" y="12469"/>
                  </a:cubicBezTo>
                  <a:cubicBezTo>
                    <a:pt x="11529" y="12469"/>
                    <a:pt x="11392" y="12606"/>
                    <a:pt x="11465" y="12790"/>
                  </a:cubicBezTo>
                  <a:cubicBezTo>
                    <a:pt x="11638" y="13251"/>
                    <a:pt x="11753" y="13712"/>
                    <a:pt x="11753" y="14231"/>
                  </a:cubicBezTo>
                  <a:cubicBezTo>
                    <a:pt x="11580" y="14461"/>
                    <a:pt x="10601" y="15440"/>
                    <a:pt x="8585" y="15613"/>
                  </a:cubicBezTo>
                  <a:lnTo>
                    <a:pt x="9391" y="14461"/>
                  </a:lnTo>
                  <a:cubicBezTo>
                    <a:pt x="9449" y="14403"/>
                    <a:pt x="9449" y="14346"/>
                    <a:pt x="9449" y="14288"/>
                  </a:cubicBezTo>
                  <a:lnTo>
                    <a:pt x="8642" y="11696"/>
                  </a:lnTo>
                  <a:cubicBezTo>
                    <a:pt x="9103" y="11580"/>
                    <a:pt x="9564" y="11408"/>
                    <a:pt x="9967" y="11120"/>
                  </a:cubicBezTo>
                  <a:cubicBezTo>
                    <a:pt x="10255" y="11292"/>
                    <a:pt x="10543" y="11523"/>
                    <a:pt x="10774" y="11753"/>
                  </a:cubicBezTo>
                  <a:cubicBezTo>
                    <a:pt x="10834" y="11813"/>
                    <a:pt x="10901" y="11838"/>
                    <a:pt x="10965" y="11838"/>
                  </a:cubicBezTo>
                  <a:cubicBezTo>
                    <a:pt x="11145" y="11838"/>
                    <a:pt x="11290" y="11636"/>
                    <a:pt x="11120" y="11465"/>
                  </a:cubicBezTo>
                  <a:cubicBezTo>
                    <a:pt x="10889" y="11177"/>
                    <a:pt x="10601" y="10947"/>
                    <a:pt x="10313" y="10774"/>
                  </a:cubicBezTo>
                  <a:cubicBezTo>
                    <a:pt x="10716" y="10313"/>
                    <a:pt x="11062" y="9679"/>
                    <a:pt x="11120" y="9046"/>
                  </a:cubicBezTo>
                  <a:cubicBezTo>
                    <a:pt x="11496" y="9140"/>
                    <a:pt x="11911" y="9234"/>
                    <a:pt x="12301" y="9234"/>
                  </a:cubicBezTo>
                  <a:cubicBezTo>
                    <a:pt x="12389" y="9234"/>
                    <a:pt x="12475" y="9229"/>
                    <a:pt x="12560" y="9218"/>
                  </a:cubicBezTo>
                  <a:cubicBezTo>
                    <a:pt x="13770" y="9161"/>
                    <a:pt x="14634" y="8815"/>
                    <a:pt x="15152" y="8527"/>
                  </a:cubicBezTo>
                  <a:cubicBezTo>
                    <a:pt x="15498" y="8297"/>
                    <a:pt x="16132" y="7836"/>
                    <a:pt x="16132" y="7605"/>
                  </a:cubicBezTo>
                  <a:cubicBezTo>
                    <a:pt x="16132" y="6338"/>
                    <a:pt x="15498" y="5186"/>
                    <a:pt x="14461" y="4552"/>
                  </a:cubicBezTo>
                  <a:cubicBezTo>
                    <a:pt x="14922" y="4033"/>
                    <a:pt x="15210" y="3400"/>
                    <a:pt x="15210" y="2708"/>
                  </a:cubicBezTo>
                  <a:cubicBezTo>
                    <a:pt x="15210" y="1211"/>
                    <a:pt x="14000" y="1"/>
                    <a:pt x="12502" y="1"/>
                  </a:cubicBezTo>
                  <a:cubicBezTo>
                    <a:pt x="11004" y="1"/>
                    <a:pt x="9794" y="1211"/>
                    <a:pt x="9794" y="2708"/>
                  </a:cubicBezTo>
                  <a:cubicBezTo>
                    <a:pt x="9794" y="3400"/>
                    <a:pt x="10083" y="4033"/>
                    <a:pt x="10486" y="4552"/>
                  </a:cubicBezTo>
                  <a:cubicBezTo>
                    <a:pt x="10025" y="4840"/>
                    <a:pt x="9564" y="5301"/>
                    <a:pt x="9276" y="5819"/>
                  </a:cubicBezTo>
                  <a:cubicBezTo>
                    <a:pt x="8901" y="5647"/>
                    <a:pt x="8484" y="5560"/>
                    <a:pt x="8066" y="5560"/>
                  </a:cubicBezTo>
                  <a:cubicBezTo>
                    <a:pt x="7648" y="5560"/>
                    <a:pt x="7231" y="5647"/>
                    <a:pt x="6856" y="5819"/>
                  </a:cubicBezTo>
                  <a:cubicBezTo>
                    <a:pt x="6568" y="5301"/>
                    <a:pt x="6165" y="4840"/>
                    <a:pt x="5646" y="4552"/>
                  </a:cubicBezTo>
                  <a:cubicBezTo>
                    <a:pt x="6107" y="4033"/>
                    <a:pt x="6338" y="3400"/>
                    <a:pt x="6338" y="2708"/>
                  </a:cubicBezTo>
                  <a:cubicBezTo>
                    <a:pt x="6338" y="1211"/>
                    <a:pt x="5128" y="1"/>
                    <a:pt x="36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8"/>
            <p:cNvSpPr/>
            <p:nvPr/>
          </p:nvSpPr>
          <p:spPr>
            <a:xfrm>
              <a:off x="6558025" y="2897425"/>
              <a:ext cx="41800" cy="83925"/>
            </a:xfrm>
            <a:custGeom>
              <a:rect b="b" l="l" r="r" t="t"/>
              <a:pathLst>
                <a:path extrusionOk="0" h="3357" w="1672">
                  <a:moveTo>
                    <a:pt x="831" y="1"/>
                  </a:moveTo>
                  <a:cubicBezTo>
                    <a:pt x="694" y="1"/>
                    <a:pt x="577" y="104"/>
                    <a:pt x="577" y="246"/>
                  </a:cubicBezTo>
                  <a:lnTo>
                    <a:pt x="577" y="419"/>
                  </a:lnTo>
                  <a:cubicBezTo>
                    <a:pt x="346" y="476"/>
                    <a:pt x="173" y="707"/>
                    <a:pt x="116" y="937"/>
                  </a:cubicBezTo>
                  <a:cubicBezTo>
                    <a:pt x="58" y="1225"/>
                    <a:pt x="116" y="1456"/>
                    <a:pt x="289" y="1571"/>
                  </a:cubicBezTo>
                  <a:cubicBezTo>
                    <a:pt x="461" y="1686"/>
                    <a:pt x="750" y="1802"/>
                    <a:pt x="980" y="1917"/>
                  </a:cubicBezTo>
                  <a:cubicBezTo>
                    <a:pt x="1153" y="1974"/>
                    <a:pt x="1153" y="2147"/>
                    <a:pt x="1153" y="2205"/>
                  </a:cubicBezTo>
                  <a:cubicBezTo>
                    <a:pt x="1153" y="2320"/>
                    <a:pt x="1038" y="2493"/>
                    <a:pt x="807" y="2493"/>
                  </a:cubicBezTo>
                  <a:cubicBezTo>
                    <a:pt x="577" y="2493"/>
                    <a:pt x="519" y="2493"/>
                    <a:pt x="404" y="2378"/>
                  </a:cubicBezTo>
                  <a:cubicBezTo>
                    <a:pt x="356" y="2354"/>
                    <a:pt x="299" y="2340"/>
                    <a:pt x="243" y="2340"/>
                  </a:cubicBezTo>
                  <a:cubicBezTo>
                    <a:pt x="165" y="2340"/>
                    <a:pt x="92" y="2368"/>
                    <a:pt x="58" y="2435"/>
                  </a:cubicBezTo>
                  <a:cubicBezTo>
                    <a:pt x="1" y="2550"/>
                    <a:pt x="1" y="2723"/>
                    <a:pt x="116" y="2781"/>
                  </a:cubicBezTo>
                  <a:cubicBezTo>
                    <a:pt x="289" y="2896"/>
                    <a:pt x="634" y="2954"/>
                    <a:pt x="634" y="2954"/>
                  </a:cubicBezTo>
                  <a:lnTo>
                    <a:pt x="634" y="3127"/>
                  </a:lnTo>
                  <a:cubicBezTo>
                    <a:pt x="634" y="3242"/>
                    <a:pt x="692" y="3357"/>
                    <a:pt x="807" y="3357"/>
                  </a:cubicBezTo>
                  <a:cubicBezTo>
                    <a:pt x="922" y="3357"/>
                    <a:pt x="1038" y="3242"/>
                    <a:pt x="1038" y="3127"/>
                  </a:cubicBezTo>
                  <a:lnTo>
                    <a:pt x="1038" y="2954"/>
                  </a:lnTo>
                  <a:cubicBezTo>
                    <a:pt x="1038" y="2954"/>
                    <a:pt x="1556" y="2550"/>
                    <a:pt x="1614" y="2262"/>
                  </a:cubicBezTo>
                  <a:cubicBezTo>
                    <a:pt x="1671" y="1917"/>
                    <a:pt x="1498" y="1571"/>
                    <a:pt x="1153" y="1456"/>
                  </a:cubicBezTo>
                  <a:lnTo>
                    <a:pt x="1095" y="1456"/>
                  </a:lnTo>
                  <a:cubicBezTo>
                    <a:pt x="922" y="1398"/>
                    <a:pt x="692" y="1283"/>
                    <a:pt x="577" y="1225"/>
                  </a:cubicBezTo>
                  <a:cubicBezTo>
                    <a:pt x="461" y="1110"/>
                    <a:pt x="577" y="880"/>
                    <a:pt x="692" y="880"/>
                  </a:cubicBezTo>
                  <a:cubicBezTo>
                    <a:pt x="726" y="863"/>
                    <a:pt x="764" y="856"/>
                    <a:pt x="805" y="856"/>
                  </a:cubicBezTo>
                  <a:cubicBezTo>
                    <a:pt x="903" y="856"/>
                    <a:pt x="1014" y="897"/>
                    <a:pt x="1095" y="937"/>
                  </a:cubicBezTo>
                  <a:cubicBezTo>
                    <a:pt x="1095" y="937"/>
                    <a:pt x="1172" y="989"/>
                    <a:pt x="1257" y="989"/>
                  </a:cubicBezTo>
                  <a:cubicBezTo>
                    <a:pt x="1300" y="989"/>
                    <a:pt x="1345" y="976"/>
                    <a:pt x="1383" y="937"/>
                  </a:cubicBezTo>
                  <a:cubicBezTo>
                    <a:pt x="1556" y="707"/>
                    <a:pt x="1383" y="592"/>
                    <a:pt x="1383" y="592"/>
                  </a:cubicBezTo>
                  <a:cubicBezTo>
                    <a:pt x="1326" y="534"/>
                    <a:pt x="1095" y="419"/>
                    <a:pt x="1095" y="419"/>
                  </a:cubicBezTo>
                  <a:lnTo>
                    <a:pt x="1095" y="246"/>
                  </a:lnTo>
                  <a:cubicBezTo>
                    <a:pt x="1095" y="131"/>
                    <a:pt x="1038" y="73"/>
                    <a:pt x="922" y="16"/>
                  </a:cubicBezTo>
                  <a:cubicBezTo>
                    <a:pt x="892" y="5"/>
                    <a:pt x="861" y="1"/>
                    <a:pt x="83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38"/>
          <p:cNvGrpSpPr/>
          <p:nvPr/>
        </p:nvGrpSpPr>
        <p:grpSpPr>
          <a:xfrm>
            <a:off x="2178397" y="1343013"/>
            <a:ext cx="404750" cy="402050"/>
            <a:chOff x="1838250" y="2740625"/>
            <a:chExt cx="404750" cy="402050"/>
          </a:xfrm>
        </p:grpSpPr>
        <p:sp>
          <p:nvSpPr>
            <p:cNvPr id="535" name="Google Shape;535;p38"/>
            <p:cNvSpPr/>
            <p:nvPr/>
          </p:nvSpPr>
          <p:spPr>
            <a:xfrm>
              <a:off x="1937625" y="2926600"/>
              <a:ext cx="142625" cy="142625"/>
            </a:xfrm>
            <a:custGeom>
              <a:rect b="b" l="l" r="r" t="t"/>
              <a:pathLst>
                <a:path extrusionOk="0" h="5705" w="5705">
                  <a:moveTo>
                    <a:pt x="2824" y="462"/>
                  </a:moveTo>
                  <a:cubicBezTo>
                    <a:pt x="4149" y="462"/>
                    <a:pt x="5186" y="1499"/>
                    <a:pt x="5186" y="2824"/>
                  </a:cubicBezTo>
                  <a:cubicBezTo>
                    <a:pt x="5186" y="4149"/>
                    <a:pt x="4149" y="5186"/>
                    <a:pt x="2824" y="5186"/>
                  </a:cubicBezTo>
                  <a:cubicBezTo>
                    <a:pt x="1499" y="5186"/>
                    <a:pt x="462" y="4149"/>
                    <a:pt x="462" y="2824"/>
                  </a:cubicBezTo>
                  <a:cubicBezTo>
                    <a:pt x="462" y="1499"/>
                    <a:pt x="1499" y="462"/>
                    <a:pt x="2824" y="462"/>
                  </a:cubicBezTo>
                  <a:close/>
                  <a:moveTo>
                    <a:pt x="2824" y="1"/>
                  </a:moveTo>
                  <a:cubicBezTo>
                    <a:pt x="1268" y="1"/>
                    <a:pt x="1" y="1268"/>
                    <a:pt x="1" y="2824"/>
                  </a:cubicBezTo>
                  <a:cubicBezTo>
                    <a:pt x="1" y="4379"/>
                    <a:pt x="1268" y="5704"/>
                    <a:pt x="2824" y="5704"/>
                  </a:cubicBezTo>
                  <a:cubicBezTo>
                    <a:pt x="4379" y="5704"/>
                    <a:pt x="5704" y="4379"/>
                    <a:pt x="5704" y="2824"/>
                  </a:cubicBezTo>
                  <a:cubicBezTo>
                    <a:pt x="5704" y="1268"/>
                    <a:pt x="4379" y="1"/>
                    <a:pt x="282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8"/>
            <p:cNvSpPr/>
            <p:nvPr/>
          </p:nvSpPr>
          <p:spPr>
            <a:xfrm>
              <a:off x="1989475" y="2958650"/>
              <a:ext cx="38925" cy="77075"/>
            </a:xfrm>
            <a:custGeom>
              <a:rect b="b" l="l" r="r" t="t"/>
              <a:pathLst>
                <a:path extrusionOk="0" h="3083" w="1557">
                  <a:moveTo>
                    <a:pt x="750" y="1"/>
                  </a:moveTo>
                  <a:cubicBezTo>
                    <a:pt x="635" y="1"/>
                    <a:pt x="519" y="73"/>
                    <a:pt x="519" y="217"/>
                  </a:cubicBezTo>
                  <a:lnTo>
                    <a:pt x="519" y="332"/>
                  </a:lnTo>
                  <a:cubicBezTo>
                    <a:pt x="289" y="447"/>
                    <a:pt x="116" y="620"/>
                    <a:pt x="116" y="850"/>
                  </a:cubicBezTo>
                  <a:cubicBezTo>
                    <a:pt x="58" y="1081"/>
                    <a:pt x="116" y="1311"/>
                    <a:pt x="289" y="1427"/>
                  </a:cubicBezTo>
                  <a:cubicBezTo>
                    <a:pt x="462" y="1599"/>
                    <a:pt x="635" y="1657"/>
                    <a:pt x="865" y="1772"/>
                  </a:cubicBezTo>
                  <a:cubicBezTo>
                    <a:pt x="1038" y="1772"/>
                    <a:pt x="1038" y="1945"/>
                    <a:pt x="1038" y="2003"/>
                  </a:cubicBezTo>
                  <a:cubicBezTo>
                    <a:pt x="980" y="2118"/>
                    <a:pt x="923" y="2233"/>
                    <a:pt x="750" y="2233"/>
                  </a:cubicBezTo>
                  <a:cubicBezTo>
                    <a:pt x="577" y="2233"/>
                    <a:pt x="519" y="2233"/>
                    <a:pt x="347" y="2175"/>
                  </a:cubicBezTo>
                  <a:cubicBezTo>
                    <a:pt x="306" y="2135"/>
                    <a:pt x="258" y="2115"/>
                    <a:pt x="213" y="2115"/>
                  </a:cubicBezTo>
                  <a:cubicBezTo>
                    <a:pt x="131" y="2115"/>
                    <a:pt x="58" y="2179"/>
                    <a:pt x="58" y="2291"/>
                  </a:cubicBezTo>
                  <a:cubicBezTo>
                    <a:pt x="1" y="2406"/>
                    <a:pt x="58" y="2521"/>
                    <a:pt x="116" y="2579"/>
                  </a:cubicBezTo>
                  <a:cubicBezTo>
                    <a:pt x="289" y="2636"/>
                    <a:pt x="404" y="2694"/>
                    <a:pt x="519" y="2694"/>
                  </a:cubicBezTo>
                  <a:lnTo>
                    <a:pt x="519" y="2867"/>
                  </a:lnTo>
                  <a:cubicBezTo>
                    <a:pt x="519" y="3011"/>
                    <a:pt x="620" y="3083"/>
                    <a:pt x="721" y="3083"/>
                  </a:cubicBezTo>
                  <a:cubicBezTo>
                    <a:pt x="822" y="3083"/>
                    <a:pt x="923" y="3011"/>
                    <a:pt x="923" y="2867"/>
                  </a:cubicBezTo>
                  <a:lnTo>
                    <a:pt x="980" y="2867"/>
                  </a:lnTo>
                  <a:lnTo>
                    <a:pt x="980" y="2694"/>
                  </a:lnTo>
                  <a:cubicBezTo>
                    <a:pt x="980" y="2694"/>
                    <a:pt x="1441" y="2348"/>
                    <a:pt x="1499" y="2118"/>
                  </a:cubicBezTo>
                  <a:cubicBezTo>
                    <a:pt x="1556" y="1772"/>
                    <a:pt x="1384" y="1427"/>
                    <a:pt x="1038" y="1311"/>
                  </a:cubicBezTo>
                  <a:cubicBezTo>
                    <a:pt x="865" y="1254"/>
                    <a:pt x="635" y="1196"/>
                    <a:pt x="577" y="1081"/>
                  </a:cubicBezTo>
                  <a:cubicBezTo>
                    <a:pt x="462" y="1023"/>
                    <a:pt x="519" y="850"/>
                    <a:pt x="635" y="793"/>
                  </a:cubicBezTo>
                  <a:cubicBezTo>
                    <a:pt x="865" y="793"/>
                    <a:pt x="980" y="850"/>
                    <a:pt x="980" y="850"/>
                  </a:cubicBezTo>
                  <a:cubicBezTo>
                    <a:pt x="980" y="850"/>
                    <a:pt x="1031" y="927"/>
                    <a:pt x="1117" y="927"/>
                  </a:cubicBezTo>
                  <a:cubicBezTo>
                    <a:pt x="1159" y="927"/>
                    <a:pt x="1211" y="908"/>
                    <a:pt x="1268" y="850"/>
                  </a:cubicBezTo>
                  <a:cubicBezTo>
                    <a:pt x="1499" y="678"/>
                    <a:pt x="1268" y="505"/>
                    <a:pt x="1268" y="505"/>
                  </a:cubicBezTo>
                  <a:cubicBezTo>
                    <a:pt x="1211" y="447"/>
                    <a:pt x="980" y="332"/>
                    <a:pt x="980" y="332"/>
                  </a:cubicBezTo>
                  <a:lnTo>
                    <a:pt x="980" y="217"/>
                  </a:lnTo>
                  <a:cubicBezTo>
                    <a:pt x="980" y="73"/>
                    <a:pt x="865" y="1"/>
                    <a:pt x="7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8"/>
            <p:cNvSpPr/>
            <p:nvPr/>
          </p:nvSpPr>
          <p:spPr>
            <a:xfrm>
              <a:off x="2126300" y="2974125"/>
              <a:ext cx="90775" cy="90775"/>
            </a:xfrm>
            <a:custGeom>
              <a:rect b="b" l="l" r="r" t="t"/>
              <a:pathLst>
                <a:path extrusionOk="0" h="3631" w="3631">
                  <a:moveTo>
                    <a:pt x="1844" y="519"/>
                  </a:moveTo>
                  <a:cubicBezTo>
                    <a:pt x="2593" y="519"/>
                    <a:pt x="3169" y="1096"/>
                    <a:pt x="3169" y="1844"/>
                  </a:cubicBezTo>
                  <a:cubicBezTo>
                    <a:pt x="3169" y="2305"/>
                    <a:pt x="2939" y="2709"/>
                    <a:pt x="2536" y="2939"/>
                  </a:cubicBezTo>
                  <a:cubicBezTo>
                    <a:pt x="2305" y="3112"/>
                    <a:pt x="2075" y="3170"/>
                    <a:pt x="1844" y="3170"/>
                  </a:cubicBezTo>
                  <a:cubicBezTo>
                    <a:pt x="1095" y="3170"/>
                    <a:pt x="519" y="2593"/>
                    <a:pt x="519" y="1844"/>
                  </a:cubicBezTo>
                  <a:cubicBezTo>
                    <a:pt x="519" y="1384"/>
                    <a:pt x="750" y="923"/>
                    <a:pt x="1095" y="692"/>
                  </a:cubicBezTo>
                  <a:cubicBezTo>
                    <a:pt x="1326" y="577"/>
                    <a:pt x="1556" y="519"/>
                    <a:pt x="1844" y="519"/>
                  </a:cubicBezTo>
                  <a:close/>
                  <a:moveTo>
                    <a:pt x="1844" y="1"/>
                  </a:moveTo>
                  <a:cubicBezTo>
                    <a:pt x="1499" y="1"/>
                    <a:pt x="1153" y="116"/>
                    <a:pt x="865" y="289"/>
                  </a:cubicBezTo>
                  <a:cubicBezTo>
                    <a:pt x="347" y="635"/>
                    <a:pt x="1" y="1211"/>
                    <a:pt x="1" y="1844"/>
                  </a:cubicBezTo>
                  <a:cubicBezTo>
                    <a:pt x="1" y="2824"/>
                    <a:pt x="807" y="3630"/>
                    <a:pt x="1844" y="3630"/>
                  </a:cubicBezTo>
                  <a:cubicBezTo>
                    <a:pt x="2190" y="3630"/>
                    <a:pt x="2478" y="3573"/>
                    <a:pt x="2824" y="3342"/>
                  </a:cubicBezTo>
                  <a:cubicBezTo>
                    <a:pt x="3342" y="3054"/>
                    <a:pt x="3630" y="2478"/>
                    <a:pt x="3630" y="1844"/>
                  </a:cubicBezTo>
                  <a:cubicBezTo>
                    <a:pt x="3630" y="865"/>
                    <a:pt x="2824" y="1"/>
                    <a:pt x="18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8"/>
            <p:cNvSpPr/>
            <p:nvPr/>
          </p:nvSpPr>
          <p:spPr>
            <a:xfrm>
              <a:off x="1838250" y="2740625"/>
              <a:ext cx="404750" cy="402050"/>
            </a:xfrm>
            <a:custGeom>
              <a:rect b="b" l="l" r="r" t="t"/>
              <a:pathLst>
                <a:path extrusionOk="0" h="16082" w="16190">
                  <a:moveTo>
                    <a:pt x="5243" y="1391"/>
                  </a:moveTo>
                  <a:lnTo>
                    <a:pt x="5819" y="2716"/>
                  </a:lnTo>
                  <a:lnTo>
                    <a:pt x="5704" y="2716"/>
                  </a:lnTo>
                  <a:lnTo>
                    <a:pt x="4610" y="1794"/>
                  </a:lnTo>
                  <a:cubicBezTo>
                    <a:pt x="4782" y="1679"/>
                    <a:pt x="5013" y="1564"/>
                    <a:pt x="5243" y="1391"/>
                  </a:cubicBezTo>
                  <a:close/>
                  <a:moveTo>
                    <a:pt x="6770" y="483"/>
                  </a:moveTo>
                  <a:cubicBezTo>
                    <a:pt x="7216" y="483"/>
                    <a:pt x="7663" y="613"/>
                    <a:pt x="8009" y="872"/>
                  </a:cubicBezTo>
                  <a:lnTo>
                    <a:pt x="7202" y="2716"/>
                  </a:lnTo>
                  <a:lnTo>
                    <a:pt x="6338" y="2716"/>
                  </a:lnTo>
                  <a:lnTo>
                    <a:pt x="5531" y="872"/>
                  </a:lnTo>
                  <a:cubicBezTo>
                    <a:pt x="5877" y="613"/>
                    <a:pt x="6323" y="483"/>
                    <a:pt x="6770" y="483"/>
                  </a:cubicBezTo>
                  <a:close/>
                  <a:moveTo>
                    <a:pt x="8354" y="1333"/>
                  </a:moveTo>
                  <a:cubicBezTo>
                    <a:pt x="8585" y="1506"/>
                    <a:pt x="8815" y="1679"/>
                    <a:pt x="8988" y="1794"/>
                  </a:cubicBezTo>
                  <a:lnTo>
                    <a:pt x="7893" y="2716"/>
                  </a:lnTo>
                  <a:lnTo>
                    <a:pt x="7721" y="2716"/>
                  </a:lnTo>
                  <a:lnTo>
                    <a:pt x="8354" y="1333"/>
                  </a:lnTo>
                  <a:close/>
                  <a:moveTo>
                    <a:pt x="8469" y="3177"/>
                  </a:moveTo>
                  <a:cubicBezTo>
                    <a:pt x="8815" y="3177"/>
                    <a:pt x="8873" y="3753"/>
                    <a:pt x="8469" y="3753"/>
                  </a:cubicBezTo>
                  <a:lnTo>
                    <a:pt x="5128" y="3753"/>
                  </a:lnTo>
                  <a:cubicBezTo>
                    <a:pt x="4725" y="3753"/>
                    <a:pt x="4725" y="3177"/>
                    <a:pt x="5128" y="3177"/>
                  </a:cubicBezTo>
                  <a:close/>
                  <a:moveTo>
                    <a:pt x="8469" y="4214"/>
                  </a:moveTo>
                  <a:cubicBezTo>
                    <a:pt x="8815" y="4214"/>
                    <a:pt x="8873" y="4790"/>
                    <a:pt x="8469" y="4790"/>
                  </a:cubicBezTo>
                  <a:lnTo>
                    <a:pt x="5128" y="4790"/>
                  </a:lnTo>
                  <a:cubicBezTo>
                    <a:pt x="4725" y="4790"/>
                    <a:pt x="4725" y="4214"/>
                    <a:pt x="5128" y="4214"/>
                  </a:cubicBezTo>
                  <a:close/>
                  <a:moveTo>
                    <a:pt x="11753" y="6748"/>
                  </a:moveTo>
                  <a:cubicBezTo>
                    <a:pt x="11638" y="7152"/>
                    <a:pt x="11350" y="7440"/>
                    <a:pt x="11004" y="7497"/>
                  </a:cubicBezTo>
                  <a:lnTo>
                    <a:pt x="11004" y="6748"/>
                  </a:lnTo>
                  <a:close/>
                  <a:moveTo>
                    <a:pt x="15671" y="6748"/>
                  </a:moveTo>
                  <a:lnTo>
                    <a:pt x="15671" y="7497"/>
                  </a:lnTo>
                  <a:cubicBezTo>
                    <a:pt x="15325" y="7440"/>
                    <a:pt x="15037" y="7152"/>
                    <a:pt x="14922" y="6748"/>
                  </a:cubicBezTo>
                  <a:close/>
                  <a:moveTo>
                    <a:pt x="15671" y="14872"/>
                  </a:moveTo>
                  <a:lnTo>
                    <a:pt x="15671" y="15620"/>
                  </a:lnTo>
                  <a:lnTo>
                    <a:pt x="14922" y="15620"/>
                  </a:lnTo>
                  <a:cubicBezTo>
                    <a:pt x="14980" y="15448"/>
                    <a:pt x="15095" y="15275"/>
                    <a:pt x="15210" y="15160"/>
                  </a:cubicBezTo>
                  <a:cubicBezTo>
                    <a:pt x="15325" y="14987"/>
                    <a:pt x="15498" y="14929"/>
                    <a:pt x="15671" y="14872"/>
                  </a:cubicBezTo>
                  <a:close/>
                  <a:moveTo>
                    <a:pt x="11004" y="14872"/>
                  </a:moveTo>
                  <a:cubicBezTo>
                    <a:pt x="11350" y="14987"/>
                    <a:pt x="11638" y="15275"/>
                    <a:pt x="11753" y="15620"/>
                  </a:cubicBezTo>
                  <a:lnTo>
                    <a:pt x="11004" y="15678"/>
                  </a:lnTo>
                  <a:lnTo>
                    <a:pt x="11004" y="14872"/>
                  </a:lnTo>
                  <a:close/>
                  <a:moveTo>
                    <a:pt x="6735" y="1"/>
                  </a:moveTo>
                  <a:cubicBezTo>
                    <a:pt x="6113" y="1"/>
                    <a:pt x="5495" y="188"/>
                    <a:pt x="5070" y="584"/>
                  </a:cubicBezTo>
                  <a:cubicBezTo>
                    <a:pt x="4955" y="699"/>
                    <a:pt x="4955" y="815"/>
                    <a:pt x="5013" y="930"/>
                  </a:cubicBezTo>
                  <a:cubicBezTo>
                    <a:pt x="4437" y="1218"/>
                    <a:pt x="4091" y="1564"/>
                    <a:pt x="4033" y="1621"/>
                  </a:cubicBezTo>
                  <a:cubicBezTo>
                    <a:pt x="3976" y="1736"/>
                    <a:pt x="3976" y="1852"/>
                    <a:pt x="4091" y="1967"/>
                  </a:cubicBezTo>
                  <a:lnTo>
                    <a:pt x="4955" y="2658"/>
                  </a:lnTo>
                  <a:cubicBezTo>
                    <a:pt x="4322" y="2773"/>
                    <a:pt x="4091" y="3522"/>
                    <a:pt x="4494" y="3983"/>
                  </a:cubicBezTo>
                  <a:cubicBezTo>
                    <a:pt x="4149" y="4329"/>
                    <a:pt x="4264" y="5020"/>
                    <a:pt x="4725" y="5193"/>
                  </a:cubicBezTo>
                  <a:cubicBezTo>
                    <a:pt x="4437" y="5366"/>
                    <a:pt x="4149" y="5596"/>
                    <a:pt x="3861" y="5827"/>
                  </a:cubicBezTo>
                  <a:cubicBezTo>
                    <a:pt x="3674" y="5967"/>
                    <a:pt x="3865" y="6219"/>
                    <a:pt x="4066" y="6219"/>
                  </a:cubicBezTo>
                  <a:cubicBezTo>
                    <a:pt x="4114" y="6219"/>
                    <a:pt x="4162" y="6205"/>
                    <a:pt x="4206" y="6172"/>
                  </a:cubicBezTo>
                  <a:cubicBezTo>
                    <a:pt x="4667" y="5769"/>
                    <a:pt x="5186" y="5481"/>
                    <a:pt x="5647" y="5251"/>
                  </a:cubicBezTo>
                  <a:lnTo>
                    <a:pt x="7893" y="5251"/>
                  </a:lnTo>
                  <a:cubicBezTo>
                    <a:pt x="8700" y="5654"/>
                    <a:pt x="9679" y="6403"/>
                    <a:pt x="10486" y="7325"/>
                  </a:cubicBezTo>
                  <a:lnTo>
                    <a:pt x="10486" y="14411"/>
                  </a:lnTo>
                  <a:lnTo>
                    <a:pt x="2593" y="14411"/>
                  </a:lnTo>
                  <a:cubicBezTo>
                    <a:pt x="1959" y="14411"/>
                    <a:pt x="1383" y="14123"/>
                    <a:pt x="1038" y="13662"/>
                  </a:cubicBezTo>
                  <a:cubicBezTo>
                    <a:pt x="634" y="13201"/>
                    <a:pt x="462" y="12625"/>
                    <a:pt x="577" y="11991"/>
                  </a:cubicBezTo>
                  <a:cubicBezTo>
                    <a:pt x="1038" y="9687"/>
                    <a:pt x="2478" y="7901"/>
                    <a:pt x="3342" y="7037"/>
                  </a:cubicBezTo>
                  <a:cubicBezTo>
                    <a:pt x="3475" y="6860"/>
                    <a:pt x="3302" y="6615"/>
                    <a:pt x="3136" y="6615"/>
                  </a:cubicBezTo>
                  <a:cubicBezTo>
                    <a:pt x="3086" y="6615"/>
                    <a:pt x="3037" y="6637"/>
                    <a:pt x="2996" y="6691"/>
                  </a:cubicBezTo>
                  <a:cubicBezTo>
                    <a:pt x="2132" y="7613"/>
                    <a:pt x="634" y="9456"/>
                    <a:pt x="116" y="11933"/>
                  </a:cubicBezTo>
                  <a:cubicBezTo>
                    <a:pt x="1" y="12625"/>
                    <a:pt x="174" y="13374"/>
                    <a:pt x="634" y="13950"/>
                  </a:cubicBezTo>
                  <a:cubicBezTo>
                    <a:pt x="1153" y="14584"/>
                    <a:pt x="1844" y="14872"/>
                    <a:pt x="2593" y="14872"/>
                  </a:cubicBezTo>
                  <a:lnTo>
                    <a:pt x="10486" y="14872"/>
                  </a:lnTo>
                  <a:lnTo>
                    <a:pt x="10486" y="15851"/>
                  </a:lnTo>
                  <a:cubicBezTo>
                    <a:pt x="10486" y="15966"/>
                    <a:pt x="10601" y="16081"/>
                    <a:pt x="10774" y="16081"/>
                  </a:cubicBezTo>
                  <a:lnTo>
                    <a:pt x="15959" y="16081"/>
                  </a:lnTo>
                  <a:cubicBezTo>
                    <a:pt x="16074" y="16081"/>
                    <a:pt x="16189" y="15966"/>
                    <a:pt x="16189" y="15851"/>
                  </a:cubicBezTo>
                  <a:lnTo>
                    <a:pt x="16189" y="13662"/>
                  </a:lnTo>
                  <a:cubicBezTo>
                    <a:pt x="16189" y="13518"/>
                    <a:pt x="16074" y="13446"/>
                    <a:pt x="15959" y="13446"/>
                  </a:cubicBezTo>
                  <a:cubicBezTo>
                    <a:pt x="15844" y="13446"/>
                    <a:pt x="15728" y="13518"/>
                    <a:pt x="15728" y="13662"/>
                  </a:cubicBezTo>
                  <a:lnTo>
                    <a:pt x="15728" y="14353"/>
                  </a:lnTo>
                  <a:cubicBezTo>
                    <a:pt x="15383" y="14411"/>
                    <a:pt x="15095" y="14584"/>
                    <a:pt x="14864" y="14814"/>
                  </a:cubicBezTo>
                  <a:cubicBezTo>
                    <a:pt x="14634" y="15044"/>
                    <a:pt x="14519" y="15332"/>
                    <a:pt x="14461" y="15620"/>
                  </a:cubicBezTo>
                  <a:lnTo>
                    <a:pt x="12214" y="15620"/>
                  </a:lnTo>
                  <a:cubicBezTo>
                    <a:pt x="12099" y="14987"/>
                    <a:pt x="11638" y="14468"/>
                    <a:pt x="11004" y="14353"/>
                  </a:cubicBezTo>
                  <a:lnTo>
                    <a:pt x="11004" y="7958"/>
                  </a:lnTo>
                  <a:cubicBezTo>
                    <a:pt x="11638" y="7901"/>
                    <a:pt x="12099" y="7382"/>
                    <a:pt x="12214" y="6748"/>
                  </a:cubicBezTo>
                  <a:lnTo>
                    <a:pt x="14461" y="6748"/>
                  </a:lnTo>
                  <a:cubicBezTo>
                    <a:pt x="14576" y="7382"/>
                    <a:pt x="15037" y="7901"/>
                    <a:pt x="15671" y="7958"/>
                  </a:cubicBezTo>
                  <a:lnTo>
                    <a:pt x="15671" y="12394"/>
                  </a:lnTo>
                  <a:cubicBezTo>
                    <a:pt x="15671" y="12394"/>
                    <a:pt x="15901" y="12548"/>
                    <a:pt x="16055" y="12548"/>
                  </a:cubicBezTo>
                  <a:cubicBezTo>
                    <a:pt x="16132" y="12548"/>
                    <a:pt x="16189" y="12510"/>
                    <a:pt x="16189" y="12394"/>
                  </a:cubicBezTo>
                  <a:lnTo>
                    <a:pt x="16189" y="6518"/>
                  </a:lnTo>
                  <a:cubicBezTo>
                    <a:pt x="16189" y="6403"/>
                    <a:pt x="15959" y="6288"/>
                    <a:pt x="15959" y="6288"/>
                  </a:cubicBezTo>
                  <a:lnTo>
                    <a:pt x="10832" y="6288"/>
                  </a:lnTo>
                  <a:cubicBezTo>
                    <a:pt x="10659" y="6288"/>
                    <a:pt x="10486" y="6403"/>
                    <a:pt x="10543" y="6633"/>
                  </a:cubicBezTo>
                  <a:cubicBezTo>
                    <a:pt x="9967" y="6057"/>
                    <a:pt x="9391" y="5539"/>
                    <a:pt x="8758" y="5193"/>
                  </a:cubicBezTo>
                  <a:cubicBezTo>
                    <a:pt x="9276" y="5020"/>
                    <a:pt x="9391" y="4386"/>
                    <a:pt x="9046" y="3983"/>
                  </a:cubicBezTo>
                  <a:cubicBezTo>
                    <a:pt x="9161" y="3868"/>
                    <a:pt x="9218" y="3638"/>
                    <a:pt x="9218" y="3465"/>
                  </a:cubicBezTo>
                  <a:cubicBezTo>
                    <a:pt x="9218" y="3061"/>
                    <a:pt x="8930" y="2773"/>
                    <a:pt x="8585" y="2658"/>
                  </a:cubicBezTo>
                  <a:lnTo>
                    <a:pt x="9449" y="1967"/>
                  </a:lnTo>
                  <a:cubicBezTo>
                    <a:pt x="9564" y="1852"/>
                    <a:pt x="9564" y="1736"/>
                    <a:pt x="9506" y="1621"/>
                  </a:cubicBezTo>
                  <a:cubicBezTo>
                    <a:pt x="9449" y="1621"/>
                    <a:pt x="9103" y="1218"/>
                    <a:pt x="8527" y="872"/>
                  </a:cubicBezTo>
                  <a:cubicBezTo>
                    <a:pt x="8527" y="815"/>
                    <a:pt x="8527" y="642"/>
                    <a:pt x="8469" y="584"/>
                  </a:cubicBezTo>
                  <a:cubicBezTo>
                    <a:pt x="8029" y="203"/>
                    <a:pt x="7380" y="1"/>
                    <a:pt x="67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9" name="Google Shape;539;p38"/>
          <p:cNvGrpSpPr/>
          <p:nvPr/>
        </p:nvGrpSpPr>
        <p:grpSpPr>
          <a:xfrm>
            <a:off x="6259475" y="3276275"/>
            <a:ext cx="401850" cy="401850"/>
            <a:chOff x="310125" y="3227625"/>
            <a:chExt cx="401850" cy="401850"/>
          </a:xfrm>
        </p:grpSpPr>
        <p:sp>
          <p:nvSpPr>
            <p:cNvPr id="540" name="Google Shape;540;p38"/>
            <p:cNvSpPr/>
            <p:nvPr/>
          </p:nvSpPr>
          <p:spPr>
            <a:xfrm>
              <a:off x="310125" y="3227625"/>
              <a:ext cx="401850" cy="401850"/>
            </a:xfrm>
            <a:custGeom>
              <a:rect b="b" l="l" r="r" t="t"/>
              <a:pathLst>
                <a:path extrusionOk="0" h="16074" w="16074">
                  <a:moveTo>
                    <a:pt x="5128" y="5473"/>
                  </a:moveTo>
                  <a:cubicBezTo>
                    <a:pt x="5128" y="5992"/>
                    <a:pt x="5186" y="6626"/>
                    <a:pt x="5301" y="7432"/>
                  </a:cubicBezTo>
                  <a:lnTo>
                    <a:pt x="461" y="7432"/>
                  </a:lnTo>
                  <a:lnTo>
                    <a:pt x="461" y="6222"/>
                  </a:lnTo>
                  <a:cubicBezTo>
                    <a:pt x="461" y="5819"/>
                    <a:pt x="807" y="5473"/>
                    <a:pt x="1153" y="5473"/>
                  </a:cubicBezTo>
                  <a:close/>
                  <a:moveTo>
                    <a:pt x="14922" y="5473"/>
                  </a:moveTo>
                  <a:cubicBezTo>
                    <a:pt x="15325" y="5473"/>
                    <a:pt x="15613" y="5819"/>
                    <a:pt x="15613" y="6222"/>
                  </a:cubicBezTo>
                  <a:lnTo>
                    <a:pt x="15613" y="7432"/>
                  </a:lnTo>
                  <a:lnTo>
                    <a:pt x="10831" y="7432"/>
                  </a:lnTo>
                  <a:cubicBezTo>
                    <a:pt x="10947" y="6626"/>
                    <a:pt x="10947" y="5992"/>
                    <a:pt x="11004" y="5473"/>
                  </a:cubicBezTo>
                  <a:close/>
                  <a:moveTo>
                    <a:pt x="5589" y="5070"/>
                  </a:moveTo>
                  <a:cubicBezTo>
                    <a:pt x="5992" y="5243"/>
                    <a:pt x="6799" y="5473"/>
                    <a:pt x="8008" y="5473"/>
                  </a:cubicBezTo>
                  <a:cubicBezTo>
                    <a:pt x="8815" y="5473"/>
                    <a:pt x="9737" y="5416"/>
                    <a:pt x="10486" y="5070"/>
                  </a:cubicBezTo>
                  <a:lnTo>
                    <a:pt x="10486" y="5070"/>
                  </a:lnTo>
                  <a:cubicBezTo>
                    <a:pt x="10486" y="5877"/>
                    <a:pt x="10428" y="7778"/>
                    <a:pt x="9737" y="10025"/>
                  </a:cubicBezTo>
                  <a:cubicBezTo>
                    <a:pt x="9679" y="10370"/>
                    <a:pt x="9506" y="10601"/>
                    <a:pt x="9276" y="10831"/>
                  </a:cubicBezTo>
                  <a:cubicBezTo>
                    <a:pt x="9276" y="10716"/>
                    <a:pt x="9334" y="10601"/>
                    <a:pt x="9334" y="10486"/>
                  </a:cubicBezTo>
                  <a:cubicBezTo>
                    <a:pt x="9334" y="9794"/>
                    <a:pt x="8757" y="9276"/>
                    <a:pt x="8066" y="9276"/>
                  </a:cubicBezTo>
                  <a:cubicBezTo>
                    <a:pt x="7375" y="9276"/>
                    <a:pt x="6799" y="9794"/>
                    <a:pt x="6799" y="10486"/>
                  </a:cubicBezTo>
                  <a:cubicBezTo>
                    <a:pt x="6799" y="10601"/>
                    <a:pt x="6799" y="10716"/>
                    <a:pt x="6856" y="10831"/>
                  </a:cubicBezTo>
                  <a:cubicBezTo>
                    <a:pt x="6626" y="10601"/>
                    <a:pt x="6453" y="10370"/>
                    <a:pt x="6338" y="10025"/>
                  </a:cubicBezTo>
                  <a:cubicBezTo>
                    <a:pt x="5704" y="7778"/>
                    <a:pt x="5589" y="5877"/>
                    <a:pt x="5589" y="5070"/>
                  </a:cubicBezTo>
                  <a:close/>
                  <a:moveTo>
                    <a:pt x="5704" y="9449"/>
                  </a:moveTo>
                  <a:cubicBezTo>
                    <a:pt x="5762" y="9679"/>
                    <a:pt x="5819" y="9909"/>
                    <a:pt x="5877" y="10197"/>
                  </a:cubicBezTo>
                  <a:cubicBezTo>
                    <a:pt x="5992" y="10543"/>
                    <a:pt x="6223" y="10889"/>
                    <a:pt x="6453" y="11119"/>
                  </a:cubicBezTo>
                  <a:cubicBezTo>
                    <a:pt x="6280" y="11465"/>
                    <a:pt x="6107" y="11811"/>
                    <a:pt x="5992" y="12099"/>
                  </a:cubicBezTo>
                  <a:cubicBezTo>
                    <a:pt x="5416" y="11004"/>
                    <a:pt x="5186" y="10370"/>
                    <a:pt x="5186" y="10197"/>
                  </a:cubicBezTo>
                  <a:cubicBezTo>
                    <a:pt x="5186" y="9852"/>
                    <a:pt x="5416" y="9564"/>
                    <a:pt x="5704" y="9449"/>
                  </a:cubicBezTo>
                  <a:close/>
                  <a:moveTo>
                    <a:pt x="10371" y="9449"/>
                  </a:moveTo>
                  <a:cubicBezTo>
                    <a:pt x="10659" y="9564"/>
                    <a:pt x="10889" y="9852"/>
                    <a:pt x="10889" y="10197"/>
                  </a:cubicBezTo>
                  <a:cubicBezTo>
                    <a:pt x="10889" y="10370"/>
                    <a:pt x="10659" y="11004"/>
                    <a:pt x="10082" y="12099"/>
                  </a:cubicBezTo>
                  <a:cubicBezTo>
                    <a:pt x="9967" y="11811"/>
                    <a:pt x="9794" y="11465"/>
                    <a:pt x="9622" y="11119"/>
                  </a:cubicBezTo>
                  <a:cubicBezTo>
                    <a:pt x="9910" y="10889"/>
                    <a:pt x="10082" y="10543"/>
                    <a:pt x="10198" y="10197"/>
                  </a:cubicBezTo>
                  <a:cubicBezTo>
                    <a:pt x="10255" y="9909"/>
                    <a:pt x="10313" y="9679"/>
                    <a:pt x="10371" y="9449"/>
                  </a:cubicBezTo>
                  <a:close/>
                  <a:moveTo>
                    <a:pt x="8066" y="9737"/>
                  </a:moveTo>
                  <a:cubicBezTo>
                    <a:pt x="8469" y="9737"/>
                    <a:pt x="8815" y="10082"/>
                    <a:pt x="8815" y="10486"/>
                  </a:cubicBezTo>
                  <a:cubicBezTo>
                    <a:pt x="8815" y="10658"/>
                    <a:pt x="8642" y="11350"/>
                    <a:pt x="8066" y="12387"/>
                  </a:cubicBezTo>
                  <a:cubicBezTo>
                    <a:pt x="7490" y="11350"/>
                    <a:pt x="7260" y="10658"/>
                    <a:pt x="7260" y="10486"/>
                  </a:cubicBezTo>
                  <a:cubicBezTo>
                    <a:pt x="7260" y="10082"/>
                    <a:pt x="7605" y="9737"/>
                    <a:pt x="8066" y="9737"/>
                  </a:cubicBezTo>
                  <a:close/>
                  <a:moveTo>
                    <a:pt x="5358" y="7893"/>
                  </a:moveTo>
                  <a:cubicBezTo>
                    <a:pt x="5416" y="8239"/>
                    <a:pt x="5531" y="8642"/>
                    <a:pt x="5589" y="8988"/>
                  </a:cubicBezTo>
                  <a:cubicBezTo>
                    <a:pt x="5070" y="9160"/>
                    <a:pt x="4725" y="9679"/>
                    <a:pt x="4725" y="10197"/>
                  </a:cubicBezTo>
                  <a:cubicBezTo>
                    <a:pt x="4725" y="10774"/>
                    <a:pt x="5589" y="12387"/>
                    <a:pt x="5819" y="12675"/>
                  </a:cubicBezTo>
                  <a:cubicBezTo>
                    <a:pt x="5848" y="12761"/>
                    <a:pt x="5920" y="12804"/>
                    <a:pt x="5999" y="12804"/>
                  </a:cubicBezTo>
                  <a:cubicBezTo>
                    <a:pt x="6078" y="12804"/>
                    <a:pt x="6165" y="12761"/>
                    <a:pt x="6223" y="12675"/>
                  </a:cubicBezTo>
                  <a:cubicBezTo>
                    <a:pt x="6223" y="12675"/>
                    <a:pt x="6568" y="12041"/>
                    <a:pt x="6856" y="11407"/>
                  </a:cubicBezTo>
                  <a:lnTo>
                    <a:pt x="6856" y="13712"/>
                  </a:lnTo>
                  <a:cubicBezTo>
                    <a:pt x="6568" y="13712"/>
                    <a:pt x="6280" y="13769"/>
                    <a:pt x="6050" y="14000"/>
                  </a:cubicBezTo>
                  <a:cubicBezTo>
                    <a:pt x="5762" y="14230"/>
                    <a:pt x="5646" y="14518"/>
                    <a:pt x="5646" y="14864"/>
                  </a:cubicBezTo>
                  <a:cubicBezTo>
                    <a:pt x="5128" y="14864"/>
                    <a:pt x="4609" y="15152"/>
                    <a:pt x="4321" y="15613"/>
                  </a:cubicBezTo>
                  <a:lnTo>
                    <a:pt x="1153" y="15613"/>
                  </a:lnTo>
                  <a:cubicBezTo>
                    <a:pt x="807" y="15613"/>
                    <a:pt x="461" y="15325"/>
                    <a:pt x="461" y="14922"/>
                  </a:cubicBezTo>
                  <a:lnTo>
                    <a:pt x="461" y="7893"/>
                  </a:lnTo>
                  <a:close/>
                  <a:moveTo>
                    <a:pt x="8757" y="11983"/>
                  </a:moveTo>
                  <a:lnTo>
                    <a:pt x="8757" y="13942"/>
                  </a:lnTo>
                  <a:cubicBezTo>
                    <a:pt x="8805" y="14084"/>
                    <a:pt x="8891" y="14188"/>
                    <a:pt x="9017" y="14188"/>
                  </a:cubicBezTo>
                  <a:cubicBezTo>
                    <a:pt x="9044" y="14188"/>
                    <a:pt x="9072" y="14183"/>
                    <a:pt x="9103" y="14173"/>
                  </a:cubicBezTo>
                  <a:cubicBezTo>
                    <a:pt x="9161" y="14158"/>
                    <a:pt x="9218" y="14151"/>
                    <a:pt x="9275" y="14151"/>
                  </a:cubicBezTo>
                  <a:cubicBezTo>
                    <a:pt x="9445" y="14151"/>
                    <a:pt x="9607" y="14216"/>
                    <a:pt x="9737" y="14345"/>
                  </a:cubicBezTo>
                  <a:cubicBezTo>
                    <a:pt x="9910" y="14518"/>
                    <a:pt x="10025" y="14749"/>
                    <a:pt x="9910" y="14979"/>
                  </a:cubicBezTo>
                  <a:cubicBezTo>
                    <a:pt x="9910" y="15210"/>
                    <a:pt x="10025" y="15267"/>
                    <a:pt x="10198" y="15325"/>
                  </a:cubicBezTo>
                  <a:cubicBezTo>
                    <a:pt x="10257" y="15315"/>
                    <a:pt x="10316" y="15310"/>
                    <a:pt x="10375" y="15310"/>
                  </a:cubicBezTo>
                  <a:cubicBezTo>
                    <a:pt x="10659" y="15310"/>
                    <a:pt x="10929" y="15422"/>
                    <a:pt x="11119" y="15613"/>
                  </a:cubicBezTo>
                  <a:lnTo>
                    <a:pt x="4955" y="15613"/>
                  </a:lnTo>
                  <a:cubicBezTo>
                    <a:pt x="5194" y="15422"/>
                    <a:pt x="5472" y="15310"/>
                    <a:pt x="5724" y="15310"/>
                  </a:cubicBezTo>
                  <a:cubicBezTo>
                    <a:pt x="5776" y="15310"/>
                    <a:pt x="5827" y="15315"/>
                    <a:pt x="5877" y="15325"/>
                  </a:cubicBezTo>
                  <a:cubicBezTo>
                    <a:pt x="6107" y="15267"/>
                    <a:pt x="6165" y="15210"/>
                    <a:pt x="6165" y="14979"/>
                  </a:cubicBezTo>
                  <a:cubicBezTo>
                    <a:pt x="6107" y="14749"/>
                    <a:pt x="6165" y="14518"/>
                    <a:pt x="6338" y="14345"/>
                  </a:cubicBezTo>
                  <a:cubicBezTo>
                    <a:pt x="6511" y="14216"/>
                    <a:pt x="6683" y="14151"/>
                    <a:pt x="6856" y="14151"/>
                  </a:cubicBezTo>
                  <a:cubicBezTo>
                    <a:pt x="6914" y="14151"/>
                    <a:pt x="6971" y="14158"/>
                    <a:pt x="7029" y="14173"/>
                  </a:cubicBezTo>
                  <a:cubicBezTo>
                    <a:pt x="7060" y="14183"/>
                    <a:pt x="7088" y="14188"/>
                    <a:pt x="7115" y="14188"/>
                  </a:cubicBezTo>
                  <a:cubicBezTo>
                    <a:pt x="7239" y="14188"/>
                    <a:pt x="7317" y="14084"/>
                    <a:pt x="7317" y="13942"/>
                  </a:cubicBezTo>
                  <a:lnTo>
                    <a:pt x="7317" y="11983"/>
                  </a:lnTo>
                  <a:cubicBezTo>
                    <a:pt x="7548" y="12444"/>
                    <a:pt x="7778" y="12848"/>
                    <a:pt x="7836" y="13020"/>
                  </a:cubicBezTo>
                  <a:cubicBezTo>
                    <a:pt x="7893" y="13078"/>
                    <a:pt x="7980" y="13107"/>
                    <a:pt x="8059" y="13107"/>
                  </a:cubicBezTo>
                  <a:cubicBezTo>
                    <a:pt x="8138" y="13107"/>
                    <a:pt x="8210" y="13078"/>
                    <a:pt x="8239" y="13020"/>
                  </a:cubicBezTo>
                  <a:cubicBezTo>
                    <a:pt x="8354" y="12848"/>
                    <a:pt x="8585" y="12444"/>
                    <a:pt x="8757" y="11983"/>
                  </a:cubicBezTo>
                  <a:close/>
                  <a:moveTo>
                    <a:pt x="7951" y="0"/>
                  </a:moveTo>
                  <a:cubicBezTo>
                    <a:pt x="7951" y="58"/>
                    <a:pt x="7202" y="404"/>
                    <a:pt x="6453" y="1210"/>
                  </a:cubicBezTo>
                  <a:cubicBezTo>
                    <a:pt x="6325" y="1381"/>
                    <a:pt x="6481" y="1583"/>
                    <a:pt x="6641" y="1583"/>
                  </a:cubicBezTo>
                  <a:cubicBezTo>
                    <a:pt x="6697" y="1583"/>
                    <a:pt x="6754" y="1558"/>
                    <a:pt x="6799" y="1498"/>
                  </a:cubicBezTo>
                  <a:cubicBezTo>
                    <a:pt x="7317" y="922"/>
                    <a:pt x="7836" y="634"/>
                    <a:pt x="8066" y="519"/>
                  </a:cubicBezTo>
                  <a:cubicBezTo>
                    <a:pt x="8239" y="634"/>
                    <a:pt x="8757" y="922"/>
                    <a:pt x="9218" y="1441"/>
                  </a:cubicBezTo>
                  <a:cubicBezTo>
                    <a:pt x="10025" y="2362"/>
                    <a:pt x="10486" y="3399"/>
                    <a:pt x="10486" y="4552"/>
                  </a:cubicBezTo>
                  <a:cubicBezTo>
                    <a:pt x="9737" y="4955"/>
                    <a:pt x="8757" y="5013"/>
                    <a:pt x="8008" y="5013"/>
                  </a:cubicBezTo>
                  <a:cubicBezTo>
                    <a:pt x="7202" y="5013"/>
                    <a:pt x="6338" y="4897"/>
                    <a:pt x="5589" y="4552"/>
                  </a:cubicBezTo>
                  <a:cubicBezTo>
                    <a:pt x="5646" y="3803"/>
                    <a:pt x="5819" y="3111"/>
                    <a:pt x="6165" y="2478"/>
                  </a:cubicBezTo>
                  <a:cubicBezTo>
                    <a:pt x="6246" y="2315"/>
                    <a:pt x="6069" y="2152"/>
                    <a:pt x="5896" y="2152"/>
                  </a:cubicBezTo>
                  <a:cubicBezTo>
                    <a:pt x="5825" y="2152"/>
                    <a:pt x="5755" y="2180"/>
                    <a:pt x="5704" y="2247"/>
                  </a:cubicBezTo>
                  <a:cubicBezTo>
                    <a:pt x="5358" y="2996"/>
                    <a:pt x="5128" y="3803"/>
                    <a:pt x="5128" y="4724"/>
                  </a:cubicBezTo>
                  <a:lnTo>
                    <a:pt x="5128" y="5013"/>
                  </a:lnTo>
                  <a:lnTo>
                    <a:pt x="1210" y="5013"/>
                  </a:lnTo>
                  <a:cubicBezTo>
                    <a:pt x="519" y="5013"/>
                    <a:pt x="1" y="6165"/>
                    <a:pt x="1" y="6165"/>
                  </a:cubicBezTo>
                  <a:lnTo>
                    <a:pt x="1" y="14922"/>
                  </a:lnTo>
                  <a:cubicBezTo>
                    <a:pt x="1" y="15555"/>
                    <a:pt x="519" y="16074"/>
                    <a:pt x="1210" y="16074"/>
                  </a:cubicBezTo>
                  <a:lnTo>
                    <a:pt x="12675" y="16074"/>
                  </a:lnTo>
                  <a:cubicBezTo>
                    <a:pt x="12963" y="16074"/>
                    <a:pt x="12963" y="15613"/>
                    <a:pt x="12675" y="15613"/>
                  </a:cubicBezTo>
                  <a:lnTo>
                    <a:pt x="11811" y="15613"/>
                  </a:lnTo>
                  <a:cubicBezTo>
                    <a:pt x="11465" y="15152"/>
                    <a:pt x="11004" y="14864"/>
                    <a:pt x="10428" y="14806"/>
                  </a:cubicBezTo>
                  <a:cubicBezTo>
                    <a:pt x="10428" y="14518"/>
                    <a:pt x="10313" y="14230"/>
                    <a:pt x="10082" y="14000"/>
                  </a:cubicBezTo>
                  <a:cubicBezTo>
                    <a:pt x="9852" y="13769"/>
                    <a:pt x="9564" y="13654"/>
                    <a:pt x="9276" y="13654"/>
                  </a:cubicBezTo>
                  <a:lnTo>
                    <a:pt x="9276" y="11407"/>
                  </a:lnTo>
                  <a:cubicBezTo>
                    <a:pt x="9506" y="12041"/>
                    <a:pt x="9910" y="12675"/>
                    <a:pt x="9910" y="12675"/>
                  </a:cubicBezTo>
                  <a:cubicBezTo>
                    <a:pt x="9938" y="12761"/>
                    <a:pt x="10010" y="12804"/>
                    <a:pt x="10090" y="12804"/>
                  </a:cubicBezTo>
                  <a:cubicBezTo>
                    <a:pt x="10169" y="12804"/>
                    <a:pt x="10255" y="12761"/>
                    <a:pt x="10313" y="12675"/>
                  </a:cubicBezTo>
                  <a:cubicBezTo>
                    <a:pt x="10486" y="12387"/>
                    <a:pt x="11350" y="10774"/>
                    <a:pt x="11350" y="10197"/>
                  </a:cubicBezTo>
                  <a:cubicBezTo>
                    <a:pt x="11350" y="9621"/>
                    <a:pt x="11004" y="9160"/>
                    <a:pt x="10486" y="8988"/>
                  </a:cubicBezTo>
                  <a:cubicBezTo>
                    <a:pt x="10601" y="8584"/>
                    <a:pt x="10659" y="8239"/>
                    <a:pt x="10716" y="7893"/>
                  </a:cubicBezTo>
                  <a:lnTo>
                    <a:pt x="15613" y="7893"/>
                  </a:lnTo>
                  <a:lnTo>
                    <a:pt x="15613" y="14864"/>
                  </a:lnTo>
                  <a:cubicBezTo>
                    <a:pt x="15613" y="15267"/>
                    <a:pt x="15325" y="15613"/>
                    <a:pt x="14922" y="15613"/>
                  </a:cubicBezTo>
                  <a:lnTo>
                    <a:pt x="14115" y="15613"/>
                  </a:lnTo>
                  <a:cubicBezTo>
                    <a:pt x="13827" y="15613"/>
                    <a:pt x="13827" y="16074"/>
                    <a:pt x="14115" y="16074"/>
                  </a:cubicBezTo>
                  <a:lnTo>
                    <a:pt x="14922" y="16074"/>
                  </a:lnTo>
                  <a:cubicBezTo>
                    <a:pt x="15555" y="16074"/>
                    <a:pt x="16074" y="15555"/>
                    <a:pt x="16074" y="14864"/>
                  </a:cubicBezTo>
                  <a:lnTo>
                    <a:pt x="16074" y="6165"/>
                  </a:lnTo>
                  <a:cubicBezTo>
                    <a:pt x="16074" y="6165"/>
                    <a:pt x="15555" y="5013"/>
                    <a:pt x="14922" y="5013"/>
                  </a:cubicBezTo>
                  <a:lnTo>
                    <a:pt x="11004" y="5013"/>
                  </a:lnTo>
                  <a:lnTo>
                    <a:pt x="11004" y="4724"/>
                  </a:lnTo>
                  <a:cubicBezTo>
                    <a:pt x="11004" y="2996"/>
                    <a:pt x="10198" y="1844"/>
                    <a:pt x="9564" y="1153"/>
                  </a:cubicBezTo>
                  <a:cubicBezTo>
                    <a:pt x="8873" y="404"/>
                    <a:pt x="8181" y="58"/>
                    <a:pt x="818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8"/>
            <p:cNvSpPr/>
            <p:nvPr/>
          </p:nvSpPr>
          <p:spPr>
            <a:xfrm>
              <a:off x="340375" y="3383175"/>
              <a:ext cx="14425" cy="11550"/>
            </a:xfrm>
            <a:custGeom>
              <a:rect b="b" l="l" r="r" t="t"/>
              <a:pathLst>
                <a:path extrusionOk="0" h="462" w="577">
                  <a:moveTo>
                    <a:pt x="288" y="0"/>
                  </a:moveTo>
                  <a:cubicBezTo>
                    <a:pt x="0" y="0"/>
                    <a:pt x="0" y="461"/>
                    <a:pt x="288" y="461"/>
                  </a:cubicBezTo>
                  <a:cubicBezTo>
                    <a:pt x="576" y="461"/>
                    <a:pt x="576" y="0"/>
                    <a:pt x="2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8"/>
            <p:cNvSpPr/>
            <p:nvPr/>
          </p:nvSpPr>
          <p:spPr>
            <a:xfrm>
              <a:off x="364850" y="3383175"/>
              <a:ext cx="14425" cy="11550"/>
            </a:xfrm>
            <a:custGeom>
              <a:rect b="b" l="l" r="r" t="t"/>
              <a:pathLst>
                <a:path extrusionOk="0" h="462" w="577">
                  <a:moveTo>
                    <a:pt x="289" y="0"/>
                  </a:moveTo>
                  <a:cubicBezTo>
                    <a:pt x="1" y="0"/>
                    <a:pt x="1" y="461"/>
                    <a:pt x="289" y="461"/>
                  </a:cubicBezTo>
                  <a:cubicBezTo>
                    <a:pt x="577" y="461"/>
                    <a:pt x="577" y="0"/>
                    <a:pt x="28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8"/>
            <p:cNvSpPr/>
            <p:nvPr/>
          </p:nvSpPr>
          <p:spPr>
            <a:xfrm>
              <a:off x="389350" y="3383175"/>
              <a:ext cx="15850" cy="11550"/>
            </a:xfrm>
            <a:custGeom>
              <a:rect b="b" l="l" r="r" t="t"/>
              <a:pathLst>
                <a:path extrusionOk="0" h="462" w="634">
                  <a:moveTo>
                    <a:pt x="288" y="0"/>
                  </a:moveTo>
                  <a:cubicBezTo>
                    <a:pt x="0" y="0"/>
                    <a:pt x="0" y="461"/>
                    <a:pt x="288" y="461"/>
                  </a:cubicBezTo>
                  <a:cubicBezTo>
                    <a:pt x="634" y="461"/>
                    <a:pt x="634" y="0"/>
                    <a:pt x="2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8"/>
            <p:cNvSpPr/>
            <p:nvPr/>
          </p:nvSpPr>
          <p:spPr>
            <a:xfrm>
              <a:off x="481525" y="3378850"/>
              <a:ext cx="60500" cy="60525"/>
            </a:xfrm>
            <a:custGeom>
              <a:rect b="b" l="l" r="r" t="t"/>
              <a:pathLst>
                <a:path extrusionOk="0" h="2421" w="2420">
                  <a:moveTo>
                    <a:pt x="1210" y="461"/>
                  </a:moveTo>
                  <a:cubicBezTo>
                    <a:pt x="1613" y="461"/>
                    <a:pt x="1959" y="807"/>
                    <a:pt x="1959" y="1210"/>
                  </a:cubicBezTo>
                  <a:cubicBezTo>
                    <a:pt x="1959" y="1614"/>
                    <a:pt x="1613" y="1959"/>
                    <a:pt x="1210" y="1959"/>
                  </a:cubicBezTo>
                  <a:cubicBezTo>
                    <a:pt x="807" y="1959"/>
                    <a:pt x="461" y="1614"/>
                    <a:pt x="461" y="1210"/>
                  </a:cubicBezTo>
                  <a:cubicBezTo>
                    <a:pt x="461" y="807"/>
                    <a:pt x="807" y="461"/>
                    <a:pt x="1210" y="461"/>
                  </a:cubicBezTo>
                  <a:close/>
                  <a:moveTo>
                    <a:pt x="1210" y="1"/>
                  </a:moveTo>
                  <a:cubicBezTo>
                    <a:pt x="519" y="1"/>
                    <a:pt x="0" y="577"/>
                    <a:pt x="0" y="1210"/>
                  </a:cubicBezTo>
                  <a:cubicBezTo>
                    <a:pt x="0" y="1902"/>
                    <a:pt x="519" y="2420"/>
                    <a:pt x="1210" y="2420"/>
                  </a:cubicBezTo>
                  <a:cubicBezTo>
                    <a:pt x="1844" y="2420"/>
                    <a:pt x="2420" y="1902"/>
                    <a:pt x="2420" y="1210"/>
                  </a:cubicBezTo>
                  <a:cubicBezTo>
                    <a:pt x="2420" y="577"/>
                    <a:pt x="1844" y="1"/>
                    <a:pt x="121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8"/>
            <p:cNvSpPr/>
            <p:nvPr/>
          </p:nvSpPr>
          <p:spPr>
            <a:xfrm>
              <a:off x="341800" y="3466700"/>
              <a:ext cx="53325" cy="11550"/>
            </a:xfrm>
            <a:custGeom>
              <a:rect b="b" l="l" r="r" t="t"/>
              <a:pathLst>
                <a:path extrusionOk="0" h="462" w="2133">
                  <a:moveTo>
                    <a:pt x="289" y="1"/>
                  </a:moveTo>
                  <a:cubicBezTo>
                    <a:pt x="1" y="1"/>
                    <a:pt x="1" y="462"/>
                    <a:pt x="289" y="462"/>
                  </a:cubicBezTo>
                  <a:lnTo>
                    <a:pt x="1845" y="462"/>
                  </a:lnTo>
                  <a:cubicBezTo>
                    <a:pt x="2133" y="462"/>
                    <a:pt x="2133" y="1"/>
                    <a:pt x="184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8"/>
            <p:cNvSpPr/>
            <p:nvPr/>
          </p:nvSpPr>
          <p:spPr>
            <a:xfrm>
              <a:off x="341800" y="3498400"/>
              <a:ext cx="69175" cy="11550"/>
            </a:xfrm>
            <a:custGeom>
              <a:rect b="b" l="l" r="r" t="t"/>
              <a:pathLst>
                <a:path extrusionOk="0" h="462" w="2767">
                  <a:moveTo>
                    <a:pt x="289" y="0"/>
                  </a:moveTo>
                  <a:cubicBezTo>
                    <a:pt x="1" y="0"/>
                    <a:pt x="1" y="461"/>
                    <a:pt x="289" y="461"/>
                  </a:cubicBezTo>
                  <a:lnTo>
                    <a:pt x="2478" y="461"/>
                  </a:lnTo>
                  <a:cubicBezTo>
                    <a:pt x="2766" y="461"/>
                    <a:pt x="2766" y="0"/>
                    <a:pt x="24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8"/>
            <p:cNvSpPr/>
            <p:nvPr/>
          </p:nvSpPr>
          <p:spPr>
            <a:xfrm>
              <a:off x="341800" y="3530075"/>
              <a:ext cx="85025" cy="13000"/>
            </a:xfrm>
            <a:custGeom>
              <a:rect b="b" l="l" r="r" t="t"/>
              <a:pathLst>
                <a:path extrusionOk="0" h="520" w="3401">
                  <a:moveTo>
                    <a:pt x="289" y="1"/>
                  </a:moveTo>
                  <a:cubicBezTo>
                    <a:pt x="1" y="1"/>
                    <a:pt x="1" y="519"/>
                    <a:pt x="289" y="519"/>
                  </a:cubicBezTo>
                  <a:lnTo>
                    <a:pt x="3112" y="519"/>
                  </a:lnTo>
                  <a:cubicBezTo>
                    <a:pt x="3400" y="519"/>
                    <a:pt x="3400" y="1"/>
                    <a:pt x="31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8"/>
            <p:cNvSpPr/>
            <p:nvPr/>
          </p:nvSpPr>
          <p:spPr>
            <a:xfrm>
              <a:off x="341800" y="3563200"/>
              <a:ext cx="69175" cy="11550"/>
            </a:xfrm>
            <a:custGeom>
              <a:rect b="b" l="l" r="r" t="t"/>
              <a:pathLst>
                <a:path extrusionOk="0" h="462" w="2767">
                  <a:moveTo>
                    <a:pt x="289" y="1"/>
                  </a:moveTo>
                  <a:cubicBezTo>
                    <a:pt x="1" y="1"/>
                    <a:pt x="1" y="462"/>
                    <a:pt x="289" y="462"/>
                  </a:cubicBezTo>
                  <a:lnTo>
                    <a:pt x="2478" y="462"/>
                  </a:lnTo>
                  <a:cubicBezTo>
                    <a:pt x="2766" y="462"/>
                    <a:pt x="2766" y="1"/>
                    <a:pt x="247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8"/>
            <p:cNvSpPr/>
            <p:nvPr/>
          </p:nvSpPr>
          <p:spPr>
            <a:xfrm>
              <a:off x="625550" y="3466700"/>
              <a:ext cx="54750" cy="11550"/>
            </a:xfrm>
            <a:custGeom>
              <a:rect b="b" l="l" r="r" t="t"/>
              <a:pathLst>
                <a:path extrusionOk="0" h="462" w="2190">
                  <a:moveTo>
                    <a:pt x="288" y="1"/>
                  </a:moveTo>
                  <a:cubicBezTo>
                    <a:pt x="0" y="1"/>
                    <a:pt x="0" y="462"/>
                    <a:pt x="288" y="462"/>
                  </a:cubicBezTo>
                  <a:lnTo>
                    <a:pt x="1901" y="462"/>
                  </a:lnTo>
                  <a:cubicBezTo>
                    <a:pt x="2190" y="462"/>
                    <a:pt x="2190" y="1"/>
                    <a:pt x="19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8"/>
            <p:cNvSpPr/>
            <p:nvPr/>
          </p:nvSpPr>
          <p:spPr>
            <a:xfrm>
              <a:off x="611150" y="3498400"/>
              <a:ext cx="69150" cy="11550"/>
            </a:xfrm>
            <a:custGeom>
              <a:rect b="b" l="l" r="r" t="t"/>
              <a:pathLst>
                <a:path extrusionOk="0" h="462" w="2766">
                  <a:moveTo>
                    <a:pt x="231" y="0"/>
                  </a:moveTo>
                  <a:cubicBezTo>
                    <a:pt x="115" y="0"/>
                    <a:pt x="0" y="115"/>
                    <a:pt x="0" y="288"/>
                  </a:cubicBezTo>
                  <a:cubicBezTo>
                    <a:pt x="58" y="403"/>
                    <a:pt x="115" y="461"/>
                    <a:pt x="288" y="461"/>
                  </a:cubicBezTo>
                  <a:lnTo>
                    <a:pt x="2420" y="461"/>
                  </a:lnTo>
                  <a:cubicBezTo>
                    <a:pt x="2766" y="461"/>
                    <a:pt x="2766" y="0"/>
                    <a:pt x="24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8"/>
            <p:cNvSpPr/>
            <p:nvPr/>
          </p:nvSpPr>
          <p:spPr>
            <a:xfrm>
              <a:off x="595300" y="3531525"/>
              <a:ext cx="85000" cy="11550"/>
            </a:xfrm>
            <a:custGeom>
              <a:rect b="b" l="l" r="r" t="t"/>
              <a:pathLst>
                <a:path extrusionOk="0" h="462" w="3400">
                  <a:moveTo>
                    <a:pt x="289" y="0"/>
                  </a:moveTo>
                  <a:cubicBezTo>
                    <a:pt x="116" y="0"/>
                    <a:pt x="1" y="115"/>
                    <a:pt x="58" y="231"/>
                  </a:cubicBezTo>
                  <a:lnTo>
                    <a:pt x="1" y="231"/>
                  </a:lnTo>
                  <a:cubicBezTo>
                    <a:pt x="58" y="346"/>
                    <a:pt x="173" y="461"/>
                    <a:pt x="289" y="461"/>
                  </a:cubicBezTo>
                  <a:lnTo>
                    <a:pt x="3111" y="461"/>
                  </a:lnTo>
                  <a:cubicBezTo>
                    <a:pt x="3400" y="461"/>
                    <a:pt x="3400" y="0"/>
                    <a:pt x="31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8"/>
            <p:cNvSpPr/>
            <p:nvPr/>
          </p:nvSpPr>
          <p:spPr>
            <a:xfrm>
              <a:off x="609700" y="3563200"/>
              <a:ext cx="70600" cy="11550"/>
            </a:xfrm>
            <a:custGeom>
              <a:rect b="b" l="l" r="r" t="t"/>
              <a:pathLst>
                <a:path extrusionOk="0" h="462" w="2824">
                  <a:moveTo>
                    <a:pt x="289" y="1"/>
                  </a:moveTo>
                  <a:cubicBezTo>
                    <a:pt x="1" y="1"/>
                    <a:pt x="1" y="462"/>
                    <a:pt x="289" y="462"/>
                  </a:cubicBezTo>
                  <a:lnTo>
                    <a:pt x="2478" y="462"/>
                  </a:lnTo>
                  <a:cubicBezTo>
                    <a:pt x="2824" y="462"/>
                    <a:pt x="2824" y="1"/>
                    <a:pt x="247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38"/>
          <p:cNvGrpSpPr/>
          <p:nvPr/>
        </p:nvGrpSpPr>
        <p:grpSpPr>
          <a:xfrm>
            <a:off x="7728315" y="150024"/>
            <a:ext cx="1590595" cy="875375"/>
            <a:chOff x="6456464" y="3575600"/>
            <a:chExt cx="1004100" cy="552601"/>
          </a:xfrm>
        </p:grpSpPr>
        <p:sp>
          <p:nvSpPr>
            <p:cNvPr id="554" name="Google Shape;554;p38"/>
            <p:cNvSpPr/>
            <p:nvPr/>
          </p:nvSpPr>
          <p:spPr>
            <a:xfrm>
              <a:off x="6456464" y="3575601"/>
              <a:ext cx="1004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8"/>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38"/>
          <p:cNvGrpSpPr/>
          <p:nvPr/>
        </p:nvGrpSpPr>
        <p:grpSpPr>
          <a:xfrm>
            <a:off x="8182866" y="1025388"/>
            <a:ext cx="1249832" cy="707506"/>
            <a:chOff x="6456475" y="3575600"/>
            <a:chExt cx="976202" cy="552609"/>
          </a:xfrm>
        </p:grpSpPr>
        <p:sp>
          <p:nvSpPr>
            <p:cNvPr id="557" name="Google Shape;557;p38"/>
            <p:cNvSpPr/>
            <p:nvPr/>
          </p:nvSpPr>
          <p:spPr>
            <a:xfrm>
              <a:off x="6456477" y="3575609"/>
              <a:ext cx="976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8"/>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9" name="Google Shape;559;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0" name="Google Shape;560;p38"/>
          <p:cNvSpPr txBox="1"/>
          <p:nvPr>
            <p:ph idx="4294967295" type="subTitle"/>
          </p:nvPr>
        </p:nvSpPr>
        <p:spPr>
          <a:xfrm>
            <a:off x="6541425" y="4749850"/>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100">
                <a:solidFill>
                  <a:schemeClr val="lt2"/>
                </a:solidFill>
              </a:rPr>
              <a:t>Slide by William</a:t>
            </a:r>
            <a:endParaRPr b="1"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564" name="Shape 564"/>
        <p:cNvGrpSpPr/>
        <p:nvPr/>
      </p:nvGrpSpPr>
      <p:grpSpPr>
        <a:xfrm>
          <a:off x="0" y="0"/>
          <a:ext cx="0" cy="0"/>
          <a:chOff x="0" y="0"/>
          <a:chExt cx="0" cy="0"/>
        </a:xfrm>
      </p:grpSpPr>
      <p:sp>
        <p:nvSpPr>
          <p:cNvPr id="565" name="Google Shape;565;p39"/>
          <p:cNvSpPr/>
          <p:nvPr/>
        </p:nvSpPr>
        <p:spPr>
          <a:xfrm>
            <a:off x="4643675" y="1224188"/>
            <a:ext cx="4284600" cy="3407700"/>
          </a:xfrm>
          <a:prstGeom prst="roundRect">
            <a:avLst>
              <a:gd fmla="val 16667" name="adj"/>
            </a:avLst>
          </a:prstGeom>
          <a:solidFill>
            <a:srgbClr val="76A5A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66" name="Google Shape;566;p39"/>
          <p:cNvSpPr/>
          <p:nvPr/>
        </p:nvSpPr>
        <p:spPr>
          <a:xfrm>
            <a:off x="78650" y="1224200"/>
            <a:ext cx="4284600" cy="3407700"/>
          </a:xfrm>
          <a:prstGeom prst="roundRect">
            <a:avLst>
              <a:gd fmla="val 16667" name="adj"/>
            </a:avLst>
          </a:prstGeom>
          <a:solidFill>
            <a:srgbClr val="76A5A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567" name="Google Shape;567;p39"/>
          <p:cNvSpPr txBox="1"/>
          <p:nvPr>
            <p:ph type="title"/>
          </p:nvPr>
        </p:nvSpPr>
        <p:spPr>
          <a:xfrm>
            <a:off x="713225" y="303900"/>
            <a:ext cx="7940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$11M Revenue Projected in 10 Years </a:t>
            </a:r>
            <a:r>
              <a:rPr lang="en"/>
              <a:t> </a:t>
            </a:r>
            <a:endParaRPr/>
          </a:p>
        </p:txBody>
      </p:sp>
      <p:sp>
        <p:nvSpPr>
          <p:cNvPr id="568" name="Google Shape;568;p39"/>
          <p:cNvSpPr txBox="1"/>
          <p:nvPr/>
        </p:nvSpPr>
        <p:spPr>
          <a:xfrm>
            <a:off x="7424925" y="2321500"/>
            <a:ext cx="16404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latin typeface="Albert Sans"/>
                <a:ea typeface="Albert Sans"/>
                <a:cs typeface="Albert Sans"/>
                <a:sym typeface="Albert Sans"/>
              </a:rPr>
              <a:t>ROI</a:t>
            </a:r>
            <a:endParaRPr>
              <a:solidFill>
                <a:srgbClr val="D9D9D9"/>
              </a:solidFill>
              <a:latin typeface="Albert Sans"/>
              <a:ea typeface="Albert Sans"/>
              <a:cs typeface="Albert Sans"/>
              <a:sym typeface="Albert Sans"/>
            </a:endParaRPr>
          </a:p>
        </p:txBody>
      </p:sp>
      <p:sp>
        <p:nvSpPr>
          <p:cNvPr id="569" name="Google Shape;569;p39"/>
          <p:cNvSpPr txBox="1"/>
          <p:nvPr/>
        </p:nvSpPr>
        <p:spPr>
          <a:xfrm>
            <a:off x="7424925" y="2010000"/>
            <a:ext cx="1640400" cy="4320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Albert Sans"/>
                <a:ea typeface="Albert Sans"/>
                <a:cs typeface="Albert Sans"/>
                <a:sym typeface="Albert Sans"/>
              </a:rPr>
              <a:t>122%</a:t>
            </a:r>
            <a:endParaRPr b="1" sz="2400">
              <a:solidFill>
                <a:schemeClr val="lt1"/>
              </a:solidFill>
              <a:latin typeface="Albert Sans"/>
              <a:ea typeface="Albert Sans"/>
              <a:cs typeface="Albert Sans"/>
              <a:sym typeface="Albert Sans"/>
            </a:endParaRPr>
          </a:p>
        </p:txBody>
      </p:sp>
      <p:sp>
        <p:nvSpPr>
          <p:cNvPr id="570" name="Google Shape;570;p39"/>
          <p:cNvSpPr/>
          <p:nvPr/>
        </p:nvSpPr>
        <p:spPr>
          <a:xfrm rot="5400000">
            <a:off x="7036724" y="1993875"/>
            <a:ext cx="760200" cy="792600"/>
          </a:xfrm>
          <a:prstGeom prst="ellipse">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1" name="Google Shape;571;p39"/>
          <p:cNvGrpSpPr/>
          <p:nvPr/>
        </p:nvGrpSpPr>
        <p:grpSpPr>
          <a:xfrm>
            <a:off x="7190032" y="2174313"/>
            <a:ext cx="453454" cy="431868"/>
            <a:chOff x="2650575" y="3227625"/>
            <a:chExt cx="404725" cy="401850"/>
          </a:xfrm>
        </p:grpSpPr>
        <p:sp>
          <p:nvSpPr>
            <p:cNvPr id="572" name="Google Shape;572;p39"/>
            <p:cNvSpPr/>
            <p:nvPr/>
          </p:nvSpPr>
          <p:spPr>
            <a:xfrm>
              <a:off x="2734100" y="3442225"/>
              <a:ext cx="118125" cy="116675"/>
            </a:xfrm>
            <a:custGeom>
              <a:rect b="b" l="l" r="r" t="t"/>
              <a:pathLst>
                <a:path extrusionOk="0" h="4667" w="4725">
                  <a:moveTo>
                    <a:pt x="2363" y="461"/>
                  </a:moveTo>
                  <a:cubicBezTo>
                    <a:pt x="3400" y="461"/>
                    <a:pt x="4206" y="1325"/>
                    <a:pt x="4206" y="2362"/>
                  </a:cubicBezTo>
                  <a:cubicBezTo>
                    <a:pt x="4206" y="3342"/>
                    <a:pt x="3400" y="4206"/>
                    <a:pt x="2363" y="4206"/>
                  </a:cubicBezTo>
                  <a:cubicBezTo>
                    <a:pt x="1326" y="4206"/>
                    <a:pt x="462" y="3342"/>
                    <a:pt x="462" y="2362"/>
                  </a:cubicBezTo>
                  <a:cubicBezTo>
                    <a:pt x="462" y="1325"/>
                    <a:pt x="1326" y="461"/>
                    <a:pt x="2363" y="461"/>
                  </a:cubicBezTo>
                  <a:close/>
                  <a:moveTo>
                    <a:pt x="2363" y="0"/>
                  </a:moveTo>
                  <a:cubicBezTo>
                    <a:pt x="1038" y="0"/>
                    <a:pt x="1" y="1037"/>
                    <a:pt x="1" y="2362"/>
                  </a:cubicBezTo>
                  <a:cubicBezTo>
                    <a:pt x="1" y="3630"/>
                    <a:pt x="1038" y="4667"/>
                    <a:pt x="2363" y="4667"/>
                  </a:cubicBezTo>
                  <a:cubicBezTo>
                    <a:pt x="3630" y="4667"/>
                    <a:pt x="4725" y="3630"/>
                    <a:pt x="4725" y="2362"/>
                  </a:cubicBezTo>
                  <a:cubicBezTo>
                    <a:pt x="4725" y="1037"/>
                    <a:pt x="3630" y="0"/>
                    <a:pt x="2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9"/>
            <p:cNvSpPr/>
            <p:nvPr/>
          </p:nvSpPr>
          <p:spPr>
            <a:xfrm>
              <a:off x="2771325" y="3464875"/>
              <a:ext cx="43450" cy="71375"/>
            </a:xfrm>
            <a:custGeom>
              <a:rect b="b" l="l" r="r" t="t"/>
              <a:pathLst>
                <a:path extrusionOk="0" h="2855" w="1738">
                  <a:moveTo>
                    <a:pt x="785" y="1"/>
                  </a:moveTo>
                  <a:cubicBezTo>
                    <a:pt x="662" y="1"/>
                    <a:pt x="586" y="95"/>
                    <a:pt x="586" y="189"/>
                  </a:cubicBezTo>
                  <a:lnTo>
                    <a:pt x="586" y="304"/>
                  </a:lnTo>
                  <a:cubicBezTo>
                    <a:pt x="413" y="419"/>
                    <a:pt x="240" y="592"/>
                    <a:pt x="182" y="823"/>
                  </a:cubicBezTo>
                  <a:cubicBezTo>
                    <a:pt x="125" y="996"/>
                    <a:pt x="240" y="1226"/>
                    <a:pt x="355" y="1341"/>
                  </a:cubicBezTo>
                  <a:cubicBezTo>
                    <a:pt x="528" y="1456"/>
                    <a:pt x="758" y="1572"/>
                    <a:pt x="931" y="1629"/>
                  </a:cubicBezTo>
                  <a:cubicBezTo>
                    <a:pt x="1162" y="1744"/>
                    <a:pt x="1047" y="2033"/>
                    <a:pt x="816" y="2033"/>
                  </a:cubicBezTo>
                  <a:cubicBezTo>
                    <a:pt x="643" y="2033"/>
                    <a:pt x="643" y="2033"/>
                    <a:pt x="470" y="1975"/>
                  </a:cubicBezTo>
                  <a:cubicBezTo>
                    <a:pt x="431" y="1945"/>
                    <a:pt x="390" y="1933"/>
                    <a:pt x="351" y="1933"/>
                  </a:cubicBezTo>
                  <a:cubicBezTo>
                    <a:pt x="159" y="1933"/>
                    <a:pt x="1" y="2235"/>
                    <a:pt x="240" y="2378"/>
                  </a:cubicBezTo>
                  <a:cubicBezTo>
                    <a:pt x="355" y="2436"/>
                    <a:pt x="470" y="2493"/>
                    <a:pt x="586" y="2493"/>
                  </a:cubicBezTo>
                  <a:lnTo>
                    <a:pt x="586" y="2609"/>
                  </a:lnTo>
                  <a:cubicBezTo>
                    <a:pt x="586" y="2724"/>
                    <a:pt x="701" y="2839"/>
                    <a:pt x="816" y="2839"/>
                  </a:cubicBezTo>
                  <a:cubicBezTo>
                    <a:pt x="837" y="2849"/>
                    <a:pt x="857" y="2854"/>
                    <a:pt x="877" y="2854"/>
                  </a:cubicBezTo>
                  <a:cubicBezTo>
                    <a:pt x="969" y="2854"/>
                    <a:pt x="1047" y="2751"/>
                    <a:pt x="1047" y="2609"/>
                  </a:cubicBezTo>
                  <a:lnTo>
                    <a:pt x="1047" y="2493"/>
                  </a:lnTo>
                  <a:cubicBezTo>
                    <a:pt x="1680" y="2321"/>
                    <a:pt x="1738" y="1399"/>
                    <a:pt x="1104" y="1168"/>
                  </a:cubicBezTo>
                  <a:lnTo>
                    <a:pt x="1104" y="1168"/>
                  </a:lnTo>
                  <a:lnTo>
                    <a:pt x="1104" y="1226"/>
                  </a:lnTo>
                  <a:cubicBezTo>
                    <a:pt x="931" y="1168"/>
                    <a:pt x="758" y="1053"/>
                    <a:pt x="701" y="996"/>
                  </a:cubicBezTo>
                  <a:cubicBezTo>
                    <a:pt x="586" y="938"/>
                    <a:pt x="643" y="823"/>
                    <a:pt x="758" y="765"/>
                  </a:cubicBezTo>
                  <a:cubicBezTo>
                    <a:pt x="874" y="765"/>
                    <a:pt x="989" y="765"/>
                    <a:pt x="1047" y="823"/>
                  </a:cubicBezTo>
                  <a:cubicBezTo>
                    <a:pt x="1096" y="860"/>
                    <a:pt x="1147" y="875"/>
                    <a:pt x="1196" y="875"/>
                  </a:cubicBezTo>
                  <a:cubicBezTo>
                    <a:pt x="1376" y="875"/>
                    <a:pt x="1516" y="658"/>
                    <a:pt x="1335" y="477"/>
                  </a:cubicBezTo>
                  <a:cubicBezTo>
                    <a:pt x="1277" y="419"/>
                    <a:pt x="1219" y="362"/>
                    <a:pt x="1047" y="304"/>
                  </a:cubicBezTo>
                  <a:lnTo>
                    <a:pt x="1047" y="247"/>
                  </a:lnTo>
                  <a:cubicBezTo>
                    <a:pt x="1047" y="131"/>
                    <a:pt x="989" y="16"/>
                    <a:pt x="874" y="16"/>
                  </a:cubicBezTo>
                  <a:cubicBezTo>
                    <a:pt x="842" y="6"/>
                    <a:pt x="812" y="1"/>
                    <a:pt x="7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9"/>
            <p:cNvSpPr/>
            <p:nvPr/>
          </p:nvSpPr>
          <p:spPr>
            <a:xfrm>
              <a:off x="2650575" y="3227625"/>
              <a:ext cx="404725" cy="401850"/>
            </a:xfrm>
            <a:custGeom>
              <a:rect b="b" l="l" r="r" t="t"/>
              <a:pathLst>
                <a:path extrusionOk="0" h="16074" w="16189">
                  <a:moveTo>
                    <a:pt x="1441" y="8123"/>
                  </a:moveTo>
                  <a:cubicBezTo>
                    <a:pt x="1325" y="8584"/>
                    <a:pt x="980" y="8988"/>
                    <a:pt x="461" y="9103"/>
                  </a:cubicBezTo>
                  <a:lnTo>
                    <a:pt x="461" y="8123"/>
                  </a:lnTo>
                  <a:close/>
                  <a:moveTo>
                    <a:pt x="12329" y="9276"/>
                  </a:moveTo>
                  <a:lnTo>
                    <a:pt x="12329" y="11350"/>
                  </a:lnTo>
                  <a:lnTo>
                    <a:pt x="11234" y="10889"/>
                  </a:lnTo>
                  <a:lnTo>
                    <a:pt x="11004" y="10889"/>
                  </a:lnTo>
                  <a:lnTo>
                    <a:pt x="9967" y="11350"/>
                  </a:lnTo>
                  <a:lnTo>
                    <a:pt x="9967" y="9276"/>
                  </a:lnTo>
                  <a:cubicBezTo>
                    <a:pt x="10370" y="9391"/>
                    <a:pt x="10601" y="9909"/>
                    <a:pt x="11119" y="9909"/>
                  </a:cubicBezTo>
                  <a:cubicBezTo>
                    <a:pt x="11638" y="9909"/>
                    <a:pt x="11868" y="9391"/>
                    <a:pt x="12329" y="9276"/>
                  </a:cubicBezTo>
                  <a:close/>
                  <a:moveTo>
                    <a:pt x="461" y="12732"/>
                  </a:moveTo>
                  <a:cubicBezTo>
                    <a:pt x="922" y="12790"/>
                    <a:pt x="1325" y="13193"/>
                    <a:pt x="1441" y="13712"/>
                  </a:cubicBezTo>
                  <a:lnTo>
                    <a:pt x="461" y="13712"/>
                  </a:lnTo>
                  <a:lnTo>
                    <a:pt x="461" y="12732"/>
                  </a:lnTo>
                  <a:close/>
                  <a:moveTo>
                    <a:pt x="7951" y="8123"/>
                  </a:moveTo>
                  <a:cubicBezTo>
                    <a:pt x="8066" y="8239"/>
                    <a:pt x="8123" y="8412"/>
                    <a:pt x="8181" y="8584"/>
                  </a:cubicBezTo>
                  <a:cubicBezTo>
                    <a:pt x="8239" y="8815"/>
                    <a:pt x="8411" y="9103"/>
                    <a:pt x="8642" y="9276"/>
                  </a:cubicBezTo>
                  <a:cubicBezTo>
                    <a:pt x="8777" y="9343"/>
                    <a:pt x="8951" y="9371"/>
                    <a:pt x="9131" y="9371"/>
                  </a:cubicBezTo>
                  <a:cubicBezTo>
                    <a:pt x="9258" y="9371"/>
                    <a:pt x="9387" y="9357"/>
                    <a:pt x="9506" y="9333"/>
                  </a:cubicBezTo>
                  <a:lnTo>
                    <a:pt x="9506" y="11753"/>
                  </a:lnTo>
                  <a:cubicBezTo>
                    <a:pt x="9506" y="11895"/>
                    <a:pt x="9623" y="11998"/>
                    <a:pt x="9729" y="11998"/>
                  </a:cubicBezTo>
                  <a:cubicBezTo>
                    <a:pt x="9751" y="11998"/>
                    <a:pt x="9774" y="11994"/>
                    <a:pt x="9794" y="11983"/>
                  </a:cubicBezTo>
                  <a:lnTo>
                    <a:pt x="10889" y="11465"/>
                  </a:lnTo>
                  <a:lnTo>
                    <a:pt x="10889" y="12271"/>
                  </a:lnTo>
                  <a:cubicBezTo>
                    <a:pt x="10140" y="12329"/>
                    <a:pt x="9564" y="12963"/>
                    <a:pt x="9448" y="13712"/>
                  </a:cubicBezTo>
                  <a:lnTo>
                    <a:pt x="1901" y="13712"/>
                  </a:lnTo>
                  <a:cubicBezTo>
                    <a:pt x="1786" y="12963"/>
                    <a:pt x="1210" y="12329"/>
                    <a:pt x="461" y="12271"/>
                  </a:cubicBezTo>
                  <a:lnTo>
                    <a:pt x="461" y="9564"/>
                  </a:lnTo>
                  <a:cubicBezTo>
                    <a:pt x="1210" y="9449"/>
                    <a:pt x="1786" y="8872"/>
                    <a:pt x="1901" y="8123"/>
                  </a:cubicBezTo>
                  <a:close/>
                  <a:moveTo>
                    <a:pt x="10889" y="12732"/>
                  </a:moveTo>
                  <a:lnTo>
                    <a:pt x="10889" y="13712"/>
                  </a:lnTo>
                  <a:lnTo>
                    <a:pt x="9909" y="13712"/>
                  </a:lnTo>
                  <a:cubicBezTo>
                    <a:pt x="10025" y="13193"/>
                    <a:pt x="10428" y="12848"/>
                    <a:pt x="10889" y="12732"/>
                  </a:cubicBezTo>
                  <a:close/>
                  <a:moveTo>
                    <a:pt x="10889" y="14173"/>
                  </a:moveTo>
                  <a:lnTo>
                    <a:pt x="10889" y="14633"/>
                  </a:lnTo>
                  <a:lnTo>
                    <a:pt x="461" y="14633"/>
                  </a:lnTo>
                  <a:lnTo>
                    <a:pt x="461" y="14173"/>
                  </a:lnTo>
                  <a:close/>
                  <a:moveTo>
                    <a:pt x="11148" y="0"/>
                  </a:moveTo>
                  <a:cubicBezTo>
                    <a:pt x="10903" y="0"/>
                    <a:pt x="10658" y="116"/>
                    <a:pt x="10370" y="346"/>
                  </a:cubicBezTo>
                  <a:cubicBezTo>
                    <a:pt x="10150" y="522"/>
                    <a:pt x="9964" y="597"/>
                    <a:pt x="9734" y="597"/>
                  </a:cubicBezTo>
                  <a:cubicBezTo>
                    <a:pt x="9663" y="597"/>
                    <a:pt x="9588" y="590"/>
                    <a:pt x="9506" y="577"/>
                  </a:cubicBezTo>
                  <a:cubicBezTo>
                    <a:pt x="9362" y="548"/>
                    <a:pt x="9218" y="519"/>
                    <a:pt x="9074" y="519"/>
                  </a:cubicBezTo>
                  <a:cubicBezTo>
                    <a:pt x="8930" y="519"/>
                    <a:pt x="8786" y="548"/>
                    <a:pt x="8642" y="634"/>
                  </a:cubicBezTo>
                  <a:cubicBezTo>
                    <a:pt x="8411" y="807"/>
                    <a:pt x="8296" y="1095"/>
                    <a:pt x="8181" y="1325"/>
                  </a:cubicBezTo>
                  <a:cubicBezTo>
                    <a:pt x="8107" y="1509"/>
                    <a:pt x="8269" y="1646"/>
                    <a:pt x="8425" y="1646"/>
                  </a:cubicBezTo>
                  <a:cubicBezTo>
                    <a:pt x="8513" y="1646"/>
                    <a:pt x="8600" y="1602"/>
                    <a:pt x="8642" y="1498"/>
                  </a:cubicBezTo>
                  <a:cubicBezTo>
                    <a:pt x="8699" y="1325"/>
                    <a:pt x="8757" y="1095"/>
                    <a:pt x="8872" y="1037"/>
                  </a:cubicBezTo>
                  <a:cubicBezTo>
                    <a:pt x="8911" y="1018"/>
                    <a:pt x="8962" y="1012"/>
                    <a:pt x="9022" y="1012"/>
                  </a:cubicBezTo>
                  <a:cubicBezTo>
                    <a:pt x="9141" y="1012"/>
                    <a:pt x="9295" y="1037"/>
                    <a:pt x="9448" y="1037"/>
                  </a:cubicBezTo>
                  <a:cubicBezTo>
                    <a:pt x="9548" y="1050"/>
                    <a:pt x="9641" y="1057"/>
                    <a:pt x="9732" y="1057"/>
                  </a:cubicBezTo>
                  <a:cubicBezTo>
                    <a:pt x="10061" y="1057"/>
                    <a:pt x="10342" y="963"/>
                    <a:pt x="10658" y="692"/>
                  </a:cubicBezTo>
                  <a:cubicBezTo>
                    <a:pt x="10860" y="548"/>
                    <a:pt x="11004" y="476"/>
                    <a:pt x="11148" y="476"/>
                  </a:cubicBezTo>
                  <a:cubicBezTo>
                    <a:pt x="11292" y="476"/>
                    <a:pt x="11436" y="548"/>
                    <a:pt x="11638" y="692"/>
                  </a:cubicBezTo>
                  <a:cubicBezTo>
                    <a:pt x="11954" y="963"/>
                    <a:pt x="12235" y="1057"/>
                    <a:pt x="12564" y="1057"/>
                  </a:cubicBezTo>
                  <a:cubicBezTo>
                    <a:pt x="12654" y="1057"/>
                    <a:pt x="12748" y="1050"/>
                    <a:pt x="12847" y="1037"/>
                  </a:cubicBezTo>
                  <a:cubicBezTo>
                    <a:pt x="12951" y="1026"/>
                    <a:pt x="13039" y="1019"/>
                    <a:pt x="13114" y="1019"/>
                  </a:cubicBezTo>
                  <a:cubicBezTo>
                    <a:pt x="13417" y="1019"/>
                    <a:pt x="13527" y="1130"/>
                    <a:pt x="13712" y="1498"/>
                  </a:cubicBezTo>
                  <a:cubicBezTo>
                    <a:pt x="13884" y="1959"/>
                    <a:pt x="14115" y="2247"/>
                    <a:pt x="14576" y="2420"/>
                  </a:cubicBezTo>
                  <a:cubicBezTo>
                    <a:pt x="15037" y="2593"/>
                    <a:pt x="15152" y="2766"/>
                    <a:pt x="15037" y="3227"/>
                  </a:cubicBezTo>
                  <a:cubicBezTo>
                    <a:pt x="14979" y="3745"/>
                    <a:pt x="15094" y="4091"/>
                    <a:pt x="15382" y="4494"/>
                  </a:cubicBezTo>
                  <a:cubicBezTo>
                    <a:pt x="15670" y="4840"/>
                    <a:pt x="15670" y="5070"/>
                    <a:pt x="15382" y="5473"/>
                  </a:cubicBezTo>
                  <a:cubicBezTo>
                    <a:pt x="15094" y="5819"/>
                    <a:pt x="14979" y="6165"/>
                    <a:pt x="15037" y="6683"/>
                  </a:cubicBezTo>
                  <a:cubicBezTo>
                    <a:pt x="15152" y="7144"/>
                    <a:pt x="15037" y="7317"/>
                    <a:pt x="14576" y="7490"/>
                  </a:cubicBezTo>
                  <a:cubicBezTo>
                    <a:pt x="14115" y="7663"/>
                    <a:pt x="13884" y="7951"/>
                    <a:pt x="13712" y="8412"/>
                  </a:cubicBezTo>
                  <a:cubicBezTo>
                    <a:pt x="13527" y="8780"/>
                    <a:pt x="13417" y="8891"/>
                    <a:pt x="13114" y="8891"/>
                  </a:cubicBezTo>
                  <a:cubicBezTo>
                    <a:pt x="13039" y="8891"/>
                    <a:pt x="12951" y="8884"/>
                    <a:pt x="12847" y="8872"/>
                  </a:cubicBezTo>
                  <a:cubicBezTo>
                    <a:pt x="12748" y="8860"/>
                    <a:pt x="12654" y="8853"/>
                    <a:pt x="12564" y="8853"/>
                  </a:cubicBezTo>
                  <a:cubicBezTo>
                    <a:pt x="12235" y="8853"/>
                    <a:pt x="11954" y="8947"/>
                    <a:pt x="11638" y="9218"/>
                  </a:cubicBezTo>
                  <a:cubicBezTo>
                    <a:pt x="11465" y="9333"/>
                    <a:pt x="11292" y="9449"/>
                    <a:pt x="11177" y="9449"/>
                  </a:cubicBezTo>
                  <a:cubicBezTo>
                    <a:pt x="10831" y="9449"/>
                    <a:pt x="10543" y="9045"/>
                    <a:pt x="10197" y="8930"/>
                  </a:cubicBezTo>
                  <a:cubicBezTo>
                    <a:pt x="10029" y="8863"/>
                    <a:pt x="9880" y="8835"/>
                    <a:pt x="9739" y="8835"/>
                  </a:cubicBezTo>
                  <a:cubicBezTo>
                    <a:pt x="9639" y="8835"/>
                    <a:pt x="9544" y="8849"/>
                    <a:pt x="9448" y="8872"/>
                  </a:cubicBezTo>
                  <a:cubicBezTo>
                    <a:pt x="9345" y="8884"/>
                    <a:pt x="9257" y="8891"/>
                    <a:pt x="9182" y="8891"/>
                  </a:cubicBezTo>
                  <a:cubicBezTo>
                    <a:pt x="8879" y="8891"/>
                    <a:pt x="8769" y="8780"/>
                    <a:pt x="8584" y="8412"/>
                  </a:cubicBezTo>
                  <a:cubicBezTo>
                    <a:pt x="8411" y="7893"/>
                    <a:pt x="8181" y="7720"/>
                    <a:pt x="7720" y="7490"/>
                  </a:cubicBezTo>
                  <a:cubicBezTo>
                    <a:pt x="7259" y="7317"/>
                    <a:pt x="7144" y="7144"/>
                    <a:pt x="7259" y="6683"/>
                  </a:cubicBezTo>
                  <a:cubicBezTo>
                    <a:pt x="7317" y="6165"/>
                    <a:pt x="7202" y="5877"/>
                    <a:pt x="6914" y="5473"/>
                  </a:cubicBezTo>
                  <a:cubicBezTo>
                    <a:pt x="6625" y="5070"/>
                    <a:pt x="6625" y="4840"/>
                    <a:pt x="6914" y="4494"/>
                  </a:cubicBezTo>
                  <a:cubicBezTo>
                    <a:pt x="7202" y="4091"/>
                    <a:pt x="7317" y="3745"/>
                    <a:pt x="7259" y="3227"/>
                  </a:cubicBezTo>
                  <a:cubicBezTo>
                    <a:pt x="7202" y="3054"/>
                    <a:pt x="7202" y="2823"/>
                    <a:pt x="7259" y="2708"/>
                  </a:cubicBezTo>
                  <a:cubicBezTo>
                    <a:pt x="7317" y="2593"/>
                    <a:pt x="7490" y="2535"/>
                    <a:pt x="7605" y="2478"/>
                  </a:cubicBezTo>
                  <a:cubicBezTo>
                    <a:pt x="7861" y="2375"/>
                    <a:pt x="7752" y="1998"/>
                    <a:pt x="7522" y="1998"/>
                  </a:cubicBezTo>
                  <a:cubicBezTo>
                    <a:pt x="7494" y="1998"/>
                    <a:pt x="7464" y="2004"/>
                    <a:pt x="7432" y="2017"/>
                  </a:cubicBezTo>
                  <a:cubicBezTo>
                    <a:pt x="7202" y="2132"/>
                    <a:pt x="6971" y="2247"/>
                    <a:pt x="6856" y="2478"/>
                  </a:cubicBezTo>
                  <a:cubicBezTo>
                    <a:pt x="6683" y="2708"/>
                    <a:pt x="6741" y="3054"/>
                    <a:pt x="6741" y="3284"/>
                  </a:cubicBezTo>
                  <a:cubicBezTo>
                    <a:pt x="6798" y="3687"/>
                    <a:pt x="6741" y="3860"/>
                    <a:pt x="6510" y="4148"/>
                  </a:cubicBezTo>
                  <a:cubicBezTo>
                    <a:pt x="6107" y="4724"/>
                    <a:pt x="6107" y="5185"/>
                    <a:pt x="6510" y="5704"/>
                  </a:cubicBezTo>
                  <a:cubicBezTo>
                    <a:pt x="6798" y="6050"/>
                    <a:pt x="6798" y="6222"/>
                    <a:pt x="6741" y="6626"/>
                  </a:cubicBezTo>
                  <a:cubicBezTo>
                    <a:pt x="6741" y="6971"/>
                    <a:pt x="6683" y="7375"/>
                    <a:pt x="7029" y="7663"/>
                  </a:cubicBezTo>
                  <a:lnTo>
                    <a:pt x="231" y="7663"/>
                  </a:lnTo>
                  <a:cubicBezTo>
                    <a:pt x="115" y="7663"/>
                    <a:pt x="0" y="7778"/>
                    <a:pt x="0" y="7893"/>
                  </a:cubicBezTo>
                  <a:lnTo>
                    <a:pt x="0" y="15843"/>
                  </a:lnTo>
                  <a:cubicBezTo>
                    <a:pt x="0" y="15959"/>
                    <a:pt x="115" y="16074"/>
                    <a:pt x="231" y="16074"/>
                  </a:cubicBezTo>
                  <a:lnTo>
                    <a:pt x="1671" y="16074"/>
                  </a:lnTo>
                  <a:cubicBezTo>
                    <a:pt x="2017" y="16074"/>
                    <a:pt x="2017" y="15670"/>
                    <a:pt x="1671" y="15670"/>
                  </a:cubicBezTo>
                  <a:lnTo>
                    <a:pt x="461" y="15670"/>
                  </a:lnTo>
                  <a:lnTo>
                    <a:pt x="461" y="15152"/>
                  </a:lnTo>
                  <a:lnTo>
                    <a:pt x="10889" y="15152"/>
                  </a:lnTo>
                  <a:lnTo>
                    <a:pt x="10889" y="15670"/>
                  </a:lnTo>
                  <a:lnTo>
                    <a:pt x="3169" y="15670"/>
                  </a:lnTo>
                  <a:cubicBezTo>
                    <a:pt x="3169" y="15670"/>
                    <a:pt x="2881" y="16074"/>
                    <a:pt x="3169" y="16074"/>
                  </a:cubicBezTo>
                  <a:lnTo>
                    <a:pt x="11177" y="16074"/>
                  </a:lnTo>
                  <a:cubicBezTo>
                    <a:pt x="11292" y="16074"/>
                    <a:pt x="11407" y="16016"/>
                    <a:pt x="11407" y="15843"/>
                  </a:cubicBezTo>
                  <a:lnTo>
                    <a:pt x="11407" y="11465"/>
                  </a:lnTo>
                  <a:lnTo>
                    <a:pt x="12502" y="11983"/>
                  </a:lnTo>
                  <a:cubicBezTo>
                    <a:pt x="12518" y="11989"/>
                    <a:pt x="12533" y="11991"/>
                    <a:pt x="12547" y="11991"/>
                  </a:cubicBezTo>
                  <a:cubicBezTo>
                    <a:pt x="12695" y="11991"/>
                    <a:pt x="12790" y="11753"/>
                    <a:pt x="12790" y="11753"/>
                  </a:cubicBezTo>
                  <a:lnTo>
                    <a:pt x="12790" y="9333"/>
                  </a:lnTo>
                  <a:cubicBezTo>
                    <a:pt x="12904" y="9352"/>
                    <a:pt x="13009" y="9362"/>
                    <a:pt x="13108" y="9362"/>
                  </a:cubicBezTo>
                  <a:cubicBezTo>
                    <a:pt x="13609" y="9362"/>
                    <a:pt x="13922" y="9114"/>
                    <a:pt x="14115" y="8584"/>
                  </a:cubicBezTo>
                  <a:cubicBezTo>
                    <a:pt x="14288" y="8181"/>
                    <a:pt x="14403" y="8066"/>
                    <a:pt x="14749" y="7893"/>
                  </a:cubicBezTo>
                  <a:cubicBezTo>
                    <a:pt x="15440" y="7663"/>
                    <a:pt x="15613" y="7317"/>
                    <a:pt x="15555" y="6626"/>
                  </a:cubicBezTo>
                  <a:cubicBezTo>
                    <a:pt x="15498" y="6222"/>
                    <a:pt x="15555" y="6050"/>
                    <a:pt x="15786" y="5704"/>
                  </a:cubicBezTo>
                  <a:lnTo>
                    <a:pt x="15728" y="5704"/>
                  </a:lnTo>
                  <a:cubicBezTo>
                    <a:pt x="16189" y="5185"/>
                    <a:pt x="16189" y="4724"/>
                    <a:pt x="15728" y="4148"/>
                  </a:cubicBezTo>
                  <a:cubicBezTo>
                    <a:pt x="15498" y="3860"/>
                    <a:pt x="15498" y="3687"/>
                    <a:pt x="15498" y="3284"/>
                  </a:cubicBezTo>
                  <a:cubicBezTo>
                    <a:pt x="15613" y="2593"/>
                    <a:pt x="15382" y="2247"/>
                    <a:pt x="14749" y="1959"/>
                  </a:cubicBezTo>
                  <a:cubicBezTo>
                    <a:pt x="14403" y="1844"/>
                    <a:pt x="14230" y="1671"/>
                    <a:pt x="14115" y="1325"/>
                  </a:cubicBezTo>
                  <a:cubicBezTo>
                    <a:pt x="13874" y="796"/>
                    <a:pt x="13593" y="548"/>
                    <a:pt x="13104" y="548"/>
                  </a:cubicBezTo>
                  <a:cubicBezTo>
                    <a:pt x="13008" y="548"/>
                    <a:pt x="12904" y="558"/>
                    <a:pt x="12790" y="577"/>
                  </a:cubicBezTo>
                  <a:cubicBezTo>
                    <a:pt x="12695" y="590"/>
                    <a:pt x="12612" y="597"/>
                    <a:pt x="12538" y="597"/>
                  </a:cubicBezTo>
                  <a:cubicBezTo>
                    <a:pt x="12299" y="597"/>
                    <a:pt x="12146" y="522"/>
                    <a:pt x="11926" y="346"/>
                  </a:cubicBezTo>
                  <a:cubicBezTo>
                    <a:pt x="11638" y="116"/>
                    <a:pt x="11393" y="0"/>
                    <a:pt x="1114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9"/>
            <p:cNvSpPr/>
            <p:nvPr/>
          </p:nvSpPr>
          <p:spPr>
            <a:xfrm>
              <a:off x="2850775" y="3272275"/>
              <a:ext cx="157000" cy="157000"/>
            </a:xfrm>
            <a:custGeom>
              <a:rect b="b" l="l" r="r" t="t"/>
              <a:pathLst>
                <a:path extrusionOk="0" h="6280" w="6280">
                  <a:moveTo>
                    <a:pt x="3111" y="519"/>
                  </a:moveTo>
                  <a:cubicBezTo>
                    <a:pt x="4609" y="519"/>
                    <a:pt x="5819" y="1671"/>
                    <a:pt x="5819" y="3169"/>
                  </a:cubicBezTo>
                  <a:cubicBezTo>
                    <a:pt x="5819" y="4609"/>
                    <a:pt x="4609" y="5819"/>
                    <a:pt x="3111" y="5819"/>
                  </a:cubicBezTo>
                  <a:cubicBezTo>
                    <a:pt x="1671" y="5819"/>
                    <a:pt x="461" y="4609"/>
                    <a:pt x="461" y="3169"/>
                  </a:cubicBezTo>
                  <a:cubicBezTo>
                    <a:pt x="461" y="1671"/>
                    <a:pt x="1671" y="519"/>
                    <a:pt x="3111" y="519"/>
                  </a:cubicBezTo>
                  <a:close/>
                  <a:moveTo>
                    <a:pt x="3111" y="0"/>
                  </a:moveTo>
                  <a:cubicBezTo>
                    <a:pt x="1383" y="0"/>
                    <a:pt x="0" y="1441"/>
                    <a:pt x="0" y="3169"/>
                  </a:cubicBezTo>
                  <a:cubicBezTo>
                    <a:pt x="0" y="4897"/>
                    <a:pt x="1383" y="6280"/>
                    <a:pt x="3111" y="6280"/>
                  </a:cubicBezTo>
                  <a:cubicBezTo>
                    <a:pt x="4897" y="6280"/>
                    <a:pt x="6280" y="4897"/>
                    <a:pt x="6280" y="3169"/>
                  </a:cubicBezTo>
                  <a:cubicBezTo>
                    <a:pt x="6280" y="1441"/>
                    <a:pt x="4897" y="0"/>
                    <a:pt x="311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9"/>
            <p:cNvSpPr/>
            <p:nvPr/>
          </p:nvSpPr>
          <p:spPr>
            <a:xfrm>
              <a:off x="2882350" y="3319350"/>
              <a:ext cx="93850" cy="63475"/>
            </a:xfrm>
            <a:custGeom>
              <a:rect b="b" l="l" r="r" t="t"/>
              <a:pathLst>
                <a:path extrusionOk="0" h="2539" w="3754">
                  <a:moveTo>
                    <a:pt x="3428" y="0"/>
                  </a:moveTo>
                  <a:cubicBezTo>
                    <a:pt x="3378" y="0"/>
                    <a:pt x="3329" y="23"/>
                    <a:pt x="3288" y="76"/>
                  </a:cubicBezTo>
                  <a:lnTo>
                    <a:pt x="1330" y="1977"/>
                  </a:lnTo>
                  <a:lnTo>
                    <a:pt x="465" y="1113"/>
                  </a:lnTo>
                  <a:cubicBezTo>
                    <a:pt x="425" y="1060"/>
                    <a:pt x="376" y="1037"/>
                    <a:pt x="326" y="1037"/>
                  </a:cubicBezTo>
                  <a:cubicBezTo>
                    <a:pt x="163" y="1037"/>
                    <a:pt x="1" y="1282"/>
                    <a:pt x="177" y="1459"/>
                  </a:cubicBezTo>
                  <a:lnTo>
                    <a:pt x="1214" y="2496"/>
                  </a:lnTo>
                  <a:cubicBezTo>
                    <a:pt x="1243" y="2525"/>
                    <a:pt x="1286" y="2539"/>
                    <a:pt x="1337" y="2539"/>
                  </a:cubicBezTo>
                  <a:cubicBezTo>
                    <a:pt x="1387" y="2539"/>
                    <a:pt x="1445" y="2525"/>
                    <a:pt x="1502" y="2496"/>
                  </a:cubicBezTo>
                  <a:lnTo>
                    <a:pt x="3576" y="422"/>
                  </a:lnTo>
                  <a:cubicBezTo>
                    <a:pt x="3753" y="245"/>
                    <a:pt x="3591" y="0"/>
                    <a:pt x="34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7" name="Google Shape;577;p39"/>
          <p:cNvSpPr txBox="1"/>
          <p:nvPr/>
        </p:nvSpPr>
        <p:spPr>
          <a:xfrm>
            <a:off x="227525" y="1370350"/>
            <a:ext cx="37458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Albert Sans"/>
                <a:ea typeface="Albert Sans"/>
                <a:cs typeface="Albert Sans"/>
                <a:sym typeface="Albert Sans"/>
              </a:rPr>
              <a:t>10 Year </a:t>
            </a:r>
            <a:r>
              <a:rPr b="1" lang="en" sz="1700">
                <a:solidFill>
                  <a:schemeClr val="lt1"/>
                </a:solidFill>
                <a:latin typeface="Albert Sans"/>
                <a:ea typeface="Albert Sans"/>
                <a:cs typeface="Albert Sans"/>
                <a:sym typeface="Albert Sans"/>
              </a:rPr>
              <a:t>Financial</a:t>
            </a:r>
            <a:r>
              <a:rPr b="1" lang="en" sz="1700">
                <a:solidFill>
                  <a:schemeClr val="lt1"/>
                </a:solidFill>
                <a:latin typeface="Albert Sans"/>
                <a:ea typeface="Albert Sans"/>
                <a:cs typeface="Albert Sans"/>
                <a:sym typeface="Albert Sans"/>
              </a:rPr>
              <a:t> Forecast:</a:t>
            </a:r>
            <a:endParaRPr b="1" sz="1700">
              <a:solidFill>
                <a:schemeClr val="lt1"/>
              </a:solidFill>
              <a:latin typeface="Albert Sans"/>
              <a:ea typeface="Albert Sans"/>
              <a:cs typeface="Albert Sans"/>
              <a:sym typeface="Albert Sans"/>
            </a:endParaRPr>
          </a:p>
        </p:txBody>
      </p:sp>
      <p:sp>
        <p:nvSpPr>
          <p:cNvPr id="578" name="Google Shape;578;p39"/>
          <p:cNvSpPr txBox="1"/>
          <p:nvPr/>
        </p:nvSpPr>
        <p:spPr>
          <a:xfrm>
            <a:off x="4902225" y="1383813"/>
            <a:ext cx="37458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lt1"/>
                </a:solidFill>
                <a:latin typeface="Albert Sans"/>
                <a:ea typeface="Albert Sans"/>
                <a:cs typeface="Albert Sans"/>
                <a:sym typeface="Albert Sans"/>
              </a:rPr>
              <a:t>AquaChain’s 10 Year Success</a:t>
            </a:r>
            <a:r>
              <a:rPr b="1" lang="en" sz="1700">
                <a:solidFill>
                  <a:schemeClr val="lt1"/>
                </a:solidFill>
                <a:latin typeface="Albert Sans"/>
                <a:ea typeface="Albert Sans"/>
                <a:cs typeface="Albert Sans"/>
                <a:sym typeface="Albert Sans"/>
              </a:rPr>
              <a:t>:</a:t>
            </a:r>
            <a:endParaRPr b="1" sz="1700">
              <a:solidFill>
                <a:schemeClr val="lt1"/>
              </a:solidFill>
              <a:latin typeface="Albert Sans"/>
              <a:ea typeface="Albert Sans"/>
              <a:cs typeface="Albert Sans"/>
              <a:sym typeface="Albert Sans"/>
            </a:endParaRPr>
          </a:p>
        </p:txBody>
      </p:sp>
      <p:grpSp>
        <p:nvGrpSpPr>
          <p:cNvPr id="579" name="Google Shape;579;p39"/>
          <p:cNvGrpSpPr/>
          <p:nvPr/>
        </p:nvGrpSpPr>
        <p:grpSpPr>
          <a:xfrm rot="10800000">
            <a:off x="-654235" y="-310627"/>
            <a:ext cx="1590595" cy="875375"/>
            <a:chOff x="6456464" y="3575600"/>
            <a:chExt cx="1004100" cy="552601"/>
          </a:xfrm>
        </p:grpSpPr>
        <p:sp>
          <p:nvSpPr>
            <p:cNvPr id="580" name="Google Shape;580;p39"/>
            <p:cNvSpPr/>
            <p:nvPr/>
          </p:nvSpPr>
          <p:spPr>
            <a:xfrm>
              <a:off x="6456464" y="3575601"/>
              <a:ext cx="1004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9"/>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 name="Google Shape;582;p39"/>
          <p:cNvGrpSpPr/>
          <p:nvPr/>
        </p:nvGrpSpPr>
        <p:grpSpPr>
          <a:xfrm>
            <a:off x="-654234" y="461863"/>
            <a:ext cx="1249832" cy="707506"/>
            <a:chOff x="6456475" y="3575600"/>
            <a:chExt cx="976202" cy="552609"/>
          </a:xfrm>
        </p:grpSpPr>
        <p:sp>
          <p:nvSpPr>
            <p:cNvPr id="583" name="Google Shape;583;p39"/>
            <p:cNvSpPr/>
            <p:nvPr/>
          </p:nvSpPr>
          <p:spPr>
            <a:xfrm>
              <a:off x="6456477" y="3575609"/>
              <a:ext cx="976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9"/>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5" name="Google Shape;585;p39"/>
          <p:cNvSpPr txBox="1"/>
          <p:nvPr/>
        </p:nvSpPr>
        <p:spPr>
          <a:xfrm>
            <a:off x="5419900" y="2321500"/>
            <a:ext cx="16404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latin typeface="Albert Sans"/>
                <a:ea typeface="Albert Sans"/>
                <a:cs typeface="Albert Sans"/>
                <a:sym typeface="Albert Sans"/>
              </a:rPr>
              <a:t> gross profit margin</a:t>
            </a:r>
            <a:r>
              <a:rPr lang="en">
                <a:solidFill>
                  <a:srgbClr val="F3F3F3"/>
                </a:solidFill>
                <a:latin typeface="Albert Sans"/>
                <a:ea typeface="Albert Sans"/>
                <a:cs typeface="Albert Sans"/>
                <a:sym typeface="Albert Sans"/>
              </a:rPr>
              <a:t> </a:t>
            </a:r>
            <a:endParaRPr>
              <a:solidFill>
                <a:srgbClr val="F3F3F3"/>
              </a:solidFill>
              <a:latin typeface="Albert Sans"/>
              <a:ea typeface="Albert Sans"/>
              <a:cs typeface="Albert Sans"/>
              <a:sym typeface="Albert Sans"/>
            </a:endParaRPr>
          </a:p>
        </p:txBody>
      </p:sp>
      <p:sp>
        <p:nvSpPr>
          <p:cNvPr id="586" name="Google Shape;586;p39"/>
          <p:cNvSpPr txBox="1"/>
          <p:nvPr/>
        </p:nvSpPr>
        <p:spPr>
          <a:xfrm>
            <a:off x="5419900" y="2010000"/>
            <a:ext cx="1640400" cy="4320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Albert Sans"/>
                <a:ea typeface="Albert Sans"/>
                <a:cs typeface="Albert Sans"/>
                <a:sym typeface="Albert Sans"/>
              </a:rPr>
              <a:t>83</a:t>
            </a:r>
            <a:r>
              <a:rPr b="1" lang="en" sz="2400">
                <a:solidFill>
                  <a:schemeClr val="lt1"/>
                </a:solidFill>
                <a:latin typeface="Albert Sans"/>
                <a:ea typeface="Albert Sans"/>
                <a:cs typeface="Albert Sans"/>
                <a:sym typeface="Albert Sans"/>
              </a:rPr>
              <a:t>%</a:t>
            </a:r>
            <a:endParaRPr b="1" sz="2400">
              <a:solidFill>
                <a:schemeClr val="lt1"/>
              </a:solidFill>
              <a:latin typeface="Albert Sans"/>
              <a:ea typeface="Albert Sans"/>
              <a:cs typeface="Albert Sans"/>
              <a:sym typeface="Albert Sans"/>
            </a:endParaRPr>
          </a:p>
        </p:txBody>
      </p:sp>
      <p:sp>
        <p:nvSpPr>
          <p:cNvPr id="587" name="Google Shape;587;p39"/>
          <p:cNvSpPr/>
          <p:nvPr/>
        </p:nvSpPr>
        <p:spPr>
          <a:xfrm rot="5400000">
            <a:off x="4831199" y="1993875"/>
            <a:ext cx="760200" cy="792600"/>
          </a:xfrm>
          <a:prstGeom prst="ellipse">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9"/>
          <p:cNvSpPr txBox="1"/>
          <p:nvPr/>
        </p:nvSpPr>
        <p:spPr>
          <a:xfrm>
            <a:off x="7555875" y="3703300"/>
            <a:ext cx="13785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latin typeface="Albert Sans"/>
                <a:ea typeface="Albert Sans"/>
                <a:cs typeface="Albert Sans"/>
                <a:sym typeface="Albert Sans"/>
              </a:rPr>
              <a:t> EBITDA</a:t>
            </a:r>
            <a:endParaRPr>
              <a:solidFill>
                <a:srgbClr val="D9D9D9"/>
              </a:solidFill>
              <a:latin typeface="Albert Sans"/>
              <a:ea typeface="Albert Sans"/>
              <a:cs typeface="Albert Sans"/>
              <a:sym typeface="Albert Sans"/>
            </a:endParaRPr>
          </a:p>
        </p:txBody>
      </p:sp>
      <p:sp>
        <p:nvSpPr>
          <p:cNvPr id="589" name="Google Shape;589;p39"/>
          <p:cNvSpPr txBox="1"/>
          <p:nvPr/>
        </p:nvSpPr>
        <p:spPr>
          <a:xfrm>
            <a:off x="7424938" y="3391725"/>
            <a:ext cx="1640400" cy="4320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Albert Sans"/>
                <a:ea typeface="Albert Sans"/>
                <a:cs typeface="Albert Sans"/>
                <a:sym typeface="Albert Sans"/>
              </a:rPr>
              <a:t>$6M</a:t>
            </a:r>
            <a:endParaRPr b="1" sz="2400">
              <a:solidFill>
                <a:schemeClr val="lt1"/>
              </a:solidFill>
              <a:latin typeface="Albert Sans"/>
              <a:ea typeface="Albert Sans"/>
              <a:cs typeface="Albert Sans"/>
              <a:sym typeface="Albert Sans"/>
            </a:endParaRPr>
          </a:p>
        </p:txBody>
      </p:sp>
      <p:sp>
        <p:nvSpPr>
          <p:cNvPr id="590" name="Google Shape;590;p39"/>
          <p:cNvSpPr/>
          <p:nvPr/>
        </p:nvSpPr>
        <p:spPr>
          <a:xfrm rot="5400000">
            <a:off x="7036737" y="3375525"/>
            <a:ext cx="760200" cy="792600"/>
          </a:xfrm>
          <a:prstGeom prst="ellipse">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9"/>
          <p:cNvSpPr txBox="1"/>
          <p:nvPr/>
        </p:nvSpPr>
        <p:spPr>
          <a:xfrm>
            <a:off x="5459662" y="3657625"/>
            <a:ext cx="1560900" cy="87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D9D9D9"/>
                </a:solidFill>
                <a:latin typeface="Albert Sans"/>
                <a:ea typeface="Albert Sans"/>
                <a:cs typeface="Albert Sans"/>
                <a:sym typeface="Albert Sans"/>
              </a:rPr>
              <a:t> CAGR for water management systems market</a:t>
            </a:r>
            <a:endParaRPr>
              <a:solidFill>
                <a:srgbClr val="D9D9D9"/>
              </a:solidFill>
              <a:latin typeface="Albert Sans"/>
              <a:ea typeface="Albert Sans"/>
              <a:cs typeface="Albert Sans"/>
              <a:sym typeface="Albert Sans"/>
            </a:endParaRPr>
          </a:p>
        </p:txBody>
      </p:sp>
      <p:sp>
        <p:nvSpPr>
          <p:cNvPr id="592" name="Google Shape;592;p39"/>
          <p:cNvSpPr txBox="1"/>
          <p:nvPr/>
        </p:nvSpPr>
        <p:spPr>
          <a:xfrm>
            <a:off x="5419888" y="3391725"/>
            <a:ext cx="1640400" cy="4320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Albert Sans"/>
                <a:ea typeface="Albert Sans"/>
                <a:cs typeface="Albert Sans"/>
                <a:sym typeface="Albert Sans"/>
              </a:rPr>
              <a:t>13%</a:t>
            </a:r>
            <a:endParaRPr b="1" sz="2400">
              <a:solidFill>
                <a:schemeClr val="lt1"/>
              </a:solidFill>
              <a:latin typeface="Albert Sans"/>
              <a:ea typeface="Albert Sans"/>
              <a:cs typeface="Albert Sans"/>
              <a:sym typeface="Albert Sans"/>
            </a:endParaRPr>
          </a:p>
        </p:txBody>
      </p:sp>
      <p:sp>
        <p:nvSpPr>
          <p:cNvPr id="593" name="Google Shape;593;p39"/>
          <p:cNvSpPr/>
          <p:nvPr/>
        </p:nvSpPr>
        <p:spPr>
          <a:xfrm rot="5400000">
            <a:off x="4831212" y="3375600"/>
            <a:ext cx="760200" cy="792600"/>
          </a:xfrm>
          <a:prstGeom prst="ellipse">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4" name="Google Shape;594;p39"/>
          <p:cNvGrpSpPr/>
          <p:nvPr/>
        </p:nvGrpSpPr>
        <p:grpSpPr>
          <a:xfrm>
            <a:off x="5010322" y="2188650"/>
            <a:ext cx="401850" cy="402900"/>
            <a:chOff x="795500" y="2723925"/>
            <a:chExt cx="401850" cy="402900"/>
          </a:xfrm>
        </p:grpSpPr>
        <p:sp>
          <p:nvSpPr>
            <p:cNvPr id="595" name="Google Shape;595;p39"/>
            <p:cNvSpPr/>
            <p:nvPr/>
          </p:nvSpPr>
          <p:spPr>
            <a:xfrm>
              <a:off x="821425" y="2723925"/>
              <a:ext cx="265025" cy="240525"/>
            </a:xfrm>
            <a:custGeom>
              <a:rect b="b" l="l" r="r" t="t"/>
              <a:pathLst>
                <a:path extrusionOk="0" h="9621" w="10601">
                  <a:moveTo>
                    <a:pt x="9617" y="0"/>
                  </a:moveTo>
                  <a:cubicBezTo>
                    <a:pt x="9425" y="0"/>
                    <a:pt x="9267" y="302"/>
                    <a:pt x="9506" y="446"/>
                  </a:cubicBezTo>
                  <a:lnTo>
                    <a:pt x="9737" y="561"/>
                  </a:lnTo>
                  <a:cubicBezTo>
                    <a:pt x="7893" y="906"/>
                    <a:pt x="6280" y="1540"/>
                    <a:pt x="4897" y="2462"/>
                  </a:cubicBezTo>
                  <a:cubicBezTo>
                    <a:pt x="3688" y="3269"/>
                    <a:pt x="2708" y="4248"/>
                    <a:pt x="1844" y="5458"/>
                  </a:cubicBezTo>
                  <a:cubicBezTo>
                    <a:pt x="461" y="7474"/>
                    <a:pt x="58" y="9260"/>
                    <a:pt x="58" y="9375"/>
                  </a:cubicBezTo>
                  <a:cubicBezTo>
                    <a:pt x="0" y="9490"/>
                    <a:pt x="116" y="9606"/>
                    <a:pt x="231" y="9606"/>
                  </a:cubicBezTo>
                  <a:cubicBezTo>
                    <a:pt x="252" y="9616"/>
                    <a:pt x="275" y="9621"/>
                    <a:pt x="299" y="9621"/>
                  </a:cubicBezTo>
                  <a:cubicBezTo>
                    <a:pt x="404" y="9621"/>
                    <a:pt x="519" y="9527"/>
                    <a:pt x="519" y="9433"/>
                  </a:cubicBezTo>
                  <a:cubicBezTo>
                    <a:pt x="519" y="9433"/>
                    <a:pt x="922" y="7647"/>
                    <a:pt x="2247" y="5688"/>
                  </a:cubicBezTo>
                  <a:cubicBezTo>
                    <a:pt x="3054" y="4594"/>
                    <a:pt x="4033" y="3614"/>
                    <a:pt x="5185" y="2865"/>
                  </a:cubicBezTo>
                  <a:cubicBezTo>
                    <a:pt x="6510" y="1943"/>
                    <a:pt x="8124" y="1367"/>
                    <a:pt x="9852" y="1022"/>
                  </a:cubicBezTo>
                  <a:lnTo>
                    <a:pt x="9852" y="1022"/>
                  </a:lnTo>
                  <a:lnTo>
                    <a:pt x="9679" y="1310"/>
                  </a:lnTo>
                  <a:cubicBezTo>
                    <a:pt x="9551" y="1480"/>
                    <a:pt x="9739" y="1683"/>
                    <a:pt x="9915" y="1683"/>
                  </a:cubicBezTo>
                  <a:cubicBezTo>
                    <a:pt x="9977" y="1683"/>
                    <a:pt x="10037" y="1658"/>
                    <a:pt x="10082" y="1598"/>
                  </a:cubicBezTo>
                  <a:lnTo>
                    <a:pt x="10543" y="849"/>
                  </a:lnTo>
                  <a:cubicBezTo>
                    <a:pt x="10601" y="734"/>
                    <a:pt x="10601" y="618"/>
                    <a:pt x="10486" y="503"/>
                  </a:cubicBezTo>
                  <a:lnTo>
                    <a:pt x="9737" y="42"/>
                  </a:lnTo>
                  <a:cubicBezTo>
                    <a:pt x="9697" y="13"/>
                    <a:pt x="9656" y="0"/>
                    <a:pt x="9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9"/>
            <p:cNvSpPr/>
            <p:nvPr/>
          </p:nvSpPr>
          <p:spPr>
            <a:xfrm>
              <a:off x="795500" y="2796975"/>
              <a:ext cx="401850" cy="329850"/>
            </a:xfrm>
            <a:custGeom>
              <a:rect b="b" l="l" r="r" t="t"/>
              <a:pathLst>
                <a:path extrusionOk="0" h="13194" w="16074">
                  <a:moveTo>
                    <a:pt x="13885" y="7894"/>
                  </a:moveTo>
                  <a:lnTo>
                    <a:pt x="13885" y="8470"/>
                  </a:lnTo>
                  <a:lnTo>
                    <a:pt x="11004" y="8470"/>
                  </a:lnTo>
                  <a:lnTo>
                    <a:pt x="11004" y="7894"/>
                  </a:lnTo>
                  <a:close/>
                  <a:moveTo>
                    <a:pt x="12099" y="462"/>
                  </a:moveTo>
                  <a:lnTo>
                    <a:pt x="12099" y="7433"/>
                  </a:lnTo>
                  <a:lnTo>
                    <a:pt x="10774" y="7433"/>
                  </a:lnTo>
                  <a:cubicBezTo>
                    <a:pt x="10658" y="7433"/>
                    <a:pt x="10543" y="7548"/>
                    <a:pt x="10543" y="7663"/>
                  </a:cubicBezTo>
                  <a:lnTo>
                    <a:pt x="10543" y="9507"/>
                  </a:lnTo>
                  <a:lnTo>
                    <a:pt x="9564" y="9507"/>
                  </a:lnTo>
                  <a:lnTo>
                    <a:pt x="9564" y="462"/>
                  </a:lnTo>
                  <a:close/>
                  <a:moveTo>
                    <a:pt x="13885" y="8930"/>
                  </a:moveTo>
                  <a:lnTo>
                    <a:pt x="13885" y="9161"/>
                  </a:lnTo>
                  <a:cubicBezTo>
                    <a:pt x="13539" y="9219"/>
                    <a:pt x="13251" y="9334"/>
                    <a:pt x="12963" y="9564"/>
                  </a:cubicBezTo>
                  <a:lnTo>
                    <a:pt x="11004" y="9564"/>
                  </a:lnTo>
                  <a:lnTo>
                    <a:pt x="11004" y="8930"/>
                  </a:lnTo>
                  <a:close/>
                  <a:moveTo>
                    <a:pt x="6050" y="5877"/>
                  </a:moveTo>
                  <a:lnTo>
                    <a:pt x="6050" y="10140"/>
                  </a:lnTo>
                  <a:lnTo>
                    <a:pt x="3515" y="10140"/>
                  </a:lnTo>
                  <a:lnTo>
                    <a:pt x="3515" y="5877"/>
                  </a:lnTo>
                  <a:close/>
                  <a:moveTo>
                    <a:pt x="9045" y="3169"/>
                  </a:moveTo>
                  <a:lnTo>
                    <a:pt x="9045" y="9507"/>
                  </a:lnTo>
                  <a:lnTo>
                    <a:pt x="7375" y="9507"/>
                  </a:lnTo>
                  <a:cubicBezTo>
                    <a:pt x="7259" y="9507"/>
                    <a:pt x="7144" y="9622"/>
                    <a:pt x="7144" y="9737"/>
                  </a:cubicBezTo>
                  <a:lnTo>
                    <a:pt x="7144" y="10140"/>
                  </a:lnTo>
                  <a:lnTo>
                    <a:pt x="6510" y="10140"/>
                  </a:lnTo>
                  <a:lnTo>
                    <a:pt x="6510" y="3169"/>
                  </a:lnTo>
                  <a:close/>
                  <a:moveTo>
                    <a:pt x="10543" y="10025"/>
                  </a:moveTo>
                  <a:lnTo>
                    <a:pt x="10543" y="10601"/>
                  </a:lnTo>
                  <a:lnTo>
                    <a:pt x="7663" y="10601"/>
                  </a:lnTo>
                  <a:lnTo>
                    <a:pt x="7663" y="10025"/>
                  </a:lnTo>
                  <a:close/>
                  <a:moveTo>
                    <a:pt x="12560" y="10025"/>
                  </a:moveTo>
                  <a:cubicBezTo>
                    <a:pt x="12387" y="10198"/>
                    <a:pt x="12329" y="10371"/>
                    <a:pt x="12272" y="10601"/>
                  </a:cubicBezTo>
                  <a:lnTo>
                    <a:pt x="11004" y="10601"/>
                  </a:lnTo>
                  <a:lnTo>
                    <a:pt x="11004" y="10025"/>
                  </a:lnTo>
                  <a:close/>
                  <a:moveTo>
                    <a:pt x="10543" y="11062"/>
                  </a:moveTo>
                  <a:lnTo>
                    <a:pt x="10543" y="11638"/>
                  </a:lnTo>
                  <a:lnTo>
                    <a:pt x="7663" y="11638"/>
                  </a:lnTo>
                  <a:lnTo>
                    <a:pt x="7663" y="11062"/>
                  </a:lnTo>
                  <a:close/>
                  <a:moveTo>
                    <a:pt x="12156" y="11062"/>
                  </a:moveTo>
                  <a:cubicBezTo>
                    <a:pt x="12156" y="11235"/>
                    <a:pt x="12156" y="11465"/>
                    <a:pt x="12214" y="11638"/>
                  </a:cubicBezTo>
                  <a:lnTo>
                    <a:pt x="11004" y="11638"/>
                  </a:lnTo>
                  <a:lnTo>
                    <a:pt x="11004" y="11062"/>
                  </a:lnTo>
                  <a:close/>
                  <a:moveTo>
                    <a:pt x="10543" y="12099"/>
                  </a:moveTo>
                  <a:lnTo>
                    <a:pt x="10543" y="12675"/>
                  </a:lnTo>
                  <a:lnTo>
                    <a:pt x="7605" y="12675"/>
                  </a:lnTo>
                  <a:lnTo>
                    <a:pt x="7605" y="12099"/>
                  </a:lnTo>
                  <a:close/>
                  <a:moveTo>
                    <a:pt x="12387" y="12099"/>
                  </a:moveTo>
                  <a:cubicBezTo>
                    <a:pt x="12502" y="12330"/>
                    <a:pt x="12675" y="12560"/>
                    <a:pt x="12905" y="12675"/>
                  </a:cubicBezTo>
                  <a:lnTo>
                    <a:pt x="11004" y="12675"/>
                  </a:lnTo>
                  <a:lnTo>
                    <a:pt x="11004" y="12099"/>
                  </a:lnTo>
                  <a:close/>
                  <a:moveTo>
                    <a:pt x="9333" y="1"/>
                  </a:moveTo>
                  <a:cubicBezTo>
                    <a:pt x="9161" y="1"/>
                    <a:pt x="9045" y="58"/>
                    <a:pt x="9045" y="231"/>
                  </a:cubicBezTo>
                  <a:lnTo>
                    <a:pt x="9045" y="2709"/>
                  </a:lnTo>
                  <a:lnTo>
                    <a:pt x="6280" y="2709"/>
                  </a:lnTo>
                  <a:cubicBezTo>
                    <a:pt x="6165" y="2709"/>
                    <a:pt x="6050" y="2766"/>
                    <a:pt x="6050" y="2939"/>
                  </a:cubicBezTo>
                  <a:lnTo>
                    <a:pt x="6050" y="5416"/>
                  </a:lnTo>
                  <a:lnTo>
                    <a:pt x="3284" y="5416"/>
                  </a:lnTo>
                  <a:cubicBezTo>
                    <a:pt x="3169" y="5416"/>
                    <a:pt x="3054" y="5531"/>
                    <a:pt x="3054" y="5647"/>
                  </a:cubicBezTo>
                  <a:lnTo>
                    <a:pt x="3054" y="7778"/>
                  </a:lnTo>
                  <a:lnTo>
                    <a:pt x="231" y="7778"/>
                  </a:lnTo>
                  <a:cubicBezTo>
                    <a:pt x="116" y="7778"/>
                    <a:pt x="0" y="7894"/>
                    <a:pt x="0" y="8009"/>
                  </a:cubicBezTo>
                  <a:lnTo>
                    <a:pt x="0" y="10371"/>
                  </a:lnTo>
                  <a:cubicBezTo>
                    <a:pt x="0" y="10486"/>
                    <a:pt x="116" y="10601"/>
                    <a:pt x="231" y="10601"/>
                  </a:cubicBezTo>
                  <a:lnTo>
                    <a:pt x="1095" y="10601"/>
                  </a:lnTo>
                  <a:cubicBezTo>
                    <a:pt x="1383" y="10601"/>
                    <a:pt x="1383" y="10140"/>
                    <a:pt x="1095" y="10140"/>
                  </a:cubicBezTo>
                  <a:lnTo>
                    <a:pt x="519" y="10140"/>
                  </a:lnTo>
                  <a:lnTo>
                    <a:pt x="519" y="8239"/>
                  </a:lnTo>
                  <a:lnTo>
                    <a:pt x="3054" y="8239"/>
                  </a:lnTo>
                  <a:lnTo>
                    <a:pt x="3054" y="10140"/>
                  </a:lnTo>
                  <a:lnTo>
                    <a:pt x="2362" y="10140"/>
                  </a:lnTo>
                  <a:cubicBezTo>
                    <a:pt x="2074" y="10140"/>
                    <a:pt x="2074" y="10601"/>
                    <a:pt x="2362" y="10601"/>
                  </a:cubicBezTo>
                  <a:lnTo>
                    <a:pt x="7144" y="10601"/>
                  </a:lnTo>
                  <a:lnTo>
                    <a:pt x="7144" y="12963"/>
                  </a:lnTo>
                  <a:cubicBezTo>
                    <a:pt x="7144" y="13078"/>
                    <a:pt x="7259" y="13194"/>
                    <a:pt x="7375" y="13194"/>
                  </a:cubicBezTo>
                  <a:lnTo>
                    <a:pt x="14115" y="13194"/>
                  </a:lnTo>
                  <a:cubicBezTo>
                    <a:pt x="14461" y="13194"/>
                    <a:pt x="14806" y="13078"/>
                    <a:pt x="15094" y="12906"/>
                  </a:cubicBezTo>
                  <a:cubicBezTo>
                    <a:pt x="15338" y="12808"/>
                    <a:pt x="15211" y="12464"/>
                    <a:pt x="14992" y="12464"/>
                  </a:cubicBezTo>
                  <a:cubicBezTo>
                    <a:pt x="14952" y="12464"/>
                    <a:pt x="14909" y="12476"/>
                    <a:pt x="14864" y="12502"/>
                  </a:cubicBezTo>
                  <a:cubicBezTo>
                    <a:pt x="14634" y="12618"/>
                    <a:pt x="14346" y="12733"/>
                    <a:pt x="14115" y="12733"/>
                  </a:cubicBezTo>
                  <a:cubicBezTo>
                    <a:pt x="13251" y="12733"/>
                    <a:pt x="12560" y="12041"/>
                    <a:pt x="12560" y="11177"/>
                  </a:cubicBezTo>
                  <a:cubicBezTo>
                    <a:pt x="12560" y="10313"/>
                    <a:pt x="13251" y="9622"/>
                    <a:pt x="14115" y="9622"/>
                  </a:cubicBezTo>
                  <a:cubicBezTo>
                    <a:pt x="14922" y="9622"/>
                    <a:pt x="15613" y="10313"/>
                    <a:pt x="15613" y="11177"/>
                  </a:cubicBezTo>
                  <a:cubicBezTo>
                    <a:pt x="15613" y="11350"/>
                    <a:pt x="15613" y="11523"/>
                    <a:pt x="15555" y="11696"/>
                  </a:cubicBezTo>
                  <a:cubicBezTo>
                    <a:pt x="15482" y="11880"/>
                    <a:pt x="15620" y="12017"/>
                    <a:pt x="15759" y="12017"/>
                  </a:cubicBezTo>
                  <a:cubicBezTo>
                    <a:pt x="15838" y="12017"/>
                    <a:pt x="15917" y="11973"/>
                    <a:pt x="15959" y="11869"/>
                  </a:cubicBezTo>
                  <a:cubicBezTo>
                    <a:pt x="16074" y="11638"/>
                    <a:pt x="16074" y="11408"/>
                    <a:pt x="16074" y="11177"/>
                  </a:cubicBezTo>
                  <a:cubicBezTo>
                    <a:pt x="16074" y="10140"/>
                    <a:pt x="15325" y="9276"/>
                    <a:pt x="14288" y="9161"/>
                  </a:cubicBezTo>
                  <a:lnTo>
                    <a:pt x="14346" y="9161"/>
                  </a:lnTo>
                  <a:lnTo>
                    <a:pt x="14346" y="7663"/>
                  </a:lnTo>
                  <a:cubicBezTo>
                    <a:pt x="14346" y="7548"/>
                    <a:pt x="14230" y="7433"/>
                    <a:pt x="14115" y="7433"/>
                  </a:cubicBezTo>
                  <a:lnTo>
                    <a:pt x="12560" y="7433"/>
                  </a:lnTo>
                  <a:lnTo>
                    <a:pt x="12560" y="231"/>
                  </a:lnTo>
                  <a:cubicBezTo>
                    <a:pt x="12560" y="58"/>
                    <a:pt x="12444" y="1"/>
                    <a:pt x="123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 name="Google Shape;597;p39"/>
          <p:cNvGrpSpPr/>
          <p:nvPr/>
        </p:nvGrpSpPr>
        <p:grpSpPr>
          <a:xfrm>
            <a:off x="7215895" y="3581333"/>
            <a:ext cx="401854" cy="380994"/>
            <a:chOff x="4270875" y="2740825"/>
            <a:chExt cx="404850" cy="401850"/>
          </a:xfrm>
        </p:grpSpPr>
        <p:sp>
          <p:nvSpPr>
            <p:cNvPr id="598" name="Google Shape;598;p39"/>
            <p:cNvSpPr/>
            <p:nvPr/>
          </p:nvSpPr>
          <p:spPr>
            <a:xfrm>
              <a:off x="4270875" y="2740825"/>
              <a:ext cx="404850" cy="401850"/>
            </a:xfrm>
            <a:custGeom>
              <a:rect b="b" l="l" r="r" t="t"/>
              <a:pathLst>
                <a:path extrusionOk="0" h="16074" w="16194">
                  <a:moveTo>
                    <a:pt x="7605" y="519"/>
                  </a:moveTo>
                  <a:cubicBezTo>
                    <a:pt x="8700" y="519"/>
                    <a:pt x="9679" y="1440"/>
                    <a:pt x="9679" y="2593"/>
                  </a:cubicBezTo>
                  <a:cubicBezTo>
                    <a:pt x="9679" y="3745"/>
                    <a:pt x="8700" y="4667"/>
                    <a:pt x="7605" y="4667"/>
                  </a:cubicBezTo>
                  <a:cubicBezTo>
                    <a:pt x="6453" y="4667"/>
                    <a:pt x="5474" y="3745"/>
                    <a:pt x="5474" y="2593"/>
                  </a:cubicBezTo>
                  <a:cubicBezTo>
                    <a:pt x="5474" y="1440"/>
                    <a:pt x="6453" y="519"/>
                    <a:pt x="7605" y="519"/>
                  </a:cubicBezTo>
                  <a:close/>
                  <a:moveTo>
                    <a:pt x="8585" y="4897"/>
                  </a:moveTo>
                  <a:cubicBezTo>
                    <a:pt x="8873" y="5012"/>
                    <a:pt x="9103" y="5070"/>
                    <a:pt x="9333" y="5185"/>
                  </a:cubicBezTo>
                  <a:cubicBezTo>
                    <a:pt x="9631" y="5334"/>
                    <a:pt x="9502" y="5738"/>
                    <a:pt x="9240" y="5738"/>
                  </a:cubicBezTo>
                  <a:cubicBezTo>
                    <a:pt x="9197" y="5738"/>
                    <a:pt x="9151" y="5728"/>
                    <a:pt x="9103" y="5703"/>
                  </a:cubicBezTo>
                  <a:cubicBezTo>
                    <a:pt x="8642" y="5473"/>
                    <a:pt x="8124" y="5358"/>
                    <a:pt x="7605" y="5358"/>
                  </a:cubicBezTo>
                  <a:cubicBezTo>
                    <a:pt x="7029" y="5358"/>
                    <a:pt x="6511" y="5473"/>
                    <a:pt x="6050" y="5703"/>
                  </a:cubicBezTo>
                  <a:cubicBezTo>
                    <a:pt x="6001" y="5728"/>
                    <a:pt x="5955" y="5738"/>
                    <a:pt x="5913" y="5738"/>
                  </a:cubicBezTo>
                  <a:cubicBezTo>
                    <a:pt x="5651" y="5738"/>
                    <a:pt x="5522" y="5334"/>
                    <a:pt x="5819" y="5185"/>
                  </a:cubicBezTo>
                  <a:cubicBezTo>
                    <a:pt x="6050" y="5070"/>
                    <a:pt x="6280" y="5012"/>
                    <a:pt x="6568" y="4897"/>
                  </a:cubicBezTo>
                  <a:cubicBezTo>
                    <a:pt x="6856" y="5070"/>
                    <a:pt x="7202" y="5127"/>
                    <a:pt x="7548" y="5127"/>
                  </a:cubicBezTo>
                  <a:cubicBezTo>
                    <a:pt x="7951" y="5127"/>
                    <a:pt x="8296" y="5070"/>
                    <a:pt x="8585" y="4897"/>
                  </a:cubicBezTo>
                  <a:close/>
                  <a:moveTo>
                    <a:pt x="14688" y="7941"/>
                  </a:moveTo>
                  <a:cubicBezTo>
                    <a:pt x="14830" y="7941"/>
                    <a:pt x="14922" y="8136"/>
                    <a:pt x="14922" y="8238"/>
                  </a:cubicBezTo>
                  <a:cubicBezTo>
                    <a:pt x="14979" y="8296"/>
                    <a:pt x="14979" y="8411"/>
                    <a:pt x="14979" y="8526"/>
                  </a:cubicBezTo>
                  <a:cubicBezTo>
                    <a:pt x="14922" y="8526"/>
                    <a:pt x="14922" y="8469"/>
                    <a:pt x="14864" y="8469"/>
                  </a:cubicBezTo>
                  <a:cubicBezTo>
                    <a:pt x="14691" y="8469"/>
                    <a:pt x="14576" y="8354"/>
                    <a:pt x="14518" y="8238"/>
                  </a:cubicBezTo>
                  <a:cubicBezTo>
                    <a:pt x="14461" y="8123"/>
                    <a:pt x="14461" y="7950"/>
                    <a:pt x="14634" y="7950"/>
                  </a:cubicBezTo>
                  <a:cubicBezTo>
                    <a:pt x="14652" y="7944"/>
                    <a:pt x="14670" y="7941"/>
                    <a:pt x="14688" y="7941"/>
                  </a:cubicBezTo>
                  <a:close/>
                  <a:moveTo>
                    <a:pt x="7605" y="0"/>
                  </a:moveTo>
                  <a:cubicBezTo>
                    <a:pt x="6165" y="0"/>
                    <a:pt x="5013" y="1152"/>
                    <a:pt x="5013" y="2535"/>
                  </a:cubicBezTo>
                  <a:cubicBezTo>
                    <a:pt x="5013" y="2938"/>
                    <a:pt x="5070" y="3284"/>
                    <a:pt x="5243" y="3572"/>
                  </a:cubicBezTo>
                  <a:cubicBezTo>
                    <a:pt x="4955" y="3687"/>
                    <a:pt x="4667" y="3802"/>
                    <a:pt x="4437" y="3918"/>
                  </a:cubicBezTo>
                  <a:cubicBezTo>
                    <a:pt x="3883" y="3494"/>
                    <a:pt x="3274" y="3402"/>
                    <a:pt x="2849" y="3402"/>
                  </a:cubicBezTo>
                  <a:cubicBezTo>
                    <a:pt x="2523" y="3402"/>
                    <a:pt x="2305" y="3457"/>
                    <a:pt x="2305" y="3457"/>
                  </a:cubicBezTo>
                  <a:cubicBezTo>
                    <a:pt x="2132" y="3457"/>
                    <a:pt x="2074" y="3572"/>
                    <a:pt x="2132" y="3745"/>
                  </a:cubicBezTo>
                  <a:lnTo>
                    <a:pt x="2535" y="5473"/>
                  </a:lnTo>
                  <a:cubicBezTo>
                    <a:pt x="1959" y="6222"/>
                    <a:pt x="1556" y="7086"/>
                    <a:pt x="1326" y="7950"/>
                  </a:cubicBezTo>
                  <a:lnTo>
                    <a:pt x="1153" y="7950"/>
                  </a:lnTo>
                  <a:cubicBezTo>
                    <a:pt x="519" y="7950"/>
                    <a:pt x="0" y="8469"/>
                    <a:pt x="0" y="9103"/>
                  </a:cubicBezTo>
                  <a:lnTo>
                    <a:pt x="0" y="10658"/>
                  </a:lnTo>
                  <a:cubicBezTo>
                    <a:pt x="0" y="11292"/>
                    <a:pt x="519" y="11810"/>
                    <a:pt x="1153" y="11810"/>
                  </a:cubicBezTo>
                  <a:lnTo>
                    <a:pt x="1556" y="11810"/>
                  </a:lnTo>
                  <a:cubicBezTo>
                    <a:pt x="1902" y="12559"/>
                    <a:pt x="2305" y="13250"/>
                    <a:pt x="2881" y="13884"/>
                  </a:cubicBezTo>
                  <a:cubicBezTo>
                    <a:pt x="3111" y="14115"/>
                    <a:pt x="3227" y="14345"/>
                    <a:pt x="3227" y="14691"/>
                  </a:cubicBezTo>
                  <a:lnTo>
                    <a:pt x="3227" y="15497"/>
                  </a:lnTo>
                  <a:cubicBezTo>
                    <a:pt x="3227" y="15843"/>
                    <a:pt x="3457" y="16073"/>
                    <a:pt x="3803" y="16073"/>
                  </a:cubicBezTo>
                  <a:lnTo>
                    <a:pt x="5070" y="16073"/>
                  </a:lnTo>
                  <a:cubicBezTo>
                    <a:pt x="5416" y="16073"/>
                    <a:pt x="5646" y="15843"/>
                    <a:pt x="5646" y="15555"/>
                  </a:cubicBezTo>
                  <a:lnTo>
                    <a:pt x="5646" y="15382"/>
                  </a:lnTo>
                  <a:cubicBezTo>
                    <a:pt x="5646" y="15267"/>
                    <a:pt x="5762" y="15152"/>
                    <a:pt x="5877" y="15152"/>
                  </a:cubicBezTo>
                  <a:lnTo>
                    <a:pt x="9218" y="15152"/>
                  </a:lnTo>
                  <a:cubicBezTo>
                    <a:pt x="9333" y="15152"/>
                    <a:pt x="9449" y="15267"/>
                    <a:pt x="9449" y="15382"/>
                  </a:cubicBezTo>
                  <a:lnTo>
                    <a:pt x="9449" y="15555"/>
                  </a:lnTo>
                  <a:cubicBezTo>
                    <a:pt x="9449" y="15843"/>
                    <a:pt x="9679" y="16073"/>
                    <a:pt x="10025" y="16073"/>
                  </a:cubicBezTo>
                  <a:lnTo>
                    <a:pt x="11292" y="16073"/>
                  </a:lnTo>
                  <a:cubicBezTo>
                    <a:pt x="11580" y="16073"/>
                    <a:pt x="11868" y="15843"/>
                    <a:pt x="11868" y="15497"/>
                  </a:cubicBezTo>
                  <a:lnTo>
                    <a:pt x="11868" y="14691"/>
                  </a:lnTo>
                  <a:cubicBezTo>
                    <a:pt x="11868" y="14345"/>
                    <a:pt x="11984" y="14057"/>
                    <a:pt x="12156" y="13884"/>
                  </a:cubicBezTo>
                  <a:cubicBezTo>
                    <a:pt x="12444" y="13596"/>
                    <a:pt x="12675" y="13308"/>
                    <a:pt x="12905" y="12962"/>
                  </a:cubicBezTo>
                  <a:cubicBezTo>
                    <a:pt x="12986" y="12801"/>
                    <a:pt x="12840" y="12611"/>
                    <a:pt x="12687" y="12611"/>
                  </a:cubicBezTo>
                  <a:cubicBezTo>
                    <a:pt x="12621" y="12611"/>
                    <a:pt x="12554" y="12646"/>
                    <a:pt x="12502" y="12732"/>
                  </a:cubicBezTo>
                  <a:cubicBezTo>
                    <a:pt x="12272" y="13020"/>
                    <a:pt x="12099" y="13308"/>
                    <a:pt x="11811" y="13539"/>
                  </a:cubicBezTo>
                  <a:cubicBezTo>
                    <a:pt x="11523" y="13827"/>
                    <a:pt x="11407" y="14230"/>
                    <a:pt x="11407" y="14691"/>
                  </a:cubicBezTo>
                  <a:lnTo>
                    <a:pt x="11407" y="15497"/>
                  </a:lnTo>
                  <a:cubicBezTo>
                    <a:pt x="11407" y="15555"/>
                    <a:pt x="11350" y="15612"/>
                    <a:pt x="11292" y="15612"/>
                  </a:cubicBezTo>
                  <a:lnTo>
                    <a:pt x="10025" y="15612"/>
                  </a:lnTo>
                  <a:cubicBezTo>
                    <a:pt x="9967" y="15612"/>
                    <a:pt x="9910" y="15555"/>
                    <a:pt x="9910" y="15497"/>
                  </a:cubicBezTo>
                  <a:lnTo>
                    <a:pt x="9910" y="15324"/>
                  </a:lnTo>
                  <a:cubicBezTo>
                    <a:pt x="9910" y="14979"/>
                    <a:pt x="9622" y="14691"/>
                    <a:pt x="9218" y="14691"/>
                  </a:cubicBezTo>
                  <a:lnTo>
                    <a:pt x="5877" y="14691"/>
                  </a:lnTo>
                  <a:cubicBezTo>
                    <a:pt x="5474" y="14691"/>
                    <a:pt x="5185" y="14979"/>
                    <a:pt x="5185" y="15324"/>
                  </a:cubicBezTo>
                  <a:lnTo>
                    <a:pt x="5185" y="15497"/>
                  </a:lnTo>
                  <a:cubicBezTo>
                    <a:pt x="5185" y="15555"/>
                    <a:pt x="5128" y="15612"/>
                    <a:pt x="5070" y="15612"/>
                  </a:cubicBezTo>
                  <a:lnTo>
                    <a:pt x="3803" y="15612"/>
                  </a:lnTo>
                  <a:cubicBezTo>
                    <a:pt x="3745" y="15612"/>
                    <a:pt x="3688" y="15555"/>
                    <a:pt x="3688" y="15497"/>
                  </a:cubicBezTo>
                  <a:lnTo>
                    <a:pt x="3688" y="14633"/>
                  </a:lnTo>
                  <a:cubicBezTo>
                    <a:pt x="3688" y="14230"/>
                    <a:pt x="3515" y="13827"/>
                    <a:pt x="3227" y="13539"/>
                  </a:cubicBezTo>
                  <a:cubicBezTo>
                    <a:pt x="2651" y="12905"/>
                    <a:pt x="2247" y="12213"/>
                    <a:pt x="1959" y="11465"/>
                  </a:cubicBezTo>
                  <a:cubicBezTo>
                    <a:pt x="1902" y="11349"/>
                    <a:pt x="1844" y="11292"/>
                    <a:pt x="1729" y="11292"/>
                  </a:cubicBezTo>
                  <a:lnTo>
                    <a:pt x="1153" y="11292"/>
                  </a:lnTo>
                  <a:cubicBezTo>
                    <a:pt x="749" y="11292"/>
                    <a:pt x="461" y="11004"/>
                    <a:pt x="461" y="10658"/>
                  </a:cubicBezTo>
                  <a:lnTo>
                    <a:pt x="461" y="9103"/>
                  </a:lnTo>
                  <a:cubicBezTo>
                    <a:pt x="461" y="8699"/>
                    <a:pt x="749" y="8411"/>
                    <a:pt x="1153" y="8411"/>
                  </a:cubicBezTo>
                  <a:lnTo>
                    <a:pt x="1498" y="8411"/>
                  </a:lnTo>
                  <a:cubicBezTo>
                    <a:pt x="1614" y="8411"/>
                    <a:pt x="1729" y="8354"/>
                    <a:pt x="1729" y="8238"/>
                  </a:cubicBezTo>
                  <a:cubicBezTo>
                    <a:pt x="1959" y="7317"/>
                    <a:pt x="2363" y="6452"/>
                    <a:pt x="2996" y="5703"/>
                  </a:cubicBezTo>
                  <a:cubicBezTo>
                    <a:pt x="3054" y="5646"/>
                    <a:pt x="3054" y="5588"/>
                    <a:pt x="3054" y="5473"/>
                  </a:cubicBezTo>
                  <a:lnTo>
                    <a:pt x="2651" y="3860"/>
                  </a:lnTo>
                  <a:cubicBezTo>
                    <a:pt x="2996" y="3860"/>
                    <a:pt x="3688" y="3860"/>
                    <a:pt x="4264" y="4378"/>
                  </a:cubicBezTo>
                  <a:cubicBezTo>
                    <a:pt x="4321" y="4436"/>
                    <a:pt x="4437" y="4436"/>
                    <a:pt x="4552" y="4436"/>
                  </a:cubicBezTo>
                  <a:cubicBezTo>
                    <a:pt x="4840" y="4263"/>
                    <a:pt x="5128" y="4090"/>
                    <a:pt x="5474" y="3975"/>
                  </a:cubicBezTo>
                  <a:cubicBezTo>
                    <a:pt x="5589" y="4206"/>
                    <a:pt x="5762" y="4378"/>
                    <a:pt x="5992" y="4551"/>
                  </a:cubicBezTo>
                  <a:cubicBezTo>
                    <a:pt x="5877" y="4609"/>
                    <a:pt x="5704" y="4667"/>
                    <a:pt x="5589" y="4724"/>
                  </a:cubicBezTo>
                  <a:cubicBezTo>
                    <a:pt x="4833" y="5077"/>
                    <a:pt x="5223" y="6180"/>
                    <a:pt x="5912" y="6180"/>
                  </a:cubicBezTo>
                  <a:cubicBezTo>
                    <a:pt x="6010" y="6180"/>
                    <a:pt x="6114" y="6157"/>
                    <a:pt x="6222" y="6107"/>
                  </a:cubicBezTo>
                  <a:cubicBezTo>
                    <a:pt x="6683" y="5934"/>
                    <a:pt x="7144" y="5819"/>
                    <a:pt x="7605" y="5819"/>
                  </a:cubicBezTo>
                  <a:cubicBezTo>
                    <a:pt x="8066" y="5819"/>
                    <a:pt x="8469" y="5934"/>
                    <a:pt x="8930" y="6107"/>
                  </a:cubicBezTo>
                  <a:cubicBezTo>
                    <a:pt x="9038" y="6157"/>
                    <a:pt x="9143" y="6180"/>
                    <a:pt x="9241" y="6180"/>
                  </a:cubicBezTo>
                  <a:cubicBezTo>
                    <a:pt x="9929" y="6180"/>
                    <a:pt x="10320" y="5077"/>
                    <a:pt x="9564" y="4724"/>
                  </a:cubicBezTo>
                  <a:cubicBezTo>
                    <a:pt x="9391" y="4667"/>
                    <a:pt x="9276" y="4609"/>
                    <a:pt x="9161" y="4551"/>
                  </a:cubicBezTo>
                  <a:cubicBezTo>
                    <a:pt x="9333" y="4436"/>
                    <a:pt x="9506" y="4206"/>
                    <a:pt x="9679" y="4033"/>
                  </a:cubicBezTo>
                  <a:cubicBezTo>
                    <a:pt x="10774" y="4436"/>
                    <a:pt x="11696" y="5127"/>
                    <a:pt x="12329" y="6107"/>
                  </a:cubicBezTo>
                  <a:cubicBezTo>
                    <a:pt x="13078" y="7086"/>
                    <a:pt x="13424" y="8238"/>
                    <a:pt x="13424" y="9506"/>
                  </a:cubicBezTo>
                  <a:cubicBezTo>
                    <a:pt x="13424" y="10197"/>
                    <a:pt x="13309" y="10946"/>
                    <a:pt x="13021" y="11580"/>
                  </a:cubicBezTo>
                  <a:cubicBezTo>
                    <a:pt x="12984" y="11764"/>
                    <a:pt x="13135" y="11901"/>
                    <a:pt x="13279" y="11901"/>
                  </a:cubicBezTo>
                  <a:cubicBezTo>
                    <a:pt x="13360" y="11901"/>
                    <a:pt x="13440" y="11857"/>
                    <a:pt x="13481" y="11753"/>
                  </a:cubicBezTo>
                  <a:cubicBezTo>
                    <a:pt x="13712" y="11176"/>
                    <a:pt x="13827" y="10543"/>
                    <a:pt x="13885" y="9909"/>
                  </a:cubicBezTo>
                  <a:cubicBezTo>
                    <a:pt x="14461" y="9909"/>
                    <a:pt x="14979" y="9679"/>
                    <a:pt x="15267" y="9218"/>
                  </a:cubicBezTo>
                  <a:cubicBezTo>
                    <a:pt x="15325" y="9103"/>
                    <a:pt x="15325" y="8987"/>
                    <a:pt x="15383" y="8930"/>
                  </a:cubicBezTo>
                  <a:cubicBezTo>
                    <a:pt x="15613" y="8814"/>
                    <a:pt x="15843" y="8699"/>
                    <a:pt x="16016" y="8526"/>
                  </a:cubicBezTo>
                  <a:cubicBezTo>
                    <a:pt x="16193" y="8350"/>
                    <a:pt x="16031" y="8105"/>
                    <a:pt x="15841" y="8105"/>
                  </a:cubicBezTo>
                  <a:cubicBezTo>
                    <a:pt x="15784" y="8105"/>
                    <a:pt x="15724" y="8127"/>
                    <a:pt x="15671" y="8181"/>
                  </a:cubicBezTo>
                  <a:cubicBezTo>
                    <a:pt x="15613" y="8296"/>
                    <a:pt x="15555" y="8354"/>
                    <a:pt x="15440" y="8354"/>
                  </a:cubicBezTo>
                  <a:cubicBezTo>
                    <a:pt x="15440" y="8123"/>
                    <a:pt x="15383" y="7950"/>
                    <a:pt x="15210" y="7777"/>
                  </a:cubicBezTo>
                  <a:cubicBezTo>
                    <a:pt x="15095" y="7547"/>
                    <a:pt x="14864" y="7432"/>
                    <a:pt x="14576" y="7432"/>
                  </a:cubicBezTo>
                  <a:cubicBezTo>
                    <a:pt x="14346" y="7432"/>
                    <a:pt x="14115" y="7605"/>
                    <a:pt x="14058" y="7835"/>
                  </a:cubicBezTo>
                  <a:cubicBezTo>
                    <a:pt x="13885" y="8296"/>
                    <a:pt x="14288" y="8814"/>
                    <a:pt x="14691" y="8930"/>
                  </a:cubicBezTo>
                  <a:lnTo>
                    <a:pt x="14864" y="8930"/>
                  </a:lnTo>
                  <a:cubicBezTo>
                    <a:pt x="14691" y="9275"/>
                    <a:pt x="14288" y="9448"/>
                    <a:pt x="13942" y="9448"/>
                  </a:cubicBezTo>
                  <a:cubicBezTo>
                    <a:pt x="13885" y="8123"/>
                    <a:pt x="13481" y="6913"/>
                    <a:pt x="12732" y="5819"/>
                  </a:cubicBezTo>
                  <a:cubicBezTo>
                    <a:pt x="12041" y="4782"/>
                    <a:pt x="11062" y="4033"/>
                    <a:pt x="9910" y="3572"/>
                  </a:cubicBezTo>
                  <a:cubicBezTo>
                    <a:pt x="10082" y="3284"/>
                    <a:pt x="10140" y="2938"/>
                    <a:pt x="10140" y="2535"/>
                  </a:cubicBezTo>
                  <a:cubicBezTo>
                    <a:pt x="10140" y="1152"/>
                    <a:pt x="8988" y="0"/>
                    <a:pt x="76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9"/>
            <p:cNvSpPr/>
            <p:nvPr/>
          </p:nvSpPr>
          <p:spPr>
            <a:xfrm>
              <a:off x="4437950" y="2767450"/>
              <a:ext cx="41800" cy="76725"/>
            </a:xfrm>
            <a:custGeom>
              <a:rect b="b" l="l" r="r" t="t"/>
              <a:pathLst>
                <a:path extrusionOk="0" h="3069" w="1672">
                  <a:moveTo>
                    <a:pt x="893" y="1"/>
                  </a:moveTo>
                  <a:cubicBezTo>
                    <a:pt x="764" y="1"/>
                    <a:pt x="634" y="87"/>
                    <a:pt x="634" y="260"/>
                  </a:cubicBezTo>
                  <a:lnTo>
                    <a:pt x="634" y="375"/>
                  </a:lnTo>
                  <a:cubicBezTo>
                    <a:pt x="634" y="375"/>
                    <a:pt x="0" y="1182"/>
                    <a:pt x="404" y="1470"/>
                  </a:cubicBezTo>
                  <a:cubicBezTo>
                    <a:pt x="576" y="1585"/>
                    <a:pt x="807" y="1700"/>
                    <a:pt x="980" y="1758"/>
                  </a:cubicBezTo>
                  <a:cubicBezTo>
                    <a:pt x="1153" y="1816"/>
                    <a:pt x="1153" y="1931"/>
                    <a:pt x="1153" y="1988"/>
                  </a:cubicBezTo>
                  <a:cubicBezTo>
                    <a:pt x="1153" y="2104"/>
                    <a:pt x="1037" y="2276"/>
                    <a:pt x="865" y="2276"/>
                  </a:cubicBezTo>
                  <a:cubicBezTo>
                    <a:pt x="692" y="2276"/>
                    <a:pt x="634" y="2276"/>
                    <a:pt x="519" y="2161"/>
                  </a:cubicBezTo>
                  <a:cubicBezTo>
                    <a:pt x="471" y="2137"/>
                    <a:pt x="414" y="2123"/>
                    <a:pt x="358" y="2123"/>
                  </a:cubicBezTo>
                  <a:cubicBezTo>
                    <a:pt x="280" y="2123"/>
                    <a:pt x="207" y="2151"/>
                    <a:pt x="173" y="2219"/>
                  </a:cubicBezTo>
                  <a:cubicBezTo>
                    <a:pt x="116" y="2334"/>
                    <a:pt x="116" y="2507"/>
                    <a:pt x="231" y="2565"/>
                  </a:cubicBezTo>
                  <a:cubicBezTo>
                    <a:pt x="404" y="2680"/>
                    <a:pt x="692" y="2737"/>
                    <a:pt x="692" y="2737"/>
                  </a:cubicBezTo>
                  <a:lnTo>
                    <a:pt x="692" y="2853"/>
                  </a:lnTo>
                  <a:cubicBezTo>
                    <a:pt x="692" y="2997"/>
                    <a:pt x="793" y="3069"/>
                    <a:pt x="893" y="3069"/>
                  </a:cubicBezTo>
                  <a:cubicBezTo>
                    <a:pt x="994" y="3069"/>
                    <a:pt x="1095" y="2997"/>
                    <a:pt x="1095" y="2853"/>
                  </a:cubicBezTo>
                  <a:lnTo>
                    <a:pt x="1095" y="2680"/>
                  </a:lnTo>
                  <a:cubicBezTo>
                    <a:pt x="1095" y="2680"/>
                    <a:pt x="1613" y="2334"/>
                    <a:pt x="1613" y="2104"/>
                  </a:cubicBezTo>
                  <a:cubicBezTo>
                    <a:pt x="1671" y="1758"/>
                    <a:pt x="1498" y="1412"/>
                    <a:pt x="1153" y="1297"/>
                  </a:cubicBezTo>
                  <a:cubicBezTo>
                    <a:pt x="980" y="1239"/>
                    <a:pt x="807" y="1182"/>
                    <a:pt x="692" y="1124"/>
                  </a:cubicBezTo>
                  <a:cubicBezTo>
                    <a:pt x="576" y="1009"/>
                    <a:pt x="749" y="836"/>
                    <a:pt x="807" y="836"/>
                  </a:cubicBezTo>
                  <a:cubicBezTo>
                    <a:pt x="841" y="825"/>
                    <a:pt x="874" y="820"/>
                    <a:pt x="903" y="820"/>
                  </a:cubicBezTo>
                  <a:cubicBezTo>
                    <a:pt x="1021" y="820"/>
                    <a:pt x="1095" y="894"/>
                    <a:pt x="1095" y="894"/>
                  </a:cubicBezTo>
                  <a:cubicBezTo>
                    <a:pt x="1095" y="894"/>
                    <a:pt x="1151" y="931"/>
                    <a:pt x="1232" y="931"/>
                  </a:cubicBezTo>
                  <a:cubicBezTo>
                    <a:pt x="1292" y="931"/>
                    <a:pt x="1367" y="910"/>
                    <a:pt x="1441" y="836"/>
                  </a:cubicBezTo>
                  <a:cubicBezTo>
                    <a:pt x="1613" y="663"/>
                    <a:pt x="1441" y="548"/>
                    <a:pt x="1441" y="548"/>
                  </a:cubicBezTo>
                  <a:cubicBezTo>
                    <a:pt x="1383" y="491"/>
                    <a:pt x="1153" y="375"/>
                    <a:pt x="1153" y="375"/>
                  </a:cubicBezTo>
                  <a:lnTo>
                    <a:pt x="1153" y="260"/>
                  </a:lnTo>
                  <a:cubicBezTo>
                    <a:pt x="1153" y="87"/>
                    <a:pt x="1023" y="1"/>
                    <a:pt x="89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00" name="Google Shape;600;p39" title="Chart"/>
          <p:cNvPicPr preferRelativeResize="0"/>
          <p:nvPr/>
        </p:nvPicPr>
        <p:blipFill>
          <a:blip r:embed="rId3">
            <a:alphaModFix/>
          </a:blip>
          <a:stretch>
            <a:fillRect/>
          </a:stretch>
        </p:blipFill>
        <p:spPr>
          <a:xfrm>
            <a:off x="262738" y="1833775"/>
            <a:ext cx="3916425" cy="2421651"/>
          </a:xfrm>
          <a:prstGeom prst="rect">
            <a:avLst/>
          </a:prstGeom>
          <a:noFill/>
          <a:ln>
            <a:noFill/>
          </a:ln>
        </p:spPr>
      </p:pic>
      <p:grpSp>
        <p:nvGrpSpPr>
          <p:cNvPr id="601" name="Google Shape;601;p39"/>
          <p:cNvGrpSpPr/>
          <p:nvPr/>
        </p:nvGrpSpPr>
        <p:grpSpPr>
          <a:xfrm>
            <a:off x="5044925" y="3570316"/>
            <a:ext cx="332725" cy="403000"/>
            <a:chOff x="1354325" y="2722800"/>
            <a:chExt cx="332725" cy="403000"/>
          </a:xfrm>
        </p:grpSpPr>
        <p:sp>
          <p:nvSpPr>
            <p:cNvPr id="602" name="Google Shape;602;p39"/>
            <p:cNvSpPr/>
            <p:nvPr/>
          </p:nvSpPr>
          <p:spPr>
            <a:xfrm>
              <a:off x="1354325" y="2722800"/>
              <a:ext cx="332725" cy="403000"/>
            </a:xfrm>
            <a:custGeom>
              <a:rect b="b" l="l" r="r" t="t"/>
              <a:pathLst>
                <a:path extrusionOk="0" h="16120" w="13309">
                  <a:moveTo>
                    <a:pt x="6626" y="519"/>
                  </a:moveTo>
                  <a:cubicBezTo>
                    <a:pt x="6943" y="519"/>
                    <a:pt x="7259" y="606"/>
                    <a:pt x="7490" y="779"/>
                  </a:cubicBezTo>
                  <a:cubicBezTo>
                    <a:pt x="8008" y="1240"/>
                    <a:pt x="8066" y="2046"/>
                    <a:pt x="7605" y="2968"/>
                  </a:cubicBezTo>
                  <a:cubicBezTo>
                    <a:pt x="7317" y="2853"/>
                    <a:pt x="6971" y="2737"/>
                    <a:pt x="6626" y="2737"/>
                  </a:cubicBezTo>
                  <a:cubicBezTo>
                    <a:pt x="6280" y="2737"/>
                    <a:pt x="5934" y="2853"/>
                    <a:pt x="5646" y="2968"/>
                  </a:cubicBezTo>
                  <a:cubicBezTo>
                    <a:pt x="5185" y="1988"/>
                    <a:pt x="5243" y="1240"/>
                    <a:pt x="5762" y="779"/>
                  </a:cubicBezTo>
                  <a:cubicBezTo>
                    <a:pt x="5992" y="606"/>
                    <a:pt x="6309" y="519"/>
                    <a:pt x="6626" y="519"/>
                  </a:cubicBezTo>
                  <a:close/>
                  <a:moveTo>
                    <a:pt x="9629" y="2149"/>
                  </a:moveTo>
                  <a:cubicBezTo>
                    <a:pt x="9764" y="2149"/>
                    <a:pt x="9897" y="2172"/>
                    <a:pt x="10025" y="2219"/>
                  </a:cubicBezTo>
                  <a:cubicBezTo>
                    <a:pt x="10601" y="2449"/>
                    <a:pt x="10947" y="3141"/>
                    <a:pt x="10889" y="3717"/>
                  </a:cubicBezTo>
                  <a:cubicBezTo>
                    <a:pt x="10774" y="4408"/>
                    <a:pt x="10082" y="4811"/>
                    <a:pt x="9045" y="4927"/>
                  </a:cubicBezTo>
                  <a:cubicBezTo>
                    <a:pt x="8988" y="4235"/>
                    <a:pt x="8584" y="3602"/>
                    <a:pt x="8066" y="3198"/>
                  </a:cubicBezTo>
                  <a:cubicBezTo>
                    <a:pt x="8526" y="2509"/>
                    <a:pt x="9095" y="2149"/>
                    <a:pt x="9629" y="2149"/>
                  </a:cubicBezTo>
                  <a:close/>
                  <a:moveTo>
                    <a:pt x="6626" y="3256"/>
                  </a:moveTo>
                  <a:cubicBezTo>
                    <a:pt x="7720" y="3256"/>
                    <a:pt x="8584" y="4120"/>
                    <a:pt x="8584" y="5157"/>
                  </a:cubicBezTo>
                  <a:cubicBezTo>
                    <a:pt x="8584" y="6252"/>
                    <a:pt x="7720" y="7116"/>
                    <a:pt x="6626" y="7116"/>
                  </a:cubicBezTo>
                  <a:cubicBezTo>
                    <a:pt x="5531" y="7116"/>
                    <a:pt x="4667" y="6252"/>
                    <a:pt x="4667" y="5157"/>
                  </a:cubicBezTo>
                  <a:cubicBezTo>
                    <a:pt x="4667" y="4120"/>
                    <a:pt x="5531" y="3256"/>
                    <a:pt x="6626" y="3256"/>
                  </a:cubicBezTo>
                  <a:close/>
                  <a:moveTo>
                    <a:pt x="9045" y="5445"/>
                  </a:moveTo>
                  <a:cubicBezTo>
                    <a:pt x="10082" y="5503"/>
                    <a:pt x="10774" y="5964"/>
                    <a:pt x="10889" y="6597"/>
                  </a:cubicBezTo>
                  <a:cubicBezTo>
                    <a:pt x="10947" y="7231"/>
                    <a:pt x="10601" y="7922"/>
                    <a:pt x="10025" y="8095"/>
                  </a:cubicBezTo>
                  <a:cubicBezTo>
                    <a:pt x="9879" y="8161"/>
                    <a:pt x="9728" y="8194"/>
                    <a:pt x="9573" y="8194"/>
                  </a:cubicBezTo>
                  <a:cubicBezTo>
                    <a:pt x="9056" y="8194"/>
                    <a:pt x="8510" y="7826"/>
                    <a:pt x="8066" y="7116"/>
                  </a:cubicBezTo>
                  <a:cubicBezTo>
                    <a:pt x="8584" y="6770"/>
                    <a:pt x="8988" y="6136"/>
                    <a:pt x="9045" y="5445"/>
                  </a:cubicBezTo>
                  <a:close/>
                  <a:moveTo>
                    <a:pt x="4206" y="5445"/>
                  </a:moveTo>
                  <a:cubicBezTo>
                    <a:pt x="4264" y="6136"/>
                    <a:pt x="4667" y="6770"/>
                    <a:pt x="5185" y="7173"/>
                  </a:cubicBezTo>
                  <a:cubicBezTo>
                    <a:pt x="4743" y="7837"/>
                    <a:pt x="4233" y="8195"/>
                    <a:pt x="3733" y="8195"/>
                  </a:cubicBezTo>
                  <a:cubicBezTo>
                    <a:pt x="3582" y="8195"/>
                    <a:pt x="3431" y="8162"/>
                    <a:pt x="3284" y="8095"/>
                  </a:cubicBezTo>
                  <a:cubicBezTo>
                    <a:pt x="2708" y="7922"/>
                    <a:pt x="2305" y="7231"/>
                    <a:pt x="2420" y="6597"/>
                  </a:cubicBezTo>
                  <a:cubicBezTo>
                    <a:pt x="2535" y="5964"/>
                    <a:pt x="3169" y="5503"/>
                    <a:pt x="4206" y="5445"/>
                  </a:cubicBezTo>
                  <a:close/>
                  <a:moveTo>
                    <a:pt x="5646" y="7404"/>
                  </a:moveTo>
                  <a:cubicBezTo>
                    <a:pt x="5934" y="7519"/>
                    <a:pt x="6280" y="7634"/>
                    <a:pt x="6626" y="7634"/>
                  </a:cubicBezTo>
                  <a:cubicBezTo>
                    <a:pt x="6971" y="7634"/>
                    <a:pt x="7317" y="7519"/>
                    <a:pt x="7605" y="7404"/>
                  </a:cubicBezTo>
                  <a:lnTo>
                    <a:pt x="7605" y="7404"/>
                  </a:lnTo>
                  <a:cubicBezTo>
                    <a:pt x="8066" y="8326"/>
                    <a:pt x="8066" y="9132"/>
                    <a:pt x="7490" y="9535"/>
                  </a:cubicBezTo>
                  <a:cubicBezTo>
                    <a:pt x="7259" y="9737"/>
                    <a:pt x="6957" y="9838"/>
                    <a:pt x="6647" y="9838"/>
                  </a:cubicBezTo>
                  <a:cubicBezTo>
                    <a:pt x="6338" y="9838"/>
                    <a:pt x="6021" y="9737"/>
                    <a:pt x="5762" y="9535"/>
                  </a:cubicBezTo>
                  <a:cubicBezTo>
                    <a:pt x="5243" y="9132"/>
                    <a:pt x="5185" y="8326"/>
                    <a:pt x="5646" y="7404"/>
                  </a:cubicBezTo>
                  <a:close/>
                  <a:moveTo>
                    <a:pt x="2190" y="10054"/>
                  </a:moveTo>
                  <a:cubicBezTo>
                    <a:pt x="2881" y="10054"/>
                    <a:pt x="3515" y="10572"/>
                    <a:pt x="3745" y="10861"/>
                  </a:cubicBezTo>
                  <a:cubicBezTo>
                    <a:pt x="3515" y="11091"/>
                    <a:pt x="2881" y="11667"/>
                    <a:pt x="2190" y="11667"/>
                  </a:cubicBezTo>
                  <a:cubicBezTo>
                    <a:pt x="1441" y="11667"/>
                    <a:pt x="807" y="11149"/>
                    <a:pt x="577" y="10861"/>
                  </a:cubicBezTo>
                  <a:cubicBezTo>
                    <a:pt x="807" y="10572"/>
                    <a:pt x="1441" y="10054"/>
                    <a:pt x="2190" y="10054"/>
                  </a:cubicBezTo>
                  <a:close/>
                  <a:moveTo>
                    <a:pt x="10486" y="13626"/>
                  </a:moveTo>
                  <a:lnTo>
                    <a:pt x="10486" y="14548"/>
                  </a:lnTo>
                  <a:lnTo>
                    <a:pt x="2766" y="14548"/>
                  </a:lnTo>
                  <a:lnTo>
                    <a:pt x="2766" y="13626"/>
                  </a:lnTo>
                  <a:close/>
                  <a:moveTo>
                    <a:pt x="6633" y="1"/>
                  </a:moveTo>
                  <a:cubicBezTo>
                    <a:pt x="6208" y="1"/>
                    <a:pt x="5790" y="145"/>
                    <a:pt x="5473" y="433"/>
                  </a:cubicBezTo>
                  <a:cubicBezTo>
                    <a:pt x="5185" y="663"/>
                    <a:pt x="4725" y="1182"/>
                    <a:pt x="4897" y="2161"/>
                  </a:cubicBezTo>
                  <a:cubicBezTo>
                    <a:pt x="4552" y="1873"/>
                    <a:pt x="4206" y="1758"/>
                    <a:pt x="3918" y="1700"/>
                  </a:cubicBezTo>
                  <a:cubicBezTo>
                    <a:pt x="3901" y="1697"/>
                    <a:pt x="3885" y="1695"/>
                    <a:pt x="3870" y="1695"/>
                  </a:cubicBezTo>
                  <a:cubicBezTo>
                    <a:pt x="3624" y="1695"/>
                    <a:pt x="3589" y="2107"/>
                    <a:pt x="3860" y="2161"/>
                  </a:cubicBezTo>
                  <a:cubicBezTo>
                    <a:pt x="4321" y="2219"/>
                    <a:pt x="4782" y="2565"/>
                    <a:pt x="5243" y="3198"/>
                  </a:cubicBezTo>
                  <a:cubicBezTo>
                    <a:pt x="4667" y="3602"/>
                    <a:pt x="4321" y="4178"/>
                    <a:pt x="4206" y="4927"/>
                  </a:cubicBezTo>
                  <a:cubicBezTo>
                    <a:pt x="2939" y="4811"/>
                    <a:pt x="2535" y="4235"/>
                    <a:pt x="2420" y="3890"/>
                  </a:cubicBezTo>
                  <a:cubicBezTo>
                    <a:pt x="2305" y="3371"/>
                    <a:pt x="2535" y="2737"/>
                    <a:pt x="2996" y="2392"/>
                  </a:cubicBezTo>
                  <a:cubicBezTo>
                    <a:pt x="3187" y="2248"/>
                    <a:pt x="3061" y="1946"/>
                    <a:pt x="2848" y="1946"/>
                  </a:cubicBezTo>
                  <a:cubicBezTo>
                    <a:pt x="2805" y="1946"/>
                    <a:pt x="2757" y="1959"/>
                    <a:pt x="2708" y="1988"/>
                  </a:cubicBezTo>
                  <a:cubicBezTo>
                    <a:pt x="2074" y="2449"/>
                    <a:pt x="1786" y="3314"/>
                    <a:pt x="2017" y="4005"/>
                  </a:cubicBezTo>
                  <a:cubicBezTo>
                    <a:pt x="2074" y="4351"/>
                    <a:pt x="2362" y="4869"/>
                    <a:pt x="3169" y="5157"/>
                  </a:cubicBezTo>
                  <a:cubicBezTo>
                    <a:pt x="2247" y="5503"/>
                    <a:pt x="2017" y="6194"/>
                    <a:pt x="1959" y="6540"/>
                  </a:cubicBezTo>
                  <a:cubicBezTo>
                    <a:pt x="1844" y="7346"/>
                    <a:pt x="2305" y="8268"/>
                    <a:pt x="3111" y="8556"/>
                  </a:cubicBezTo>
                  <a:cubicBezTo>
                    <a:pt x="3284" y="8614"/>
                    <a:pt x="3457" y="8671"/>
                    <a:pt x="3688" y="8671"/>
                  </a:cubicBezTo>
                  <a:cubicBezTo>
                    <a:pt x="4033" y="8671"/>
                    <a:pt x="4436" y="8556"/>
                    <a:pt x="4897" y="8210"/>
                  </a:cubicBezTo>
                  <a:lnTo>
                    <a:pt x="4897" y="8210"/>
                  </a:lnTo>
                  <a:cubicBezTo>
                    <a:pt x="4782" y="9190"/>
                    <a:pt x="5243" y="9708"/>
                    <a:pt x="5473" y="9939"/>
                  </a:cubicBezTo>
                  <a:cubicBezTo>
                    <a:pt x="5762" y="10112"/>
                    <a:pt x="6107" y="10284"/>
                    <a:pt x="6453" y="10284"/>
                  </a:cubicBezTo>
                  <a:lnTo>
                    <a:pt x="6453" y="11897"/>
                  </a:lnTo>
                  <a:cubicBezTo>
                    <a:pt x="5934" y="11149"/>
                    <a:pt x="5128" y="10688"/>
                    <a:pt x="4206" y="10630"/>
                  </a:cubicBezTo>
                  <a:cubicBezTo>
                    <a:pt x="4033" y="10342"/>
                    <a:pt x="3169" y="9535"/>
                    <a:pt x="2190" y="9535"/>
                  </a:cubicBezTo>
                  <a:cubicBezTo>
                    <a:pt x="1037" y="9535"/>
                    <a:pt x="116" y="10630"/>
                    <a:pt x="116" y="10688"/>
                  </a:cubicBezTo>
                  <a:cubicBezTo>
                    <a:pt x="0" y="10745"/>
                    <a:pt x="0" y="10918"/>
                    <a:pt x="116" y="10976"/>
                  </a:cubicBezTo>
                  <a:cubicBezTo>
                    <a:pt x="116" y="11033"/>
                    <a:pt x="1037" y="12128"/>
                    <a:pt x="2190" y="12128"/>
                  </a:cubicBezTo>
                  <a:cubicBezTo>
                    <a:pt x="3169" y="12128"/>
                    <a:pt x="3918" y="11379"/>
                    <a:pt x="4206" y="11091"/>
                  </a:cubicBezTo>
                  <a:cubicBezTo>
                    <a:pt x="5358" y="11149"/>
                    <a:pt x="6280" y="12013"/>
                    <a:pt x="6395" y="13107"/>
                  </a:cubicBezTo>
                  <a:lnTo>
                    <a:pt x="2593" y="13107"/>
                  </a:lnTo>
                  <a:cubicBezTo>
                    <a:pt x="2478" y="13107"/>
                    <a:pt x="2362" y="13223"/>
                    <a:pt x="2362" y="13338"/>
                  </a:cubicBezTo>
                  <a:lnTo>
                    <a:pt x="2362" y="14778"/>
                  </a:lnTo>
                  <a:cubicBezTo>
                    <a:pt x="2362" y="14778"/>
                    <a:pt x="2478" y="15008"/>
                    <a:pt x="2593" y="15008"/>
                  </a:cubicBezTo>
                  <a:lnTo>
                    <a:pt x="2939" y="15008"/>
                  </a:lnTo>
                  <a:lnTo>
                    <a:pt x="3054" y="15930"/>
                  </a:lnTo>
                  <a:cubicBezTo>
                    <a:pt x="3080" y="16060"/>
                    <a:pt x="3188" y="16120"/>
                    <a:pt x="3293" y="16120"/>
                  </a:cubicBezTo>
                  <a:cubicBezTo>
                    <a:pt x="3421" y="16120"/>
                    <a:pt x="3546" y="16031"/>
                    <a:pt x="3515" y="15873"/>
                  </a:cubicBezTo>
                  <a:lnTo>
                    <a:pt x="3399" y="15008"/>
                  </a:lnTo>
                  <a:lnTo>
                    <a:pt x="9910" y="15008"/>
                  </a:lnTo>
                  <a:lnTo>
                    <a:pt x="9794" y="15873"/>
                  </a:lnTo>
                  <a:cubicBezTo>
                    <a:pt x="9763" y="16031"/>
                    <a:pt x="9888" y="16120"/>
                    <a:pt x="10016" y="16120"/>
                  </a:cubicBezTo>
                  <a:cubicBezTo>
                    <a:pt x="10121" y="16120"/>
                    <a:pt x="10229" y="16060"/>
                    <a:pt x="10255" y="15930"/>
                  </a:cubicBezTo>
                  <a:lnTo>
                    <a:pt x="10370" y="15066"/>
                  </a:lnTo>
                  <a:lnTo>
                    <a:pt x="10716" y="15066"/>
                  </a:lnTo>
                  <a:cubicBezTo>
                    <a:pt x="10716" y="15066"/>
                    <a:pt x="10947" y="14893"/>
                    <a:pt x="10947" y="14778"/>
                  </a:cubicBezTo>
                  <a:lnTo>
                    <a:pt x="10947" y="13395"/>
                  </a:lnTo>
                  <a:cubicBezTo>
                    <a:pt x="10947" y="13223"/>
                    <a:pt x="10831" y="13107"/>
                    <a:pt x="10716" y="13107"/>
                  </a:cubicBezTo>
                  <a:lnTo>
                    <a:pt x="6914" y="13107"/>
                  </a:lnTo>
                  <a:cubicBezTo>
                    <a:pt x="7087" y="12013"/>
                    <a:pt x="8008" y="11149"/>
                    <a:pt x="9161" y="11091"/>
                  </a:cubicBezTo>
                  <a:cubicBezTo>
                    <a:pt x="9391" y="11379"/>
                    <a:pt x="10198" y="12128"/>
                    <a:pt x="11119" y="12128"/>
                  </a:cubicBezTo>
                  <a:cubicBezTo>
                    <a:pt x="11292" y="12128"/>
                    <a:pt x="11407" y="12128"/>
                    <a:pt x="11523" y="12070"/>
                  </a:cubicBezTo>
                  <a:cubicBezTo>
                    <a:pt x="11794" y="12016"/>
                    <a:pt x="11708" y="11604"/>
                    <a:pt x="11456" y="11604"/>
                  </a:cubicBezTo>
                  <a:cubicBezTo>
                    <a:pt x="11441" y="11604"/>
                    <a:pt x="11424" y="11606"/>
                    <a:pt x="11407" y="11609"/>
                  </a:cubicBezTo>
                  <a:cubicBezTo>
                    <a:pt x="11350" y="11667"/>
                    <a:pt x="11235" y="11667"/>
                    <a:pt x="11119" y="11667"/>
                  </a:cubicBezTo>
                  <a:cubicBezTo>
                    <a:pt x="10428" y="11667"/>
                    <a:pt x="9794" y="11149"/>
                    <a:pt x="9564" y="10861"/>
                  </a:cubicBezTo>
                  <a:cubicBezTo>
                    <a:pt x="9794" y="10572"/>
                    <a:pt x="10428" y="10054"/>
                    <a:pt x="11119" y="10054"/>
                  </a:cubicBezTo>
                  <a:cubicBezTo>
                    <a:pt x="11868" y="10054"/>
                    <a:pt x="12502" y="10572"/>
                    <a:pt x="12732" y="10861"/>
                  </a:cubicBezTo>
                  <a:cubicBezTo>
                    <a:pt x="12675" y="10918"/>
                    <a:pt x="12560" y="11033"/>
                    <a:pt x="12387" y="11149"/>
                  </a:cubicBezTo>
                  <a:cubicBezTo>
                    <a:pt x="12205" y="11285"/>
                    <a:pt x="12345" y="11564"/>
                    <a:pt x="12526" y="11564"/>
                  </a:cubicBezTo>
                  <a:cubicBezTo>
                    <a:pt x="12574" y="11564"/>
                    <a:pt x="12626" y="11543"/>
                    <a:pt x="12675" y="11494"/>
                  </a:cubicBezTo>
                  <a:cubicBezTo>
                    <a:pt x="13021" y="11264"/>
                    <a:pt x="13251" y="11033"/>
                    <a:pt x="13251" y="10976"/>
                  </a:cubicBezTo>
                  <a:cubicBezTo>
                    <a:pt x="13309" y="10918"/>
                    <a:pt x="13309" y="10803"/>
                    <a:pt x="13251" y="10688"/>
                  </a:cubicBezTo>
                  <a:cubicBezTo>
                    <a:pt x="13193" y="10630"/>
                    <a:pt x="12272" y="9593"/>
                    <a:pt x="11119" y="9593"/>
                  </a:cubicBezTo>
                  <a:cubicBezTo>
                    <a:pt x="10082" y="9593"/>
                    <a:pt x="9276" y="10400"/>
                    <a:pt x="9045" y="10630"/>
                  </a:cubicBezTo>
                  <a:cubicBezTo>
                    <a:pt x="8124" y="10688"/>
                    <a:pt x="6856" y="11897"/>
                    <a:pt x="6856" y="11897"/>
                  </a:cubicBezTo>
                  <a:lnTo>
                    <a:pt x="6856" y="10284"/>
                  </a:lnTo>
                  <a:cubicBezTo>
                    <a:pt x="7202" y="10284"/>
                    <a:pt x="7547" y="10112"/>
                    <a:pt x="7836" y="9939"/>
                  </a:cubicBezTo>
                  <a:cubicBezTo>
                    <a:pt x="8066" y="9708"/>
                    <a:pt x="8527" y="9190"/>
                    <a:pt x="8412" y="8210"/>
                  </a:cubicBezTo>
                  <a:lnTo>
                    <a:pt x="8412" y="8210"/>
                  </a:lnTo>
                  <a:cubicBezTo>
                    <a:pt x="8815" y="8556"/>
                    <a:pt x="9276" y="8671"/>
                    <a:pt x="9621" y="8671"/>
                  </a:cubicBezTo>
                  <a:cubicBezTo>
                    <a:pt x="9852" y="8671"/>
                    <a:pt x="10025" y="8614"/>
                    <a:pt x="10198" y="8556"/>
                  </a:cubicBezTo>
                  <a:cubicBezTo>
                    <a:pt x="10947" y="8268"/>
                    <a:pt x="11465" y="7346"/>
                    <a:pt x="11350" y="6540"/>
                  </a:cubicBezTo>
                  <a:cubicBezTo>
                    <a:pt x="11292" y="6194"/>
                    <a:pt x="11062" y="5503"/>
                    <a:pt x="10140" y="5157"/>
                  </a:cubicBezTo>
                  <a:cubicBezTo>
                    <a:pt x="11062" y="4811"/>
                    <a:pt x="11292" y="4178"/>
                    <a:pt x="11350" y="3832"/>
                  </a:cubicBezTo>
                  <a:cubicBezTo>
                    <a:pt x="11465" y="2968"/>
                    <a:pt x="10947" y="2104"/>
                    <a:pt x="10198" y="1816"/>
                  </a:cubicBezTo>
                  <a:cubicBezTo>
                    <a:pt x="10051" y="1742"/>
                    <a:pt x="9843" y="1680"/>
                    <a:pt x="9594" y="1680"/>
                  </a:cubicBezTo>
                  <a:cubicBezTo>
                    <a:pt x="9256" y="1680"/>
                    <a:pt x="8843" y="1796"/>
                    <a:pt x="8412" y="2161"/>
                  </a:cubicBezTo>
                  <a:cubicBezTo>
                    <a:pt x="8527" y="1182"/>
                    <a:pt x="8066" y="663"/>
                    <a:pt x="7836" y="433"/>
                  </a:cubicBezTo>
                  <a:cubicBezTo>
                    <a:pt x="7490" y="145"/>
                    <a:pt x="7058" y="1"/>
                    <a:pt x="663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9"/>
            <p:cNvSpPr/>
            <p:nvPr/>
          </p:nvSpPr>
          <p:spPr>
            <a:xfrm>
              <a:off x="1501225" y="2817500"/>
              <a:ext cx="37475" cy="71325"/>
            </a:xfrm>
            <a:custGeom>
              <a:rect b="b" l="l" r="r" t="t"/>
              <a:pathLst>
                <a:path extrusionOk="0" h="2853" w="1499">
                  <a:moveTo>
                    <a:pt x="750" y="1"/>
                  </a:moveTo>
                  <a:cubicBezTo>
                    <a:pt x="634" y="1"/>
                    <a:pt x="519" y="73"/>
                    <a:pt x="519" y="217"/>
                  </a:cubicBezTo>
                  <a:lnTo>
                    <a:pt x="519" y="332"/>
                  </a:lnTo>
                  <a:cubicBezTo>
                    <a:pt x="289" y="390"/>
                    <a:pt x="116" y="563"/>
                    <a:pt x="116" y="793"/>
                  </a:cubicBezTo>
                  <a:cubicBezTo>
                    <a:pt x="58" y="1023"/>
                    <a:pt x="116" y="1254"/>
                    <a:pt x="289" y="1369"/>
                  </a:cubicBezTo>
                  <a:cubicBezTo>
                    <a:pt x="404" y="1484"/>
                    <a:pt x="634" y="1542"/>
                    <a:pt x="865" y="1657"/>
                  </a:cubicBezTo>
                  <a:cubicBezTo>
                    <a:pt x="980" y="1715"/>
                    <a:pt x="980" y="1772"/>
                    <a:pt x="980" y="1888"/>
                  </a:cubicBezTo>
                  <a:cubicBezTo>
                    <a:pt x="980" y="1945"/>
                    <a:pt x="865" y="2060"/>
                    <a:pt x="750" y="2060"/>
                  </a:cubicBezTo>
                  <a:cubicBezTo>
                    <a:pt x="577" y="2060"/>
                    <a:pt x="519" y="2060"/>
                    <a:pt x="404" y="2003"/>
                  </a:cubicBezTo>
                  <a:cubicBezTo>
                    <a:pt x="356" y="1979"/>
                    <a:pt x="309" y="1965"/>
                    <a:pt x="261" y="1965"/>
                  </a:cubicBezTo>
                  <a:cubicBezTo>
                    <a:pt x="193" y="1965"/>
                    <a:pt x="126" y="1993"/>
                    <a:pt x="58" y="2060"/>
                  </a:cubicBezTo>
                  <a:cubicBezTo>
                    <a:pt x="1" y="2176"/>
                    <a:pt x="1" y="2291"/>
                    <a:pt x="116" y="2406"/>
                  </a:cubicBezTo>
                  <a:cubicBezTo>
                    <a:pt x="289" y="2464"/>
                    <a:pt x="404" y="2521"/>
                    <a:pt x="519" y="2521"/>
                  </a:cubicBezTo>
                  <a:lnTo>
                    <a:pt x="519" y="2636"/>
                  </a:lnTo>
                  <a:cubicBezTo>
                    <a:pt x="519" y="2781"/>
                    <a:pt x="634" y="2853"/>
                    <a:pt x="750" y="2853"/>
                  </a:cubicBezTo>
                  <a:cubicBezTo>
                    <a:pt x="865" y="2853"/>
                    <a:pt x="980" y="2781"/>
                    <a:pt x="980" y="2636"/>
                  </a:cubicBezTo>
                  <a:lnTo>
                    <a:pt x="980" y="2521"/>
                  </a:lnTo>
                  <a:cubicBezTo>
                    <a:pt x="1268" y="2406"/>
                    <a:pt x="1441" y="2176"/>
                    <a:pt x="1441" y="1945"/>
                  </a:cubicBezTo>
                  <a:cubicBezTo>
                    <a:pt x="1499" y="1600"/>
                    <a:pt x="1326" y="1311"/>
                    <a:pt x="1038" y="1196"/>
                  </a:cubicBezTo>
                  <a:cubicBezTo>
                    <a:pt x="865" y="1139"/>
                    <a:pt x="692" y="1081"/>
                    <a:pt x="577" y="966"/>
                  </a:cubicBezTo>
                  <a:cubicBezTo>
                    <a:pt x="577" y="966"/>
                    <a:pt x="519" y="966"/>
                    <a:pt x="577" y="908"/>
                  </a:cubicBezTo>
                  <a:cubicBezTo>
                    <a:pt x="577" y="799"/>
                    <a:pt x="693" y="759"/>
                    <a:pt x="792" y="759"/>
                  </a:cubicBezTo>
                  <a:cubicBezTo>
                    <a:pt x="849" y="759"/>
                    <a:pt x="901" y="772"/>
                    <a:pt x="923" y="793"/>
                  </a:cubicBezTo>
                  <a:cubicBezTo>
                    <a:pt x="923" y="793"/>
                    <a:pt x="999" y="870"/>
                    <a:pt x="1102" y="870"/>
                  </a:cubicBezTo>
                  <a:cubicBezTo>
                    <a:pt x="1153" y="870"/>
                    <a:pt x="1211" y="851"/>
                    <a:pt x="1268" y="793"/>
                  </a:cubicBezTo>
                  <a:cubicBezTo>
                    <a:pt x="1441" y="620"/>
                    <a:pt x="1268" y="447"/>
                    <a:pt x="1268" y="447"/>
                  </a:cubicBezTo>
                  <a:cubicBezTo>
                    <a:pt x="1211" y="390"/>
                    <a:pt x="1095" y="332"/>
                    <a:pt x="980" y="332"/>
                  </a:cubicBezTo>
                  <a:lnTo>
                    <a:pt x="980" y="217"/>
                  </a:lnTo>
                  <a:cubicBezTo>
                    <a:pt x="980" y="73"/>
                    <a:pt x="865" y="1"/>
                    <a:pt x="7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4" name="Google Shape;604;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5" name="Google Shape;605;p39"/>
          <p:cNvSpPr txBox="1"/>
          <p:nvPr>
            <p:ph idx="4294967295" type="subTitle"/>
          </p:nvPr>
        </p:nvSpPr>
        <p:spPr>
          <a:xfrm>
            <a:off x="6384825" y="4749850"/>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100">
                <a:solidFill>
                  <a:schemeClr val="lt2"/>
                </a:solidFill>
              </a:rPr>
              <a:t>Slide by Patrick</a:t>
            </a:r>
            <a:endParaRPr b="1"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FEF"/>
        </a:solidFill>
      </p:bgPr>
    </p:bg>
    <p:spTree>
      <p:nvGrpSpPr>
        <p:cNvPr id="609" name="Shape 609"/>
        <p:cNvGrpSpPr/>
        <p:nvPr/>
      </p:nvGrpSpPr>
      <p:grpSpPr>
        <a:xfrm>
          <a:off x="0" y="0"/>
          <a:ext cx="0" cy="0"/>
          <a:chOff x="0" y="0"/>
          <a:chExt cx="0" cy="0"/>
        </a:xfrm>
      </p:grpSpPr>
      <p:sp>
        <p:nvSpPr>
          <p:cNvPr id="610" name="Google Shape;610;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a:t>
            </a:r>
            <a:r>
              <a:rPr lang="en"/>
              <a:t>AquaLinks</a:t>
            </a:r>
            <a:endParaRPr/>
          </a:p>
        </p:txBody>
      </p:sp>
      <p:grpSp>
        <p:nvGrpSpPr>
          <p:cNvPr id="611" name="Google Shape;611;p40"/>
          <p:cNvGrpSpPr/>
          <p:nvPr/>
        </p:nvGrpSpPr>
        <p:grpSpPr>
          <a:xfrm flipH="1">
            <a:off x="-311297" y="8124"/>
            <a:ext cx="1590595" cy="875375"/>
            <a:chOff x="6456464" y="3575600"/>
            <a:chExt cx="1004100" cy="552601"/>
          </a:xfrm>
        </p:grpSpPr>
        <p:sp>
          <p:nvSpPr>
            <p:cNvPr id="612" name="Google Shape;612;p40"/>
            <p:cNvSpPr/>
            <p:nvPr/>
          </p:nvSpPr>
          <p:spPr>
            <a:xfrm>
              <a:off x="6456464" y="3575601"/>
              <a:ext cx="1004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0"/>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 name="Google Shape;614;p40"/>
          <p:cNvGrpSpPr/>
          <p:nvPr/>
        </p:nvGrpSpPr>
        <p:grpSpPr>
          <a:xfrm flipH="1">
            <a:off x="-425085" y="805963"/>
            <a:ext cx="1249832" cy="707506"/>
            <a:chOff x="6456475" y="3575600"/>
            <a:chExt cx="976202" cy="552609"/>
          </a:xfrm>
        </p:grpSpPr>
        <p:sp>
          <p:nvSpPr>
            <p:cNvPr id="615" name="Google Shape;615;p40"/>
            <p:cNvSpPr/>
            <p:nvPr/>
          </p:nvSpPr>
          <p:spPr>
            <a:xfrm>
              <a:off x="6456477" y="3575609"/>
              <a:ext cx="976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0"/>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7" name="Google Shape;617;p40"/>
          <p:cNvSpPr/>
          <p:nvPr/>
        </p:nvSpPr>
        <p:spPr>
          <a:xfrm>
            <a:off x="299025" y="3142725"/>
            <a:ext cx="1590600" cy="527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Albert Sans"/>
                <a:ea typeface="Albert Sans"/>
                <a:cs typeface="Albert Sans"/>
                <a:sym typeface="Albert Sans"/>
              </a:rPr>
              <a:t>Patrick Okimi</a:t>
            </a:r>
            <a:endParaRPr b="1">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1200">
                <a:solidFill>
                  <a:schemeClr val="lt1"/>
                </a:solidFill>
                <a:latin typeface="Albert Sans"/>
                <a:ea typeface="Albert Sans"/>
                <a:cs typeface="Albert Sans"/>
                <a:sym typeface="Albert Sans"/>
              </a:rPr>
              <a:t>CEO</a:t>
            </a:r>
            <a:endParaRPr sz="1200">
              <a:solidFill>
                <a:schemeClr val="lt1"/>
              </a:solidFill>
              <a:latin typeface="Albert Sans"/>
              <a:ea typeface="Albert Sans"/>
              <a:cs typeface="Albert Sans"/>
              <a:sym typeface="Albert Sans"/>
            </a:endParaRPr>
          </a:p>
        </p:txBody>
      </p:sp>
      <p:sp>
        <p:nvSpPr>
          <p:cNvPr id="618" name="Google Shape;618;p40"/>
          <p:cNvSpPr/>
          <p:nvPr/>
        </p:nvSpPr>
        <p:spPr>
          <a:xfrm>
            <a:off x="292350" y="3772700"/>
            <a:ext cx="1590600" cy="979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-Hardware Product developer </a:t>
            </a:r>
            <a:endParaRPr b="1" sz="1000">
              <a:solidFill>
                <a:schemeClr val="lt1"/>
              </a:solidFill>
              <a:latin typeface="Albert Sans"/>
              <a:ea typeface="Albert Sans"/>
              <a:cs typeface="Albert Sans"/>
              <a:sym typeface="Albert Sans"/>
            </a:endParaRPr>
          </a:p>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 Mechanical Engineer at Heart </a:t>
            </a:r>
            <a:endParaRPr b="1" sz="1000">
              <a:solidFill>
                <a:schemeClr val="lt1"/>
              </a:solidFill>
              <a:latin typeface="Albert Sans"/>
              <a:ea typeface="Albert Sans"/>
              <a:cs typeface="Albert Sans"/>
              <a:sym typeface="Albert Sans"/>
            </a:endParaRPr>
          </a:p>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 Consumer Goods Background</a:t>
            </a:r>
            <a:endParaRPr>
              <a:latin typeface="Albert Sans"/>
              <a:ea typeface="Albert Sans"/>
              <a:cs typeface="Albert Sans"/>
              <a:sym typeface="Albert Sans"/>
            </a:endParaRPr>
          </a:p>
        </p:txBody>
      </p:sp>
      <p:sp>
        <p:nvSpPr>
          <p:cNvPr id="619" name="Google Shape;619;p40"/>
          <p:cNvSpPr/>
          <p:nvPr/>
        </p:nvSpPr>
        <p:spPr>
          <a:xfrm>
            <a:off x="2024450" y="3142725"/>
            <a:ext cx="1590600" cy="527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Albert Sans"/>
                <a:ea typeface="Albert Sans"/>
                <a:cs typeface="Albert Sans"/>
                <a:sym typeface="Albert Sans"/>
              </a:rPr>
              <a:t>Mihir Kavishwar</a:t>
            </a:r>
            <a:endParaRPr b="1">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1200">
                <a:solidFill>
                  <a:schemeClr val="lt1"/>
                </a:solidFill>
                <a:latin typeface="Albert Sans"/>
                <a:ea typeface="Albert Sans"/>
                <a:cs typeface="Albert Sans"/>
                <a:sym typeface="Albert Sans"/>
              </a:rPr>
              <a:t>CFO</a:t>
            </a:r>
            <a:endParaRPr sz="1200">
              <a:solidFill>
                <a:schemeClr val="lt1"/>
              </a:solidFill>
              <a:latin typeface="Albert Sans"/>
              <a:ea typeface="Albert Sans"/>
              <a:cs typeface="Albert Sans"/>
              <a:sym typeface="Albert Sans"/>
            </a:endParaRPr>
          </a:p>
        </p:txBody>
      </p:sp>
      <p:sp>
        <p:nvSpPr>
          <p:cNvPr id="620" name="Google Shape;620;p40"/>
          <p:cNvSpPr/>
          <p:nvPr/>
        </p:nvSpPr>
        <p:spPr>
          <a:xfrm>
            <a:off x="3666175" y="3097750"/>
            <a:ext cx="1773300" cy="572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Albert Sans"/>
                <a:ea typeface="Albert Sans"/>
                <a:cs typeface="Albert Sans"/>
                <a:sym typeface="Albert Sans"/>
              </a:rPr>
              <a:t>Shruti Kalyanaraman</a:t>
            </a:r>
            <a:endParaRPr b="1">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1200">
                <a:solidFill>
                  <a:schemeClr val="lt1"/>
                </a:solidFill>
                <a:latin typeface="Albert Sans"/>
                <a:ea typeface="Albert Sans"/>
                <a:cs typeface="Albert Sans"/>
                <a:sym typeface="Albert Sans"/>
              </a:rPr>
              <a:t>CPO</a:t>
            </a:r>
            <a:endParaRPr sz="1200">
              <a:solidFill>
                <a:schemeClr val="lt1"/>
              </a:solidFill>
              <a:latin typeface="Albert Sans"/>
              <a:ea typeface="Albert Sans"/>
              <a:cs typeface="Albert Sans"/>
              <a:sym typeface="Albert Sans"/>
            </a:endParaRPr>
          </a:p>
        </p:txBody>
      </p:sp>
      <p:sp>
        <p:nvSpPr>
          <p:cNvPr id="621" name="Google Shape;621;p40"/>
          <p:cNvSpPr/>
          <p:nvPr/>
        </p:nvSpPr>
        <p:spPr>
          <a:xfrm>
            <a:off x="5479475" y="3142725"/>
            <a:ext cx="1590600" cy="527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Albert Sans"/>
                <a:ea typeface="Albert Sans"/>
                <a:cs typeface="Albert Sans"/>
                <a:sym typeface="Albert Sans"/>
              </a:rPr>
              <a:t>Rachana</a:t>
            </a:r>
            <a:endParaRPr b="1">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1200">
                <a:solidFill>
                  <a:schemeClr val="lt1"/>
                </a:solidFill>
                <a:latin typeface="Albert Sans"/>
                <a:ea typeface="Albert Sans"/>
                <a:cs typeface="Albert Sans"/>
                <a:sym typeface="Albert Sans"/>
              </a:rPr>
              <a:t>CMO</a:t>
            </a:r>
            <a:endParaRPr sz="1200">
              <a:solidFill>
                <a:schemeClr val="lt1"/>
              </a:solidFill>
              <a:latin typeface="Albert Sans"/>
              <a:ea typeface="Albert Sans"/>
              <a:cs typeface="Albert Sans"/>
              <a:sym typeface="Albert Sans"/>
            </a:endParaRPr>
          </a:p>
        </p:txBody>
      </p:sp>
      <p:sp>
        <p:nvSpPr>
          <p:cNvPr id="622" name="Google Shape;622;p40"/>
          <p:cNvSpPr/>
          <p:nvPr/>
        </p:nvSpPr>
        <p:spPr>
          <a:xfrm>
            <a:off x="7207388" y="3142725"/>
            <a:ext cx="1590600" cy="527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Albert Sans"/>
                <a:ea typeface="Albert Sans"/>
                <a:cs typeface="Albert Sans"/>
                <a:sym typeface="Albert Sans"/>
              </a:rPr>
              <a:t>William Lopez</a:t>
            </a:r>
            <a:endParaRPr b="1">
              <a:solidFill>
                <a:schemeClr val="lt1"/>
              </a:solidFill>
              <a:latin typeface="Albert Sans"/>
              <a:ea typeface="Albert Sans"/>
              <a:cs typeface="Albert Sans"/>
              <a:sym typeface="Albert Sans"/>
            </a:endParaRPr>
          </a:p>
          <a:p>
            <a:pPr indent="0" lvl="0" marL="0" rtl="0" algn="ctr">
              <a:spcBef>
                <a:spcPts val="0"/>
              </a:spcBef>
              <a:spcAft>
                <a:spcPts val="0"/>
              </a:spcAft>
              <a:buNone/>
            </a:pPr>
            <a:r>
              <a:rPr lang="en" sz="1200">
                <a:solidFill>
                  <a:schemeClr val="lt1"/>
                </a:solidFill>
                <a:latin typeface="Albert Sans"/>
                <a:ea typeface="Albert Sans"/>
                <a:cs typeface="Albert Sans"/>
                <a:sym typeface="Albert Sans"/>
              </a:rPr>
              <a:t>COO</a:t>
            </a:r>
            <a:endParaRPr>
              <a:latin typeface="Albert Sans"/>
              <a:ea typeface="Albert Sans"/>
              <a:cs typeface="Albert Sans"/>
              <a:sym typeface="Albert Sans"/>
            </a:endParaRPr>
          </a:p>
        </p:txBody>
      </p:sp>
      <p:sp>
        <p:nvSpPr>
          <p:cNvPr id="623" name="Google Shape;623;p40"/>
          <p:cNvSpPr/>
          <p:nvPr/>
        </p:nvSpPr>
        <p:spPr>
          <a:xfrm>
            <a:off x="2024450" y="3772700"/>
            <a:ext cx="1590600" cy="979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chemeClr val="lt1"/>
                </a:solidFill>
                <a:latin typeface="Albert Sans"/>
                <a:ea typeface="Albert Sans"/>
                <a:cs typeface="Albert Sans"/>
                <a:sym typeface="Albert Sans"/>
              </a:rPr>
              <a:t>- IoT and electronics engineer.</a:t>
            </a:r>
            <a:endParaRPr b="1" sz="900">
              <a:solidFill>
                <a:schemeClr val="lt1"/>
              </a:solidFill>
              <a:latin typeface="Albert Sans"/>
              <a:ea typeface="Albert Sans"/>
              <a:cs typeface="Albert Sans"/>
              <a:sym typeface="Albert Sans"/>
            </a:endParaRPr>
          </a:p>
          <a:p>
            <a:pPr indent="0" lvl="0" marL="0" rtl="0" algn="l">
              <a:spcBef>
                <a:spcPts val="0"/>
              </a:spcBef>
              <a:spcAft>
                <a:spcPts val="0"/>
              </a:spcAft>
              <a:buNone/>
            </a:pPr>
            <a:r>
              <a:rPr b="1" lang="en" sz="900">
                <a:solidFill>
                  <a:schemeClr val="lt1"/>
                </a:solidFill>
                <a:latin typeface="Albert Sans"/>
                <a:ea typeface="Albert Sans"/>
                <a:cs typeface="Albert Sans"/>
                <a:sym typeface="Albert Sans"/>
              </a:rPr>
              <a:t>- Software Engineering at MathWorks</a:t>
            </a:r>
            <a:endParaRPr b="1" sz="900">
              <a:solidFill>
                <a:schemeClr val="lt1"/>
              </a:solidFill>
              <a:latin typeface="Albert Sans"/>
              <a:ea typeface="Albert Sans"/>
              <a:cs typeface="Albert Sans"/>
              <a:sym typeface="Albert Sans"/>
            </a:endParaRPr>
          </a:p>
          <a:p>
            <a:pPr indent="0" lvl="0" marL="0" rtl="0" algn="l">
              <a:spcBef>
                <a:spcPts val="0"/>
              </a:spcBef>
              <a:spcAft>
                <a:spcPts val="0"/>
              </a:spcAft>
              <a:buNone/>
            </a:pPr>
            <a:r>
              <a:rPr b="1" lang="en" sz="900">
                <a:solidFill>
                  <a:schemeClr val="lt1"/>
                </a:solidFill>
                <a:latin typeface="Albert Sans"/>
                <a:ea typeface="Albert Sans"/>
                <a:cs typeface="Albert Sans"/>
                <a:sym typeface="Albert Sans"/>
              </a:rPr>
              <a:t>- Expert in Financial modelling</a:t>
            </a:r>
            <a:endParaRPr b="1" sz="900">
              <a:solidFill>
                <a:schemeClr val="lt1"/>
              </a:solidFill>
              <a:latin typeface="Albert Sans"/>
              <a:ea typeface="Albert Sans"/>
              <a:cs typeface="Albert Sans"/>
              <a:sym typeface="Albert Sans"/>
            </a:endParaRPr>
          </a:p>
        </p:txBody>
      </p:sp>
      <p:sp>
        <p:nvSpPr>
          <p:cNvPr id="624" name="Google Shape;624;p40"/>
          <p:cNvSpPr/>
          <p:nvPr/>
        </p:nvSpPr>
        <p:spPr>
          <a:xfrm>
            <a:off x="3655925" y="3772700"/>
            <a:ext cx="1687800" cy="9792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 Product Management</a:t>
            </a:r>
            <a:endParaRPr b="1" sz="1000">
              <a:solidFill>
                <a:schemeClr val="lt1"/>
              </a:solidFill>
              <a:latin typeface="Albert Sans"/>
              <a:ea typeface="Albert Sans"/>
              <a:cs typeface="Albert Sans"/>
              <a:sym typeface="Albert Sans"/>
            </a:endParaRPr>
          </a:p>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 Decision Making</a:t>
            </a:r>
            <a:endParaRPr b="1" sz="1000">
              <a:solidFill>
                <a:schemeClr val="lt1"/>
              </a:solidFill>
              <a:latin typeface="Albert Sans"/>
              <a:ea typeface="Albert Sans"/>
              <a:cs typeface="Albert Sans"/>
              <a:sym typeface="Albert Sans"/>
            </a:endParaRPr>
          </a:p>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 Market &amp; Customer Insights </a:t>
            </a:r>
            <a:endParaRPr b="1" sz="1000">
              <a:solidFill>
                <a:schemeClr val="accent5"/>
              </a:solidFill>
              <a:latin typeface="Albert Sans"/>
              <a:ea typeface="Albert Sans"/>
              <a:cs typeface="Albert Sans"/>
              <a:sym typeface="Albert Sans"/>
            </a:endParaRPr>
          </a:p>
        </p:txBody>
      </p:sp>
      <p:sp>
        <p:nvSpPr>
          <p:cNvPr id="625" name="Google Shape;625;p40"/>
          <p:cNvSpPr/>
          <p:nvPr/>
        </p:nvSpPr>
        <p:spPr>
          <a:xfrm>
            <a:off x="5481975" y="3772700"/>
            <a:ext cx="1590600" cy="979200"/>
          </a:xfrm>
          <a:prstGeom prst="roundRect">
            <a:avLst>
              <a:gd fmla="val 16667" name="adj"/>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-Technical</a:t>
            </a:r>
            <a:r>
              <a:rPr b="1" lang="en" sz="1000">
                <a:solidFill>
                  <a:schemeClr val="lt1"/>
                </a:solidFill>
                <a:latin typeface="Albert Sans"/>
                <a:ea typeface="Albert Sans"/>
                <a:cs typeface="Albert Sans"/>
                <a:sym typeface="Albert Sans"/>
              </a:rPr>
              <a:t> </a:t>
            </a:r>
            <a:r>
              <a:rPr b="1" lang="en" sz="1000">
                <a:solidFill>
                  <a:schemeClr val="lt1"/>
                </a:solidFill>
                <a:latin typeface="Albert Sans"/>
                <a:ea typeface="Albert Sans"/>
                <a:cs typeface="Albert Sans"/>
                <a:sym typeface="Albert Sans"/>
              </a:rPr>
              <a:t>Expertise</a:t>
            </a:r>
            <a:endParaRPr b="1" sz="1000">
              <a:solidFill>
                <a:schemeClr val="lt1"/>
              </a:solidFill>
              <a:latin typeface="Albert Sans"/>
              <a:ea typeface="Albert Sans"/>
              <a:cs typeface="Albert Sans"/>
              <a:sym typeface="Albert Sans"/>
            </a:endParaRPr>
          </a:p>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-Marketing Savvy</a:t>
            </a:r>
            <a:endParaRPr b="1" sz="1000">
              <a:solidFill>
                <a:schemeClr val="lt1"/>
              </a:solidFill>
              <a:latin typeface="Albert Sans"/>
              <a:ea typeface="Albert Sans"/>
              <a:cs typeface="Albert Sans"/>
              <a:sym typeface="Albert Sans"/>
            </a:endParaRPr>
          </a:p>
          <a:p>
            <a:pPr indent="0" lvl="0" marL="0" rtl="0" algn="l">
              <a:spcBef>
                <a:spcPts val="0"/>
              </a:spcBef>
              <a:spcAft>
                <a:spcPts val="0"/>
              </a:spcAft>
              <a:buNone/>
            </a:pPr>
            <a:r>
              <a:rPr b="1" lang="en" sz="1000">
                <a:solidFill>
                  <a:schemeClr val="lt1"/>
                </a:solidFill>
                <a:latin typeface="Albert Sans"/>
                <a:ea typeface="Albert Sans"/>
                <a:cs typeface="Albert Sans"/>
                <a:sym typeface="Albert Sans"/>
              </a:rPr>
              <a:t>-Energy Industry        Experience</a:t>
            </a:r>
            <a:endParaRPr sz="1000">
              <a:latin typeface="Albert Sans"/>
              <a:ea typeface="Albert Sans"/>
              <a:cs typeface="Albert Sans"/>
              <a:sym typeface="Albert Sans"/>
            </a:endParaRPr>
          </a:p>
        </p:txBody>
      </p:sp>
      <p:sp>
        <p:nvSpPr>
          <p:cNvPr id="626" name="Google Shape;626;p40"/>
          <p:cNvSpPr/>
          <p:nvPr/>
        </p:nvSpPr>
        <p:spPr>
          <a:xfrm>
            <a:off x="7210725" y="3773000"/>
            <a:ext cx="1590600" cy="979200"/>
          </a:xfrm>
          <a:prstGeom prst="roundRect">
            <a:avLst>
              <a:gd fmla="val 16667" name="adj"/>
            </a:avLst>
          </a:prstGeom>
          <a:solidFill>
            <a:schemeClr val="lt2"/>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000">
                <a:solidFill>
                  <a:schemeClr val="lt1"/>
                </a:solidFill>
                <a:latin typeface="Albert Sans"/>
                <a:ea typeface="Albert Sans"/>
                <a:cs typeface="Albert Sans"/>
                <a:sym typeface="Albert Sans"/>
              </a:rPr>
              <a:t>- Operations Leader in Aerospace Industry</a:t>
            </a:r>
            <a:endParaRPr b="1" sz="1000">
              <a:solidFill>
                <a:schemeClr val="lt1"/>
              </a:solidFill>
              <a:latin typeface="Albert Sans"/>
              <a:ea typeface="Albert Sans"/>
              <a:cs typeface="Albert Sans"/>
              <a:sym typeface="Albert Sans"/>
            </a:endParaRPr>
          </a:p>
          <a:p>
            <a:pPr indent="0" lvl="0" marL="0" marR="0" rtl="0" algn="l">
              <a:lnSpc>
                <a:spcPct val="100000"/>
              </a:lnSpc>
              <a:spcBef>
                <a:spcPts val="0"/>
              </a:spcBef>
              <a:spcAft>
                <a:spcPts val="0"/>
              </a:spcAft>
              <a:buNone/>
            </a:pPr>
            <a:r>
              <a:rPr b="1" lang="en" sz="1000">
                <a:solidFill>
                  <a:schemeClr val="lt1"/>
                </a:solidFill>
                <a:latin typeface="Albert Sans"/>
                <a:ea typeface="Albert Sans"/>
                <a:cs typeface="Albert Sans"/>
                <a:sym typeface="Albert Sans"/>
              </a:rPr>
              <a:t>- Mechanical Engineering Background</a:t>
            </a:r>
            <a:endParaRPr b="1" sz="1000">
              <a:solidFill>
                <a:schemeClr val="lt1"/>
              </a:solidFill>
              <a:latin typeface="Albert Sans"/>
              <a:ea typeface="Albert Sans"/>
              <a:cs typeface="Albert Sans"/>
              <a:sym typeface="Albert Sans"/>
            </a:endParaRPr>
          </a:p>
        </p:txBody>
      </p:sp>
      <p:pic>
        <p:nvPicPr>
          <p:cNvPr id="627" name="Google Shape;627;p40"/>
          <p:cNvPicPr preferRelativeResize="0"/>
          <p:nvPr/>
        </p:nvPicPr>
        <p:blipFill rotWithShape="1">
          <a:blip r:embed="rId3">
            <a:alphaModFix/>
          </a:blip>
          <a:srcRect b="5861" l="0" r="0" t="5861"/>
          <a:stretch/>
        </p:blipFill>
        <p:spPr>
          <a:xfrm>
            <a:off x="1980203" y="1615738"/>
            <a:ext cx="1423200" cy="1424700"/>
          </a:xfrm>
          <a:prstGeom prst="ellipse">
            <a:avLst/>
          </a:prstGeom>
          <a:noFill/>
          <a:ln>
            <a:noFill/>
          </a:ln>
        </p:spPr>
      </p:pic>
      <p:pic>
        <p:nvPicPr>
          <p:cNvPr id="628" name="Google Shape;628;p40"/>
          <p:cNvPicPr preferRelativeResize="0"/>
          <p:nvPr/>
        </p:nvPicPr>
        <p:blipFill rotWithShape="1">
          <a:blip r:embed="rId4">
            <a:alphaModFix/>
          </a:blip>
          <a:srcRect b="15192" l="20987" r="18582" t="4466"/>
          <a:stretch/>
        </p:blipFill>
        <p:spPr>
          <a:xfrm>
            <a:off x="3749878" y="1579138"/>
            <a:ext cx="1423200" cy="1424700"/>
          </a:xfrm>
          <a:prstGeom prst="ellipse">
            <a:avLst/>
          </a:prstGeom>
          <a:noFill/>
          <a:ln>
            <a:noFill/>
          </a:ln>
        </p:spPr>
      </p:pic>
      <p:pic>
        <p:nvPicPr>
          <p:cNvPr id="629" name="Google Shape;629;p40"/>
          <p:cNvPicPr preferRelativeResize="0"/>
          <p:nvPr/>
        </p:nvPicPr>
        <p:blipFill rotWithShape="1">
          <a:blip r:embed="rId5">
            <a:alphaModFix/>
          </a:blip>
          <a:srcRect b="0" l="49" r="59" t="0"/>
          <a:stretch/>
        </p:blipFill>
        <p:spPr>
          <a:xfrm>
            <a:off x="7291103" y="1615450"/>
            <a:ext cx="1423200" cy="1424700"/>
          </a:xfrm>
          <a:prstGeom prst="ellipse">
            <a:avLst/>
          </a:prstGeom>
          <a:noFill/>
          <a:ln>
            <a:noFill/>
          </a:ln>
        </p:spPr>
      </p:pic>
      <p:pic>
        <p:nvPicPr>
          <p:cNvPr id="630" name="Google Shape;630;p40"/>
          <p:cNvPicPr preferRelativeResize="0"/>
          <p:nvPr/>
        </p:nvPicPr>
        <p:blipFill>
          <a:blip r:embed="rId6">
            <a:alphaModFix/>
          </a:blip>
          <a:stretch>
            <a:fillRect/>
          </a:stretch>
        </p:blipFill>
        <p:spPr>
          <a:xfrm>
            <a:off x="5519541" y="1656400"/>
            <a:ext cx="1687858" cy="1424700"/>
          </a:xfrm>
          <a:prstGeom prst="rect">
            <a:avLst/>
          </a:prstGeom>
          <a:noFill/>
          <a:ln>
            <a:noFill/>
          </a:ln>
        </p:spPr>
      </p:pic>
      <p:pic>
        <p:nvPicPr>
          <p:cNvPr id="631" name="Google Shape;631;p40"/>
          <p:cNvPicPr preferRelativeResize="0"/>
          <p:nvPr/>
        </p:nvPicPr>
        <p:blipFill rotWithShape="1">
          <a:blip r:embed="rId7">
            <a:alphaModFix/>
          </a:blip>
          <a:srcRect b="3781" l="10815" r="10815" t="3771"/>
          <a:stretch/>
        </p:blipFill>
        <p:spPr>
          <a:xfrm>
            <a:off x="382725" y="1579150"/>
            <a:ext cx="1423200" cy="1424700"/>
          </a:xfrm>
          <a:prstGeom prst="ellipse">
            <a:avLst/>
          </a:prstGeom>
          <a:noFill/>
          <a:ln>
            <a:noFill/>
          </a:ln>
        </p:spPr>
      </p:pic>
      <p:pic>
        <p:nvPicPr>
          <p:cNvPr id="632" name="Google Shape;632;p40"/>
          <p:cNvPicPr preferRelativeResize="0"/>
          <p:nvPr/>
        </p:nvPicPr>
        <p:blipFill>
          <a:blip r:embed="rId8">
            <a:alphaModFix/>
          </a:blip>
          <a:stretch>
            <a:fillRect/>
          </a:stretch>
        </p:blipFill>
        <p:spPr>
          <a:xfrm>
            <a:off x="3748050" y="1523475"/>
            <a:ext cx="1687800" cy="1536050"/>
          </a:xfrm>
          <a:prstGeom prst="rect">
            <a:avLst/>
          </a:prstGeom>
          <a:noFill/>
          <a:ln>
            <a:noFill/>
          </a:ln>
        </p:spPr>
      </p:pic>
      <p:sp>
        <p:nvSpPr>
          <p:cNvPr id="633" name="Google Shape;633;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Ask: </a:t>
            </a:r>
            <a:r>
              <a:rPr lang="en"/>
              <a:t>3M for 5%</a:t>
            </a:r>
            <a:r>
              <a:rPr lang="en"/>
              <a:t> </a:t>
            </a:r>
            <a:endParaRPr/>
          </a:p>
        </p:txBody>
      </p:sp>
      <p:sp>
        <p:nvSpPr>
          <p:cNvPr id="639" name="Google Shape;639;p41"/>
          <p:cNvSpPr txBox="1"/>
          <p:nvPr/>
        </p:nvSpPr>
        <p:spPr>
          <a:xfrm>
            <a:off x="6450172" y="2210793"/>
            <a:ext cx="19752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Incentives for investors.</a:t>
            </a:r>
            <a:endParaRPr>
              <a:solidFill>
                <a:schemeClr val="dk1"/>
              </a:solidFill>
              <a:latin typeface="Albert Sans"/>
              <a:ea typeface="Albert Sans"/>
              <a:cs typeface="Albert Sans"/>
              <a:sym typeface="Albert Sans"/>
            </a:endParaRPr>
          </a:p>
        </p:txBody>
      </p:sp>
      <p:sp>
        <p:nvSpPr>
          <p:cNvPr id="640" name="Google Shape;640;p41"/>
          <p:cNvSpPr txBox="1"/>
          <p:nvPr/>
        </p:nvSpPr>
        <p:spPr>
          <a:xfrm>
            <a:off x="32828" y="2210793"/>
            <a:ext cx="19752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Hiring talent for outreach and marketing.</a:t>
            </a:r>
            <a:endParaRPr>
              <a:solidFill>
                <a:schemeClr val="dk1"/>
              </a:solidFill>
              <a:latin typeface="Albert Sans"/>
              <a:ea typeface="Albert Sans"/>
              <a:cs typeface="Albert Sans"/>
              <a:sym typeface="Albert Sans"/>
            </a:endParaRPr>
          </a:p>
        </p:txBody>
      </p:sp>
      <p:sp>
        <p:nvSpPr>
          <p:cNvPr id="641" name="Google Shape;641;p41"/>
          <p:cNvSpPr txBox="1"/>
          <p:nvPr/>
        </p:nvSpPr>
        <p:spPr>
          <a:xfrm>
            <a:off x="34303" y="3924103"/>
            <a:ext cx="19752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Systems, office space and testing equipment.</a:t>
            </a:r>
            <a:endParaRPr>
              <a:solidFill>
                <a:schemeClr val="dk1"/>
              </a:solidFill>
              <a:latin typeface="Albert Sans"/>
              <a:ea typeface="Albert Sans"/>
              <a:cs typeface="Albert Sans"/>
              <a:sym typeface="Albert Sans"/>
            </a:endParaRPr>
          </a:p>
        </p:txBody>
      </p:sp>
      <p:sp>
        <p:nvSpPr>
          <p:cNvPr id="642" name="Google Shape;642;p41"/>
          <p:cNvSpPr txBox="1"/>
          <p:nvPr/>
        </p:nvSpPr>
        <p:spPr>
          <a:xfrm>
            <a:off x="6450172" y="3828178"/>
            <a:ext cx="1975200" cy="48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Legal and consultation fees, accounting.</a:t>
            </a:r>
            <a:endParaRPr>
              <a:solidFill>
                <a:schemeClr val="dk1"/>
              </a:solidFill>
              <a:latin typeface="Albert Sans"/>
              <a:ea typeface="Albert Sans"/>
              <a:cs typeface="Albert Sans"/>
              <a:sym typeface="Albert Sans"/>
            </a:endParaRPr>
          </a:p>
        </p:txBody>
      </p:sp>
      <p:sp>
        <p:nvSpPr>
          <p:cNvPr id="643" name="Google Shape;643;p41"/>
          <p:cNvSpPr txBox="1"/>
          <p:nvPr/>
        </p:nvSpPr>
        <p:spPr>
          <a:xfrm>
            <a:off x="31328" y="2003406"/>
            <a:ext cx="19782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Albert Sans"/>
                <a:ea typeface="Albert Sans"/>
                <a:cs typeface="Albert Sans"/>
                <a:sym typeface="Albert Sans"/>
              </a:rPr>
              <a:t>Hiring</a:t>
            </a:r>
            <a:endParaRPr b="1" sz="2400">
              <a:solidFill>
                <a:schemeClr val="dk2"/>
              </a:solidFill>
              <a:latin typeface="Albert Sans"/>
              <a:ea typeface="Albert Sans"/>
              <a:cs typeface="Albert Sans"/>
              <a:sym typeface="Albert Sans"/>
            </a:endParaRPr>
          </a:p>
        </p:txBody>
      </p:sp>
      <p:sp>
        <p:nvSpPr>
          <p:cNvPr id="644" name="Google Shape;644;p41"/>
          <p:cNvSpPr txBox="1"/>
          <p:nvPr/>
        </p:nvSpPr>
        <p:spPr>
          <a:xfrm>
            <a:off x="6448672" y="2003406"/>
            <a:ext cx="19782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Albert Sans"/>
                <a:ea typeface="Albert Sans"/>
                <a:cs typeface="Albert Sans"/>
                <a:sym typeface="Albert Sans"/>
              </a:rPr>
              <a:t>ROI</a:t>
            </a:r>
            <a:endParaRPr b="1" sz="2400">
              <a:solidFill>
                <a:schemeClr val="dk2"/>
              </a:solidFill>
              <a:latin typeface="Albert Sans"/>
              <a:ea typeface="Albert Sans"/>
              <a:cs typeface="Albert Sans"/>
              <a:sym typeface="Albert Sans"/>
            </a:endParaRPr>
          </a:p>
        </p:txBody>
      </p:sp>
      <p:sp>
        <p:nvSpPr>
          <p:cNvPr id="645" name="Google Shape;645;p41"/>
          <p:cNvSpPr txBox="1"/>
          <p:nvPr/>
        </p:nvSpPr>
        <p:spPr>
          <a:xfrm>
            <a:off x="31325" y="3695850"/>
            <a:ext cx="22908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Albert Sans"/>
                <a:ea typeface="Albert Sans"/>
                <a:cs typeface="Albert Sans"/>
                <a:sym typeface="Albert Sans"/>
              </a:rPr>
              <a:t>Infrastructure</a:t>
            </a:r>
            <a:endParaRPr b="1" sz="2400">
              <a:solidFill>
                <a:schemeClr val="dk2"/>
              </a:solidFill>
              <a:latin typeface="Albert Sans"/>
              <a:ea typeface="Albert Sans"/>
              <a:cs typeface="Albert Sans"/>
              <a:sym typeface="Albert Sans"/>
            </a:endParaRPr>
          </a:p>
        </p:txBody>
      </p:sp>
      <p:sp>
        <p:nvSpPr>
          <p:cNvPr id="646" name="Google Shape;646;p41"/>
          <p:cNvSpPr txBox="1"/>
          <p:nvPr/>
        </p:nvSpPr>
        <p:spPr>
          <a:xfrm>
            <a:off x="6448672" y="3619653"/>
            <a:ext cx="1978200" cy="377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Albert Sans"/>
                <a:ea typeface="Albert Sans"/>
                <a:cs typeface="Albert Sans"/>
                <a:sym typeface="Albert Sans"/>
              </a:rPr>
              <a:t>Other</a:t>
            </a:r>
            <a:endParaRPr b="1" sz="2400">
              <a:solidFill>
                <a:schemeClr val="dk2"/>
              </a:solidFill>
              <a:latin typeface="Albert Sans"/>
              <a:ea typeface="Albert Sans"/>
              <a:cs typeface="Albert Sans"/>
              <a:sym typeface="Albert Sans"/>
            </a:endParaRPr>
          </a:p>
        </p:txBody>
      </p:sp>
      <p:sp>
        <p:nvSpPr>
          <p:cNvPr id="647" name="Google Shape;647;p41"/>
          <p:cNvSpPr/>
          <p:nvPr/>
        </p:nvSpPr>
        <p:spPr>
          <a:xfrm rot="5400000">
            <a:off x="7084072" y="1260564"/>
            <a:ext cx="707400" cy="707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1"/>
          <p:cNvSpPr/>
          <p:nvPr/>
        </p:nvSpPr>
        <p:spPr>
          <a:xfrm rot="5400000">
            <a:off x="666728" y="1260564"/>
            <a:ext cx="707400" cy="707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1"/>
          <p:cNvSpPr/>
          <p:nvPr/>
        </p:nvSpPr>
        <p:spPr>
          <a:xfrm rot="5400000">
            <a:off x="666728" y="2956149"/>
            <a:ext cx="707400" cy="707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1"/>
          <p:cNvSpPr/>
          <p:nvPr/>
        </p:nvSpPr>
        <p:spPr>
          <a:xfrm rot="5400000">
            <a:off x="7084072" y="2879949"/>
            <a:ext cx="707400" cy="70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1"/>
          <p:cNvSpPr txBox="1"/>
          <p:nvPr/>
        </p:nvSpPr>
        <p:spPr>
          <a:xfrm>
            <a:off x="532928" y="1388514"/>
            <a:ext cx="975000" cy="45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Albert Sans"/>
                <a:ea typeface="Albert Sans"/>
                <a:cs typeface="Albert Sans"/>
                <a:sym typeface="Albert Sans"/>
              </a:rPr>
              <a:t>70</a:t>
            </a:r>
            <a:r>
              <a:rPr b="1" lang="en" sz="2200">
                <a:solidFill>
                  <a:schemeClr val="lt1"/>
                </a:solidFill>
                <a:latin typeface="Albert Sans"/>
                <a:ea typeface="Albert Sans"/>
                <a:cs typeface="Albert Sans"/>
                <a:sym typeface="Albert Sans"/>
              </a:rPr>
              <a:t>%</a:t>
            </a:r>
            <a:endParaRPr b="1" sz="2200">
              <a:solidFill>
                <a:schemeClr val="lt1"/>
              </a:solidFill>
              <a:latin typeface="Albert Sans"/>
              <a:ea typeface="Albert Sans"/>
              <a:cs typeface="Albert Sans"/>
              <a:sym typeface="Albert Sans"/>
            </a:endParaRPr>
          </a:p>
        </p:txBody>
      </p:sp>
      <p:sp>
        <p:nvSpPr>
          <p:cNvPr id="652" name="Google Shape;652;p41"/>
          <p:cNvSpPr txBox="1"/>
          <p:nvPr/>
        </p:nvSpPr>
        <p:spPr>
          <a:xfrm>
            <a:off x="532928" y="3084099"/>
            <a:ext cx="975000" cy="45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Albert Sans"/>
                <a:ea typeface="Albert Sans"/>
                <a:cs typeface="Albert Sans"/>
                <a:sym typeface="Albert Sans"/>
              </a:rPr>
              <a:t>28</a:t>
            </a:r>
            <a:r>
              <a:rPr b="1" lang="en" sz="2200">
                <a:solidFill>
                  <a:schemeClr val="lt1"/>
                </a:solidFill>
                <a:latin typeface="Albert Sans"/>
                <a:ea typeface="Albert Sans"/>
                <a:cs typeface="Albert Sans"/>
                <a:sym typeface="Albert Sans"/>
              </a:rPr>
              <a:t>%</a:t>
            </a:r>
            <a:endParaRPr b="1" sz="2200">
              <a:solidFill>
                <a:schemeClr val="lt1"/>
              </a:solidFill>
              <a:latin typeface="Albert Sans"/>
              <a:ea typeface="Albert Sans"/>
              <a:cs typeface="Albert Sans"/>
              <a:sym typeface="Albert Sans"/>
            </a:endParaRPr>
          </a:p>
        </p:txBody>
      </p:sp>
      <p:sp>
        <p:nvSpPr>
          <p:cNvPr id="653" name="Google Shape;653;p41"/>
          <p:cNvSpPr txBox="1"/>
          <p:nvPr/>
        </p:nvSpPr>
        <p:spPr>
          <a:xfrm>
            <a:off x="6950272" y="1388514"/>
            <a:ext cx="975000" cy="45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Albert Sans"/>
                <a:ea typeface="Albert Sans"/>
                <a:cs typeface="Albert Sans"/>
                <a:sym typeface="Albert Sans"/>
              </a:rPr>
              <a:t>122%</a:t>
            </a:r>
            <a:endParaRPr b="1" sz="2200">
              <a:solidFill>
                <a:schemeClr val="lt1"/>
              </a:solidFill>
              <a:latin typeface="Albert Sans"/>
              <a:ea typeface="Albert Sans"/>
              <a:cs typeface="Albert Sans"/>
              <a:sym typeface="Albert Sans"/>
            </a:endParaRPr>
          </a:p>
        </p:txBody>
      </p:sp>
      <p:sp>
        <p:nvSpPr>
          <p:cNvPr id="654" name="Google Shape;654;p41"/>
          <p:cNvSpPr txBox="1"/>
          <p:nvPr/>
        </p:nvSpPr>
        <p:spPr>
          <a:xfrm>
            <a:off x="6950272" y="3007899"/>
            <a:ext cx="975000" cy="45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lt1"/>
                </a:solidFill>
                <a:latin typeface="Albert Sans"/>
                <a:ea typeface="Albert Sans"/>
                <a:cs typeface="Albert Sans"/>
                <a:sym typeface="Albert Sans"/>
              </a:rPr>
              <a:t>2</a:t>
            </a:r>
            <a:r>
              <a:rPr b="1" lang="en" sz="2200">
                <a:solidFill>
                  <a:schemeClr val="lt1"/>
                </a:solidFill>
                <a:latin typeface="Albert Sans"/>
                <a:ea typeface="Albert Sans"/>
                <a:cs typeface="Albert Sans"/>
                <a:sym typeface="Albert Sans"/>
              </a:rPr>
              <a:t>%</a:t>
            </a:r>
            <a:endParaRPr b="1" sz="2200">
              <a:solidFill>
                <a:schemeClr val="lt1"/>
              </a:solidFill>
              <a:latin typeface="Albert Sans"/>
              <a:ea typeface="Albert Sans"/>
              <a:cs typeface="Albert Sans"/>
              <a:sym typeface="Albert Sans"/>
            </a:endParaRPr>
          </a:p>
        </p:txBody>
      </p:sp>
      <p:grpSp>
        <p:nvGrpSpPr>
          <p:cNvPr id="655" name="Google Shape;655;p41"/>
          <p:cNvGrpSpPr/>
          <p:nvPr/>
        </p:nvGrpSpPr>
        <p:grpSpPr>
          <a:xfrm flipH="1">
            <a:off x="-311297" y="150024"/>
            <a:ext cx="1590595" cy="875375"/>
            <a:chOff x="6456464" y="3575600"/>
            <a:chExt cx="1004100" cy="552601"/>
          </a:xfrm>
        </p:grpSpPr>
        <p:sp>
          <p:nvSpPr>
            <p:cNvPr id="656" name="Google Shape;656;p41"/>
            <p:cNvSpPr/>
            <p:nvPr/>
          </p:nvSpPr>
          <p:spPr>
            <a:xfrm>
              <a:off x="6456464" y="3575601"/>
              <a:ext cx="1004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1"/>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 name="Google Shape;658;p41"/>
          <p:cNvGrpSpPr/>
          <p:nvPr/>
        </p:nvGrpSpPr>
        <p:grpSpPr>
          <a:xfrm flipH="1">
            <a:off x="-1110885" y="1025388"/>
            <a:ext cx="1249832" cy="707506"/>
            <a:chOff x="6456475" y="3575600"/>
            <a:chExt cx="976202" cy="552609"/>
          </a:xfrm>
        </p:grpSpPr>
        <p:sp>
          <p:nvSpPr>
            <p:cNvPr id="659" name="Google Shape;659;p41"/>
            <p:cNvSpPr/>
            <p:nvPr/>
          </p:nvSpPr>
          <p:spPr>
            <a:xfrm>
              <a:off x="6456477" y="3575609"/>
              <a:ext cx="976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1"/>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1" name="Google Shape;661;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2" name="Google Shape;662;p41"/>
          <p:cNvSpPr txBox="1"/>
          <p:nvPr>
            <p:ph idx="4294967295" type="subTitle"/>
          </p:nvPr>
        </p:nvSpPr>
        <p:spPr>
          <a:xfrm>
            <a:off x="6363175" y="4749850"/>
            <a:ext cx="1428300" cy="3936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 sz="1100">
                <a:solidFill>
                  <a:schemeClr val="lt2"/>
                </a:solidFill>
              </a:rPr>
              <a:t>Slide by Mihir</a:t>
            </a:r>
            <a:endParaRPr b="1" sz="1100"/>
          </a:p>
        </p:txBody>
      </p:sp>
      <p:pic>
        <p:nvPicPr>
          <p:cNvPr id="663" name="Google Shape;663;p41" title="Gráfico"/>
          <p:cNvPicPr preferRelativeResize="0"/>
          <p:nvPr/>
        </p:nvPicPr>
        <p:blipFill>
          <a:blip r:embed="rId3">
            <a:alphaModFix/>
          </a:blip>
          <a:stretch>
            <a:fillRect/>
          </a:stretch>
        </p:blipFill>
        <p:spPr>
          <a:xfrm>
            <a:off x="2322127" y="1308374"/>
            <a:ext cx="4235000" cy="4205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42"/>
          <p:cNvSpPr txBox="1"/>
          <p:nvPr>
            <p:ph type="title"/>
          </p:nvPr>
        </p:nvSpPr>
        <p:spPr>
          <a:xfrm>
            <a:off x="713275" y="540000"/>
            <a:ext cx="4448100" cy="130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669" name="Google Shape;669;p42"/>
          <p:cNvSpPr txBox="1"/>
          <p:nvPr>
            <p:ph idx="1" type="subTitle"/>
          </p:nvPr>
        </p:nvSpPr>
        <p:spPr>
          <a:xfrm>
            <a:off x="713225" y="1841450"/>
            <a:ext cx="4899000" cy="10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600">
                <a:solidFill>
                  <a:schemeClr val="dk2"/>
                </a:solidFill>
              </a:rPr>
              <a:t>Do you have any questions?</a:t>
            </a:r>
            <a:endParaRPr b="1" sz="1600">
              <a:solidFill>
                <a:schemeClr val="dk2"/>
              </a:solidFill>
            </a:endParaRPr>
          </a:p>
          <a:p>
            <a:pPr indent="0" lvl="0" marL="0" rtl="0" algn="l">
              <a:spcBef>
                <a:spcPts val="0"/>
              </a:spcBef>
              <a:spcAft>
                <a:spcPts val="0"/>
              </a:spcAft>
              <a:buNone/>
            </a:pPr>
            <a:r>
              <a:t/>
            </a:r>
            <a:endParaRPr b="1" sz="1600">
              <a:solidFill>
                <a:schemeClr val="dk2"/>
              </a:solidFill>
            </a:endParaRPr>
          </a:p>
          <a:p>
            <a:pPr indent="0" lvl="0" marL="0" rtl="0" algn="l">
              <a:spcBef>
                <a:spcPts val="0"/>
              </a:spcBef>
              <a:spcAft>
                <a:spcPts val="0"/>
              </a:spcAft>
              <a:buNone/>
            </a:pPr>
            <a:r>
              <a:rPr b="1" lang="en" sz="1600">
                <a:solidFill>
                  <a:schemeClr val="dk2"/>
                </a:solidFill>
              </a:rPr>
              <a:t>Details: </a:t>
            </a:r>
            <a:r>
              <a:rPr b="1" lang="en" sz="1600" u="sng">
                <a:solidFill>
                  <a:schemeClr val="hlink"/>
                </a:solidFill>
                <a:hlinkClick r:id="rId3"/>
              </a:rPr>
              <a:t>Team1: Overview of Commercialization</a:t>
            </a:r>
            <a:r>
              <a:rPr b="1" lang="en" sz="1600">
                <a:solidFill>
                  <a:schemeClr val="dk2"/>
                </a:solidFill>
              </a:rPr>
              <a:t> </a:t>
            </a:r>
            <a:endParaRPr b="1" sz="1600">
              <a:solidFill>
                <a:schemeClr val="dk2"/>
              </a:solidFill>
            </a:endParaRPr>
          </a:p>
        </p:txBody>
      </p:sp>
      <p:sp>
        <p:nvSpPr>
          <p:cNvPr id="670" name="Google Shape;670;p42"/>
          <p:cNvSpPr/>
          <p:nvPr/>
        </p:nvSpPr>
        <p:spPr>
          <a:xfrm flipH="1">
            <a:off x="-326999" y="3038800"/>
            <a:ext cx="4899000" cy="7074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1" name="Google Shape;671;p42"/>
          <p:cNvGrpSpPr/>
          <p:nvPr/>
        </p:nvGrpSpPr>
        <p:grpSpPr>
          <a:xfrm>
            <a:off x="6030920" y="1103972"/>
            <a:ext cx="4357122" cy="707497"/>
            <a:chOff x="6456475" y="3575600"/>
            <a:chExt cx="3403204" cy="552603"/>
          </a:xfrm>
        </p:grpSpPr>
        <p:sp>
          <p:nvSpPr>
            <p:cNvPr id="672" name="Google Shape;672;p42"/>
            <p:cNvSpPr/>
            <p:nvPr/>
          </p:nvSpPr>
          <p:spPr>
            <a:xfrm>
              <a:off x="6456479" y="3575603"/>
              <a:ext cx="3403200" cy="552600"/>
            </a:xfrm>
            <a:prstGeom prst="roundRect">
              <a:avLst>
                <a:gd fmla="val 50000" name="adj"/>
              </a:avLst>
            </a:prstGeom>
            <a:gradFill>
              <a:gsLst>
                <a:gs pos="0">
                  <a:schemeClr val="accent3"/>
                </a:gs>
                <a:gs pos="100000">
                  <a:schemeClr val="lt2"/>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2"/>
            <p:cNvSpPr/>
            <p:nvPr/>
          </p:nvSpPr>
          <p:spPr>
            <a:xfrm>
              <a:off x="6456475" y="3575600"/>
              <a:ext cx="552600" cy="552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 name="Google Shape;674;p42"/>
          <p:cNvGrpSpPr/>
          <p:nvPr/>
        </p:nvGrpSpPr>
        <p:grpSpPr>
          <a:xfrm>
            <a:off x="5015575" y="228600"/>
            <a:ext cx="5455165" cy="875381"/>
            <a:chOff x="6456469" y="3575596"/>
            <a:chExt cx="3443700" cy="552604"/>
          </a:xfrm>
        </p:grpSpPr>
        <p:sp>
          <p:nvSpPr>
            <p:cNvPr id="675" name="Google Shape;675;p42"/>
            <p:cNvSpPr/>
            <p:nvPr/>
          </p:nvSpPr>
          <p:spPr>
            <a:xfrm>
              <a:off x="6456469" y="3575596"/>
              <a:ext cx="34437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2"/>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 name="Google Shape;677;p42"/>
          <p:cNvGrpSpPr/>
          <p:nvPr/>
        </p:nvGrpSpPr>
        <p:grpSpPr>
          <a:xfrm>
            <a:off x="7099358" y="1811472"/>
            <a:ext cx="3759089" cy="707494"/>
            <a:chOff x="6456475" y="3575600"/>
            <a:chExt cx="2936100" cy="552600"/>
          </a:xfrm>
        </p:grpSpPr>
        <p:sp>
          <p:nvSpPr>
            <p:cNvPr id="678" name="Google Shape;678;p42"/>
            <p:cNvSpPr/>
            <p:nvPr/>
          </p:nvSpPr>
          <p:spPr>
            <a:xfrm>
              <a:off x="6456475" y="3575600"/>
              <a:ext cx="2936100" cy="552600"/>
            </a:xfrm>
            <a:prstGeom prst="roundRect">
              <a:avLst>
                <a:gd fmla="val 50000" name="adj"/>
              </a:avLst>
            </a:prstGeom>
            <a:gradFill>
              <a:gsLst>
                <a:gs pos="0">
                  <a:schemeClr val="lt2"/>
                </a:gs>
                <a:gs pos="100000">
                  <a:schemeClr val="accent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2"/>
            <p:cNvSpPr/>
            <p:nvPr/>
          </p:nvSpPr>
          <p:spPr>
            <a:xfrm>
              <a:off x="6456475" y="3575600"/>
              <a:ext cx="552600" cy="552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0" name="Google Shape;680;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Launch Product Crowdfunding Pitch Deck by Slidesgo">
  <a:themeElements>
    <a:clrScheme name="Simple Light">
      <a:dk1>
        <a:srgbClr val="191919"/>
      </a:dk1>
      <a:lt1>
        <a:srgbClr val="FFFFFF"/>
      </a:lt1>
      <a:dk2>
        <a:srgbClr val="002080"/>
      </a:dk2>
      <a:lt2>
        <a:srgbClr val="0336D0"/>
      </a:lt2>
      <a:accent1>
        <a:srgbClr val="1382DB"/>
      </a:accent1>
      <a:accent2>
        <a:srgbClr val="1FC2E1"/>
      </a:accent2>
      <a:accent3>
        <a:srgbClr val="08E0DB"/>
      </a:accent3>
      <a:accent4>
        <a:srgbClr val="03FCD5"/>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