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Raleway"/>
      <p:regular r:id="rId24"/>
      <p:bold r:id="rId25"/>
      <p:italic r:id="rId26"/>
      <p:boldItalic r:id="rId27"/>
    </p:embeddedFont>
    <p:embeddedFont>
      <p:font typeface="Roboto"/>
      <p:regular r:id="rId28"/>
      <p:bold r:id="rId29"/>
      <p:italic r:id="rId30"/>
      <p:boldItalic r:id="rId31"/>
    </p:embeddedFont>
    <p:embeddedFont>
      <p:font typeface="Roboto Medium"/>
      <p:regular r:id="rId32"/>
      <p:bold r:id="rId33"/>
      <p:italic r:id="rId34"/>
      <p:boldItalic r:id="rId35"/>
    </p:embeddedFont>
    <p:embeddedFont>
      <p:font typeface="Kanit Medium"/>
      <p:regular r:id="rId36"/>
      <p:bold r:id="rId37"/>
      <p:italic r:id="rId38"/>
      <p:boldItalic r:id="rId39"/>
    </p:embeddedFont>
    <p:embeddedFont>
      <p:font typeface="Bebas Neue"/>
      <p:regular r:id="rId40"/>
    </p:embeddedFont>
    <p:embeddedFont>
      <p:font typeface="Corbel"/>
      <p:regular r:id="rId41"/>
      <p:bold r:id="rId42"/>
      <p:italic r:id="rId43"/>
      <p:boldItalic r:id="rId44"/>
    </p:embeddedFont>
    <p:embeddedFont>
      <p:font typeface="PT Sans"/>
      <p:regular r:id="rId45"/>
      <p:bold r:id="rId46"/>
      <p:italic r:id="rId47"/>
      <p:boldItalic r:id="rId48"/>
    </p:embeddedFont>
    <p:embeddedFont>
      <p:font typeface="Kanit"/>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27">
          <p15:clr>
            <a:srgbClr val="747775"/>
          </p15:clr>
        </p15:guide>
        <p15:guide id="2" orient="horz" pos="975">
          <p15:clr>
            <a:srgbClr val="747775"/>
          </p15:clr>
        </p15:guide>
        <p15:guide id="3" orient="horz" pos="2337">
          <p15:clr>
            <a:srgbClr val="747775"/>
          </p15:clr>
        </p15:guide>
        <p15:guide id="4" orient="horz" pos="254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95261C1-B47D-4F3A-990F-1163A49DBA2E}">
  <a:tblStyle styleId="{C95261C1-B47D-4F3A-990F-1163A49DBA2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27" orient="horz"/>
        <p:guide pos="975" orient="horz"/>
        <p:guide pos="2337" orient="horz"/>
        <p:guide pos="254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ebasNeue-regular.fntdata"/><Relationship Id="rId42" Type="http://schemas.openxmlformats.org/officeDocument/2006/relationships/font" Target="fonts/Corbel-bold.fntdata"/><Relationship Id="rId41" Type="http://schemas.openxmlformats.org/officeDocument/2006/relationships/font" Target="fonts/Corbel-regular.fntdata"/><Relationship Id="rId44" Type="http://schemas.openxmlformats.org/officeDocument/2006/relationships/font" Target="fonts/Corbel-boldItalic.fntdata"/><Relationship Id="rId43" Type="http://schemas.openxmlformats.org/officeDocument/2006/relationships/font" Target="fonts/Corbel-italic.fntdata"/><Relationship Id="rId46" Type="http://schemas.openxmlformats.org/officeDocument/2006/relationships/font" Target="fonts/PTSans-bold.fntdata"/><Relationship Id="rId45" Type="http://schemas.openxmlformats.org/officeDocument/2006/relationships/font" Target="fonts/PT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TSans-boldItalic.fntdata"/><Relationship Id="rId47" Type="http://schemas.openxmlformats.org/officeDocument/2006/relationships/font" Target="fonts/PTSans-italic.fntdata"/><Relationship Id="rId49" Type="http://schemas.openxmlformats.org/officeDocument/2006/relationships/font" Target="fonts/Kani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Italic.fntdata"/><Relationship Id="rId30" Type="http://schemas.openxmlformats.org/officeDocument/2006/relationships/font" Target="fonts/Roboto-italic.fntdata"/><Relationship Id="rId33" Type="http://schemas.openxmlformats.org/officeDocument/2006/relationships/font" Target="fonts/RobotoMedium-bold.fntdata"/><Relationship Id="rId32" Type="http://schemas.openxmlformats.org/officeDocument/2006/relationships/font" Target="fonts/RobotoMedium-regular.fntdata"/><Relationship Id="rId35" Type="http://schemas.openxmlformats.org/officeDocument/2006/relationships/font" Target="fonts/RobotoMedium-boldItalic.fntdata"/><Relationship Id="rId34" Type="http://schemas.openxmlformats.org/officeDocument/2006/relationships/font" Target="fonts/RobotoMedium-italic.fntdata"/><Relationship Id="rId37" Type="http://schemas.openxmlformats.org/officeDocument/2006/relationships/font" Target="fonts/KanitMedium-bold.fntdata"/><Relationship Id="rId36" Type="http://schemas.openxmlformats.org/officeDocument/2006/relationships/font" Target="fonts/KanitMedium-regular.fntdata"/><Relationship Id="rId39" Type="http://schemas.openxmlformats.org/officeDocument/2006/relationships/font" Target="fonts/KanitMedium-boldItalic.fntdata"/><Relationship Id="rId38" Type="http://schemas.openxmlformats.org/officeDocument/2006/relationships/font" Target="fonts/KanitMedium-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aleway-regular.fntdata"/><Relationship Id="rId23" Type="http://schemas.openxmlformats.org/officeDocument/2006/relationships/slide" Target="slides/slide17.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Roboto-regular.fntdata"/><Relationship Id="rId27" Type="http://schemas.openxmlformats.org/officeDocument/2006/relationships/font" Target="fonts/Raleway-boldItalic.fntdata"/><Relationship Id="rId29" Type="http://schemas.openxmlformats.org/officeDocument/2006/relationships/font" Target="fonts/Roboto-bold.fntdata"/><Relationship Id="rId51" Type="http://schemas.openxmlformats.org/officeDocument/2006/relationships/font" Target="fonts/Kanit-italic.fntdata"/><Relationship Id="rId50" Type="http://schemas.openxmlformats.org/officeDocument/2006/relationships/font" Target="fonts/Kanit-bold.fntdata"/><Relationship Id="rId52" Type="http://schemas.openxmlformats.org/officeDocument/2006/relationships/font" Target="fonts/Kanit-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2549baa0b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2549baa0b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26d0962f6f6_0_12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26d0962f6f6_0_12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26d0962f6f6_0_124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3" name="Google Shape;853;g26d0962f6f6_0_124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2c8efbfcd4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2c8efbfcd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2c95a6d8ec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2c95a6d8ec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26d0962f6f6_0_124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8" name="Google Shape;888;g26d0962f6f6_0_124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2c8fdb9e3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2c8fdb9e3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1f52f15720c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1f52f15720c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26d0962f6f6_0_124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3" name="Google Shape;913;g26d0962f6f6_0_124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2c978fc87b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2" name="Google Shape;922;g2c978fc87b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2c978fc87b3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1" name="Google Shape;931;g2c978fc87b3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26d0962f6f6_0_125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0" name="Google Shape;940;g26d0962f6f6_0_125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1f539088d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1f539088d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1f539088d7e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5" name="Google Shape;955;g1f539088d7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1f539088d7e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4" name="Google Shape;984;g1f539088d7e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26d0962f6f6_0_126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2" name="Google Shape;992;g26d0962f6f6_0_126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2c95ad96a0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2c95ad96a0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type="ctrTitle"/>
          </p:nvPr>
        </p:nvSpPr>
        <p:spPr>
          <a:xfrm>
            <a:off x="715250" y="737525"/>
            <a:ext cx="6283800" cy="15483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rgbClr val="191919"/>
              </a:buClr>
              <a:buSzPts val="5200"/>
              <a:buNone/>
              <a:defRPr sz="48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715100" y="2167650"/>
            <a:ext cx="4639500" cy="40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
          <p:cNvSpPr txBox="1"/>
          <p:nvPr>
            <p:ph type="title"/>
          </p:nvPr>
        </p:nvSpPr>
        <p:spPr>
          <a:xfrm>
            <a:off x="3581100" y="699137"/>
            <a:ext cx="3071700" cy="1005900"/>
          </a:xfrm>
          <a:prstGeom prst="rect">
            <a:avLst/>
          </a:prstGeom>
        </p:spPr>
        <p:txBody>
          <a:bodyPr anchorCtr="0" anchor="t" bIns="91425" lIns="91425" spcFirstLastPara="1" rIns="91425" wrap="square" tIns="91425">
            <a:noAutofit/>
          </a:bodyPr>
          <a:lstStyle>
            <a:lvl1pPr lvl="0">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15" name="Google Shape;15;p3"/>
          <p:cNvSpPr txBox="1"/>
          <p:nvPr>
            <p:ph hasCustomPrompt="1" idx="2" type="title"/>
          </p:nvPr>
        </p:nvSpPr>
        <p:spPr>
          <a:xfrm>
            <a:off x="2491200" y="699137"/>
            <a:ext cx="1089900" cy="1005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5000">
                <a:solidFill>
                  <a:schemeClr val="accen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grpSp>
        <p:nvGrpSpPr>
          <p:cNvPr id="17" name="Google Shape;17;p4"/>
          <p:cNvGrpSpPr/>
          <p:nvPr/>
        </p:nvGrpSpPr>
        <p:grpSpPr>
          <a:xfrm>
            <a:off x="114300" y="114300"/>
            <a:ext cx="8915400" cy="4916400"/>
            <a:chOff x="114300" y="114300"/>
            <a:chExt cx="8915400" cy="4916400"/>
          </a:xfrm>
        </p:grpSpPr>
        <p:sp>
          <p:nvSpPr>
            <p:cNvPr id="18" name="Google Shape;18;p4"/>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 name="Google Shape;19;p4"/>
            <p:cNvGrpSpPr/>
            <p:nvPr/>
          </p:nvGrpSpPr>
          <p:grpSpPr>
            <a:xfrm rot="5400000">
              <a:off x="3249924" y="4098413"/>
              <a:ext cx="286025" cy="1306200"/>
              <a:chOff x="978925" y="1314225"/>
              <a:chExt cx="286025" cy="1306200"/>
            </a:xfrm>
          </p:grpSpPr>
          <p:sp>
            <p:nvSpPr>
              <p:cNvPr id="20" name="Google Shape;20;p4"/>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 name="Google Shape;38;p4"/>
            <p:cNvGrpSpPr/>
            <p:nvPr/>
          </p:nvGrpSpPr>
          <p:grpSpPr>
            <a:xfrm flipH="1">
              <a:off x="276669" y="2706225"/>
              <a:ext cx="286025" cy="543450"/>
              <a:chOff x="978925" y="2912750"/>
              <a:chExt cx="286025" cy="543450"/>
            </a:xfrm>
          </p:grpSpPr>
          <p:sp>
            <p:nvSpPr>
              <p:cNvPr id="39" name="Google Shape;39;p4"/>
              <p:cNvSpPr/>
              <p:nvPr/>
            </p:nvSpPr>
            <p:spPr>
              <a:xfrm>
                <a:off x="978925" y="291275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1179150" y="291275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978925" y="30653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1179150" y="30653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978925" y="321785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1179150" y="321785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978925" y="33704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1179150" y="33704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 name="Google Shape;47;p4"/>
            <p:cNvGrpSpPr/>
            <p:nvPr/>
          </p:nvGrpSpPr>
          <p:grpSpPr>
            <a:xfrm flipH="1">
              <a:off x="8581294" y="535000"/>
              <a:ext cx="286025" cy="238350"/>
              <a:chOff x="978925" y="2382075"/>
              <a:chExt cx="286025" cy="238350"/>
            </a:xfrm>
          </p:grpSpPr>
          <p:sp>
            <p:nvSpPr>
              <p:cNvPr id="48" name="Google Shape;48;p4"/>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 name="Google Shape;52;p4"/>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p:txBody>
      </p:sp>
      <p:sp>
        <p:nvSpPr>
          <p:cNvPr id="53" name="Google Shape;53;p4"/>
          <p:cNvSpPr txBox="1"/>
          <p:nvPr>
            <p:ph idx="1" type="body"/>
          </p:nvPr>
        </p:nvSpPr>
        <p:spPr>
          <a:xfrm>
            <a:off x="720000" y="1152475"/>
            <a:ext cx="7704000" cy="22779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Char char="●"/>
              <a:defRPr/>
            </a:lvl1pPr>
            <a:lvl2pPr indent="-304800" lvl="1" marL="914400" rtl="0">
              <a:lnSpc>
                <a:spcPct val="100000"/>
              </a:lnSpc>
              <a:spcBef>
                <a:spcPts val="0"/>
              </a:spcBef>
              <a:spcAft>
                <a:spcPts val="0"/>
              </a:spcAft>
              <a:buSzPts val="1200"/>
              <a:buChar char="○"/>
              <a:defRPr/>
            </a:lvl2pPr>
            <a:lvl3pPr indent="-304800" lvl="2" marL="1371600" rtl="0">
              <a:lnSpc>
                <a:spcPct val="100000"/>
              </a:lnSpc>
              <a:spcBef>
                <a:spcPts val="0"/>
              </a:spcBef>
              <a:spcAft>
                <a:spcPts val="0"/>
              </a:spcAft>
              <a:buSzPts val="1200"/>
              <a:buChar char="■"/>
              <a:defRPr/>
            </a:lvl3pPr>
            <a:lvl4pPr indent="-304800" lvl="3" marL="1828800" rtl="0">
              <a:lnSpc>
                <a:spcPct val="100000"/>
              </a:lnSpc>
              <a:spcBef>
                <a:spcPts val="0"/>
              </a:spcBef>
              <a:spcAft>
                <a:spcPts val="0"/>
              </a:spcAft>
              <a:buSzPts val="1200"/>
              <a:buChar char="●"/>
              <a:defRPr/>
            </a:lvl4pPr>
            <a:lvl5pPr indent="-304800" lvl="4" marL="2286000" rtl="0">
              <a:lnSpc>
                <a:spcPct val="100000"/>
              </a:lnSpc>
              <a:spcBef>
                <a:spcPts val="0"/>
              </a:spcBef>
              <a:spcAft>
                <a:spcPts val="0"/>
              </a:spcAft>
              <a:buSzPts val="1200"/>
              <a:buChar char="○"/>
              <a:defRPr/>
            </a:lvl5pPr>
            <a:lvl6pPr indent="-304800" lvl="5" marL="2743200" rtl="0">
              <a:lnSpc>
                <a:spcPct val="100000"/>
              </a:lnSpc>
              <a:spcBef>
                <a:spcPts val="0"/>
              </a:spcBef>
              <a:spcAft>
                <a:spcPts val="0"/>
              </a:spcAft>
              <a:buSzPts val="1200"/>
              <a:buChar char="■"/>
              <a:defRPr/>
            </a:lvl6pPr>
            <a:lvl7pPr indent="-304800" lvl="6" marL="3200400" rtl="0">
              <a:lnSpc>
                <a:spcPct val="100000"/>
              </a:lnSpc>
              <a:spcBef>
                <a:spcPts val="0"/>
              </a:spcBef>
              <a:spcAft>
                <a:spcPts val="0"/>
              </a:spcAft>
              <a:buSzPts val="1200"/>
              <a:buChar char="●"/>
              <a:defRPr/>
            </a:lvl7pPr>
            <a:lvl8pPr indent="-304800" lvl="7" marL="3657600" rtl="0">
              <a:lnSpc>
                <a:spcPct val="100000"/>
              </a:lnSpc>
              <a:spcBef>
                <a:spcPts val="0"/>
              </a:spcBef>
              <a:spcAft>
                <a:spcPts val="0"/>
              </a:spcAft>
              <a:buSzPts val="1200"/>
              <a:buChar char="○"/>
              <a:defRPr/>
            </a:lvl8pPr>
            <a:lvl9pPr indent="-304800" lvl="8" marL="4114800" rtl="0">
              <a:lnSpc>
                <a:spcPct val="100000"/>
              </a:lnSpc>
              <a:spcBef>
                <a:spcPts val="0"/>
              </a:spcBef>
              <a:spcAft>
                <a:spcPts val="0"/>
              </a:spcAft>
              <a:buSzPts val="12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4" name="Shape 54"/>
        <p:cNvGrpSpPr/>
        <p:nvPr/>
      </p:nvGrpSpPr>
      <p:grpSpPr>
        <a:xfrm>
          <a:off x="0" y="0"/>
          <a:ext cx="0" cy="0"/>
          <a:chOff x="0" y="0"/>
          <a:chExt cx="0" cy="0"/>
        </a:xfrm>
      </p:grpSpPr>
      <p:grpSp>
        <p:nvGrpSpPr>
          <p:cNvPr id="55" name="Google Shape;55;p5"/>
          <p:cNvGrpSpPr/>
          <p:nvPr/>
        </p:nvGrpSpPr>
        <p:grpSpPr>
          <a:xfrm>
            <a:off x="114300" y="114300"/>
            <a:ext cx="8915400" cy="4916400"/>
            <a:chOff x="114300" y="114300"/>
            <a:chExt cx="8915400" cy="4916400"/>
          </a:xfrm>
        </p:grpSpPr>
        <p:sp>
          <p:nvSpPr>
            <p:cNvPr id="56" name="Google Shape;56;p5"/>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 name="Google Shape;57;p5"/>
            <p:cNvGrpSpPr/>
            <p:nvPr/>
          </p:nvGrpSpPr>
          <p:grpSpPr>
            <a:xfrm rot="5400000">
              <a:off x="3249924" y="4098413"/>
              <a:ext cx="286025" cy="1306200"/>
              <a:chOff x="978925" y="1314225"/>
              <a:chExt cx="286025" cy="1306200"/>
            </a:xfrm>
          </p:grpSpPr>
          <p:sp>
            <p:nvSpPr>
              <p:cNvPr id="58" name="Google Shape;58;p5"/>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5"/>
            <p:cNvGrpSpPr/>
            <p:nvPr/>
          </p:nvGrpSpPr>
          <p:grpSpPr>
            <a:xfrm flipH="1">
              <a:off x="276669" y="1107700"/>
              <a:ext cx="286025" cy="543450"/>
              <a:chOff x="978925" y="1314225"/>
              <a:chExt cx="286025" cy="543450"/>
            </a:xfrm>
          </p:grpSpPr>
          <p:sp>
            <p:nvSpPr>
              <p:cNvPr id="77" name="Google Shape;77;p5"/>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 name="Google Shape;85;p5"/>
            <p:cNvGrpSpPr/>
            <p:nvPr/>
          </p:nvGrpSpPr>
          <p:grpSpPr>
            <a:xfrm flipH="1">
              <a:off x="8581294" y="535000"/>
              <a:ext cx="286025" cy="238350"/>
              <a:chOff x="978925" y="2382075"/>
              <a:chExt cx="286025" cy="238350"/>
            </a:xfrm>
          </p:grpSpPr>
          <p:sp>
            <p:nvSpPr>
              <p:cNvPr id="86" name="Google Shape;86;p5"/>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0" name="Google Shape;90;p5"/>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txBox="1"/>
          <p:nvPr>
            <p:ph idx="1" type="subTitle"/>
          </p:nvPr>
        </p:nvSpPr>
        <p:spPr>
          <a:xfrm>
            <a:off x="1290763" y="2303975"/>
            <a:ext cx="2907600" cy="457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2" name="Google Shape;92;p5"/>
          <p:cNvSpPr txBox="1"/>
          <p:nvPr>
            <p:ph idx="2" type="subTitle"/>
          </p:nvPr>
        </p:nvSpPr>
        <p:spPr>
          <a:xfrm>
            <a:off x="4945638" y="2303975"/>
            <a:ext cx="29076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3" name="Google Shape;93;p5"/>
          <p:cNvSpPr txBox="1"/>
          <p:nvPr>
            <p:ph idx="3" type="subTitle"/>
          </p:nvPr>
        </p:nvSpPr>
        <p:spPr>
          <a:xfrm>
            <a:off x="1290775" y="2615765"/>
            <a:ext cx="2907600" cy="128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4" name="Google Shape;94;p5"/>
          <p:cNvSpPr txBox="1"/>
          <p:nvPr>
            <p:ph idx="4" type="subTitle"/>
          </p:nvPr>
        </p:nvSpPr>
        <p:spPr>
          <a:xfrm>
            <a:off x="4945650" y="2615765"/>
            <a:ext cx="2907600" cy="128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5" name="Google Shape;95;p5"/>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6" name="Shape 96"/>
        <p:cNvGrpSpPr/>
        <p:nvPr/>
      </p:nvGrpSpPr>
      <p:grpSpPr>
        <a:xfrm>
          <a:off x="0" y="0"/>
          <a:ext cx="0" cy="0"/>
          <a:chOff x="0" y="0"/>
          <a:chExt cx="0" cy="0"/>
        </a:xfrm>
      </p:grpSpPr>
      <p:grpSp>
        <p:nvGrpSpPr>
          <p:cNvPr id="97" name="Google Shape;97;p6"/>
          <p:cNvGrpSpPr/>
          <p:nvPr/>
        </p:nvGrpSpPr>
        <p:grpSpPr>
          <a:xfrm>
            <a:off x="114300" y="114300"/>
            <a:ext cx="8915400" cy="4916400"/>
            <a:chOff x="114300" y="114300"/>
            <a:chExt cx="8915400" cy="4916400"/>
          </a:xfrm>
        </p:grpSpPr>
        <p:sp>
          <p:nvSpPr>
            <p:cNvPr id="98" name="Google Shape;98;p6"/>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 name="Google Shape;99;p6"/>
            <p:cNvGrpSpPr/>
            <p:nvPr/>
          </p:nvGrpSpPr>
          <p:grpSpPr>
            <a:xfrm rot="5400000">
              <a:off x="7918824" y="4098413"/>
              <a:ext cx="286025" cy="1306200"/>
              <a:chOff x="978925" y="1314225"/>
              <a:chExt cx="286025" cy="1306200"/>
            </a:xfrm>
          </p:grpSpPr>
          <p:sp>
            <p:nvSpPr>
              <p:cNvPr id="100" name="Google Shape;100;p6"/>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6"/>
            <p:cNvGrpSpPr/>
            <p:nvPr/>
          </p:nvGrpSpPr>
          <p:grpSpPr>
            <a:xfrm flipH="1">
              <a:off x="276669" y="1107700"/>
              <a:ext cx="286025" cy="543450"/>
              <a:chOff x="978925" y="1314225"/>
              <a:chExt cx="286025" cy="543450"/>
            </a:xfrm>
          </p:grpSpPr>
          <p:sp>
            <p:nvSpPr>
              <p:cNvPr id="119" name="Google Shape;119;p6"/>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 name="Google Shape;127;p6"/>
            <p:cNvGrpSpPr/>
            <p:nvPr/>
          </p:nvGrpSpPr>
          <p:grpSpPr>
            <a:xfrm flipH="1">
              <a:off x="8581294" y="535000"/>
              <a:ext cx="286025" cy="238350"/>
              <a:chOff x="978925" y="2382075"/>
              <a:chExt cx="286025" cy="238350"/>
            </a:xfrm>
          </p:grpSpPr>
          <p:sp>
            <p:nvSpPr>
              <p:cNvPr id="128" name="Google Shape;128;p6"/>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2" name="Google Shape;132;p6"/>
          <p:cNvSpPr txBox="1"/>
          <p:nvPr>
            <p:ph type="title"/>
          </p:nvPr>
        </p:nvSpPr>
        <p:spPr>
          <a:xfrm>
            <a:off x="720000" y="53733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3" name="Shape 133"/>
        <p:cNvGrpSpPr/>
        <p:nvPr/>
      </p:nvGrpSpPr>
      <p:grpSpPr>
        <a:xfrm>
          <a:off x="0" y="0"/>
          <a:ext cx="0" cy="0"/>
          <a:chOff x="0" y="0"/>
          <a:chExt cx="0" cy="0"/>
        </a:xfrm>
      </p:grpSpPr>
      <p:sp>
        <p:nvSpPr>
          <p:cNvPr id="134" name="Google Shape;134;p7"/>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txBox="1"/>
          <p:nvPr>
            <p:ph type="title"/>
          </p:nvPr>
        </p:nvSpPr>
        <p:spPr>
          <a:xfrm>
            <a:off x="720000" y="535000"/>
            <a:ext cx="32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p:txBody>
      </p:sp>
      <p:sp>
        <p:nvSpPr>
          <p:cNvPr id="136" name="Google Shape;136;p7"/>
          <p:cNvSpPr txBox="1"/>
          <p:nvPr>
            <p:ph idx="1" type="body"/>
          </p:nvPr>
        </p:nvSpPr>
        <p:spPr>
          <a:xfrm>
            <a:off x="720000" y="1141575"/>
            <a:ext cx="3214800" cy="12636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Clr>
                <a:srgbClr val="E76A28"/>
              </a:buClr>
              <a:buSzPts val="1200"/>
              <a:buFont typeface="Nunito Light"/>
              <a:buChar char="○"/>
              <a:defRPr/>
            </a:lvl2pPr>
            <a:lvl3pPr indent="-304800" lvl="2" marL="1371600" rtl="0">
              <a:lnSpc>
                <a:spcPct val="100000"/>
              </a:lnSpc>
              <a:spcBef>
                <a:spcPts val="0"/>
              </a:spcBef>
              <a:spcAft>
                <a:spcPts val="0"/>
              </a:spcAft>
              <a:buClr>
                <a:srgbClr val="E76A28"/>
              </a:buClr>
              <a:buSzPts val="1200"/>
              <a:buFont typeface="Nunito Light"/>
              <a:buChar char="■"/>
              <a:defRPr/>
            </a:lvl3pPr>
            <a:lvl4pPr indent="-304800" lvl="3" marL="1828800" rtl="0">
              <a:lnSpc>
                <a:spcPct val="100000"/>
              </a:lnSpc>
              <a:spcBef>
                <a:spcPts val="0"/>
              </a:spcBef>
              <a:spcAft>
                <a:spcPts val="0"/>
              </a:spcAft>
              <a:buClr>
                <a:srgbClr val="E76A28"/>
              </a:buClr>
              <a:buSzPts val="1200"/>
              <a:buFont typeface="Nunito Light"/>
              <a:buChar char="●"/>
              <a:defRPr/>
            </a:lvl4pPr>
            <a:lvl5pPr indent="-304800" lvl="4" marL="2286000" rtl="0">
              <a:lnSpc>
                <a:spcPct val="100000"/>
              </a:lnSpc>
              <a:spcBef>
                <a:spcPts val="0"/>
              </a:spcBef>
              <a:spcAft>
                <a:spcPts val="0"/>
              </a:spcAft>
              <a:buClr>
                <a:srgbClr val="E76A28"/>
              </a:buClr>
              <a:buSzPts val="1200"/>
              <a:buFont typeface="Nunito Light"/>
              <a:buChar char="○"/>
              <a:defRPr/>
            </a:lvl5pPr>
            <a:lvl6pPr indent="-304800" lvl="5" marL="2743200" rtl="0">
              <a:lnSpc>
                <a:spcPct val="100000"/>
              </a:lnSpc>
              <a:spcBef>
                <a:spcPts val="0"/>
              </a:spcBef>
              <a:spcAft>
                <a:spcPts val="0"/>
              </a:spcAft>
              <a:buClr>
                <a:srgbClr val="999999"/>
              </a:buClr>
              <a:buSzPts val="1200"/>
              <a:buFont typeface="Nunito Light"/>
              <a:buChar char="■"/>
              <a:defRPr/>
            </a:lvl6pPr>
            <a:lvl7pPr indent="-304800" lvl="6" marL="3200400" rtl="0">
              <a:lnSpc>
                <a:spcPct val="100000"/>
              </a:lnSpc>
              <a:spcBef>
                <a:spcPts val="0"/>
              </a:spcBef>
              <a:spcAft>
                <a:spcPts val="0"/>
              </a:spcAft>
              <a:buClr>
                <a:srgbClr val="999999"/>
              </a:buClr>
              <a:buSzPts val="1200"/>
              <a:buFont typeface="Nunito Light"/>
              <a:buChar char="●"/>
              <a:defRPr/>
            </a:lvl7pPr>
            <a:lvl8pPr indent="-304800" lvl="7" marL="3657600" rtl="0">
              <a:lnSpc>
                <a:spcPct val="100000"/>
              </a:lnSpc>
              <a:spcBef>
                <a:spcPts val="0"/>
              </a:spcBef>
              <a:spcAft>
                <a:spcPts val="0"/>
              </a:spcAft>
              <a:buClr>
                <a:srgbClr val="999999"/>
              </a:buClr>
              <a:buSzPts val="1200"/>
              <a:buFont typeface="Nunito Light"/>
              <a:buChar char="○"/>
              <a:defRPr/>
            </a:lvl8pPr>
            <a:lvl9pPr indent="-304800" lvl="8" marL="4114800" rtl="0">
              <a:lnSpc>
                <a:spcPct val="100000"/>
              </a:lnSpc>
              <a:spcBef>
                <a:spcPts val="0"/>
              </a:spcBef>
              <a:spcAft>
                <a:spcPts val="0"/>
              </a:spcAft>
              <a:buClr>
                <a:srgbClr val="999999"/>
              </a:buClr>
              <a:buSzPts val="1200"/>
              <a:buFont typeface="Nunito Light"/>
              <a:buChar char="■"/>
              <a:defRPr/>
            </a:lvl9pPr>
          </a:lstStyle>
          <a:p/>
        </p:txBody>
      </p:sp>
      <p:sp>
        <p:nvSpPr>
          <p:cNvPr id="137" name="Google Shape;137;p7"/>
          <p:cNvSpPr/>
          <p:nvPr>
            <p:ph idx="2" type="pic"/>
          </p:nvPr>
        </p:nvSpPr>
        <p:spPr>
          <a:xfrm>
            <a:off x="5631000" y="535000"/>
            <a:ext cx="2791800" cy="4073400"/>
          </a:xfrm>
          <a:prstGeom prst="rect">
            <a:avLst/>
          </a:prstGeom>
          <a:noFill/>
          <a:ln>
            <a:noFill/>
          </a:ln>
        </p:spPr>
      </p:sp>
      <p:sp>
        <p:nvSpPr>
          <p:cNvPr id="138" name="Google Shape;138;p7"/>
          <p:cNvSpPr/>
          <p:nvPr>
            <p:ph idx="3" type="pic"/>
          </p:nvPr>
        </p:nvSpPr>
        <p:spPr>
          <a:xfrm>
            <a:off x="715100" y="2481375"/>
            <a:ext cx="4839600" cy="21270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9" name="Shape 139"/>
        <p:cNvGrpSpPr/>
        <p:nvPr/>
      </p:nvGrpSpPr>
      <p:grpSpPr>
        <a:xfrm>
          <a:off x="0" y="0"/>
          <a:ext cx="0" cy="0"/>
          <a:chOff x="0" y="0"/>
          <a:chExt cx="0" cy="0"/>
        </a:xfrm>
      </p:grpSpPr>
      <p:grpSp>
        <p:nvGrpSpPr>
          <p:cNvPr id="140" name="Google Shape;140;p8"/>
          <p:cNvGrpSpPr/>
          <p:nvPr/>
        </p:nvGrpSpPr>
        <p:grpSpPr>
          <a:xfrm>
            <a:off x="114300" y="114300"/>
            <a:ext cx="8915400" cy="4916400"/>
            <a:chOff x="114300" y="114300"/>
            <a:chExt cx="8915400" cy="4916400"/>
          </a:xfrm>
        </p:grpSpPr>
        <p:sp>
          <p:nvSpPr>
            <p:cNvPr id="141" name="Google Shape;141;p8"/>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 name="Google Shape;142;p8"/>
            <p:cNvGrpSpPr/>
            <p:nvPr/>
          </p:nvGrpSpPr>
          <p:grpSpPr>
            <a:xfrm rot="5400000">
              <a:off x="7918824" y="4098413"/>
              <a:ext cx="286025" cy="1306200"/>
              <a:chOff x="978925" y="1314225"/>
              <a:chExt cx="286025" cy="1306200"/>
            </a:xfrm>
          </p:grpSpPr>
          <p:sp>
            <p:nvSpPr>
              <p:cNvPr id="143" name="Google Shape;143;p8"/>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8"/>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8"/>
            <p:cNvGrpSpPr/>
            <p:nvPr/>
          </p:nvGrpSpPr>
          <p:grpSpPr>
            <a:xfrm flipH="1">
              <a:off x="276669" y="1107700"/>
              <a:ext cx="286025" cy="543450"/>
              <a:chOff x="978925" y="1314225"/>
              <a:chExt cx="286025" cy="543450"/>
            </a:xfrm>
          </p:grpSpPr>
          <p:sp>
            <p:nvSpPr>
              <p:cNvPr id="162" name="Google Shape;162;p8"/>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 name="Google Shape;170;p8"/>
            <p:cNvGrpSpPr/>
            <p:nvPr/>
          </p:nvGrpSpPr>
          <p:grpSpPr>
            <a:xfrm flipH="1">
              <a:off x="8581294" y="535000"/>
              <a:ext cx="286025" cy="238350"/>
              <a:chOff x="978925" y="2382075"/>
              <a:chExt cx="286025" cy="238350"/>
            </a:xfrm>
          </p:grpSpPr>
          <p:sp>
            <p:nvSpPr>
              <p:cNvPr id="171" name="Google Shape;171;p8"/>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5" name="Google Shape;175;p8"/>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6" name="Shape 176"/>
        <p:cNvGrpSpPr/>
        <p:nvPr/>
      </p:nvGrpSpPr>
      <p:grpSpPr>
        <a:xfrm>
          <a:off x="0" y="0"/>
          <a:ext cx="0" cy="0"/>
          <a:chOff x="0" y="0"/>
          <a:chExt cx="0" cy="0"/>
        </a:xfrm>
      </p:grpSpPr>
      <p:grpSp>
        <p:nvGrpSpPr>
          <p:cNvPr id="177" name="Google Shape;177;p9"/>
          <p:cNvGrpSpPr/>
          <p:nvPr/>
        </p:nvGrpSpPr>
        <p:grpSpPr>
          <a:xfrm>
            <a:off x="114300" y="114300"/>
            <a:ext cx="8915400" cy="4916400"/>
            <a:chOff x="114300" y="114300"/>
            <a:chExt cx="8915400" cy="4916400"/>
          </a:xfrm>
        </p:grpSpPr>
        <p:sp>
          <p:nvSpPr>
            <p:cNvPr id="178" name="Google Shape;178;p9"/>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9" name="Google Shape;179;p9"/>
            <p:cNvGrpSpPr/>
            <p:nvPr/>
          </p:nvGrpSpPr>
          <p:grpSpPr>
            <a:xfrm rot="5400000">
              <a:off x="7918824" y="4098413"/>
              <a:ext cx="286025" cy="1306200"/>
              <a:chOff x="978925" y="1314225"/>
              <a:chExt cx="286025" cy="1306200"/>
            </a:xfrm>
          </p:grpSpPr>
          <p:sp>
            <p:nvSpPr>
              <p:cNvPr id="180" name="Google Shape;180;p9"/>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9"/>
            <p:cNvGrpSpPr/>
            <p:nvPr/>
          </p:nvGrpSpPr>
          <p:grpSpPr>
            <a:xfrm flipH="1">
              <a:off x="276669" y="1107700"/>
              <a:ext cx="286025" cy="543450"/>
              <a:chOff x="978925" y="1314225"/>
              <a:chExt cx="286025" cy="543450"/>
            </a:xfrm>
          </p:grpSpPr>
          <p:sp>
            <p:nvSpPr>
              <p:cNvPr id="199" name="Google Shape;199;p9"/>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 name="Google Shape;207;p9"/>
            <p:cNvGrpSpPr/>
            <p:nvPr/>
          </p:nvGrpSpPr>
          <p:grpSpPr>
            <a:xfrm flipH="1">
              <a:off x="8581294" y="535000"/>
              <a:ext cx="286025" cy="238350"/>
              <a:chOff x="978925" y="2382075"/>
              <a:chExt cx="286025" cy="238350"/>
            </a:xfrm>
          </p:grpSpPr>
          <p:sp>
            <p:nvSpPr>
              <p:cNvPr id="208" name="Google Shape;208;p9"/>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2" name="Google Shape;212;p9"/>
          <p:cNvSpPr txBox="1"/>
          <p:nvPr>
            <p:ph type="title"/>
          </p:nvPr>
        </p:nvSpPr>
        <p:spPr>
          <a:xfrm>
            <a:off x="2241425" y="1293100"/>
            <a:ext cx="4661100" cy="84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13" name="Google Shape;213;p9"/>
          <p:cNvSpPr txBox="1"/>
          <p:nvPr>
            <p:ph idx="1" type="subTitle"/>
          </p:nvPr>
        </p:nvSpPr>
        <p:spPr>
          <a:xfrm>
            <a:off x="2241475" y="2168600"/>
            <a:ext cx="4661100" cy="168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4" name="Shape 214"/>
        <p:cNvGrpSpPr/>
        <p:nvPr/>
      </p:nvGrpSpPr>
      <p:grpSpPr>
        <a:xfrm>
          <a:off x="0" y="0"/>
          <a:ext cx="0" cy="0"/>
          <a:chOff x="0" y="0"/>
          <a:chExt cx="0" cy="0"/>
        </a:xfrm>
      </p:grpSpPr>
      <p:sp>
        <p:nvSpPr>
          <p:cNvPr id="215" name="Google Shape;215;p10"/>
          <p:cNvSpPr/>
          <p:nvPr>
            <p:ph idx="2" type="pic"/>
          </p:nvPr>
        </p:nvSpPr>
        <p:spPr>
          <a:xfrm>
            <a:off x="0" y="0"/>
            <a:ext cx="9144000" cy="5143500"/>
          </a:xfrm>
          <a:prstGeom prst="rect">
            <a:avLst/>
          </a:prstGeom>
          <a:noFill/>
          <a:ln>
            <a:noFill/>
          </a:ln>
        </p:spPr>
      </p:sp>
      <p:sp>
        <p:nvSpPr>
          <p:cNvPr id="216" name="Google Shape;216;p10"/>
          <p:cNvSpPr txBox="1"/>
          <p:nvPr>
            <p:ph type="title"/>
          </p:nvPr>
        </p:nvSpPr>
        <p:spPr>
          <a:xfrm>
            <a:off x="720000" y="3859100"/>
            <a:ext cx="7704000" cy="749400"/>
          </a:xfrm>
          <a:prstGeom prst="rect">
            <a:avLst/>
          </a:prstGeom>
          <a:solidFill>
            <a:schemeClr val="accent3"/>
          </a:solidFill>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17" name="Shape 217"/>
        <p:cNvGrpSpPr/>
        <p:nvPr/>
      </p:nvGrpSpPr>
      <p:grpSpPr>
        <a:xfrm>
          <a:off x="0" y="0"/>
          <a:ext cx="0" cy="0"/>
          <a:chOff x="0" y="0"/>
          <a:chExt cx="0" cy="0"/>
        </a:xfrm>
      </p:grpSpPr>
      <p:sp>
        <p:nvSpPr>
          <p:cNvPr id="218" name="Google Shape;218;p11"/>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txBox="1"/>
          <p:nvPr>
            <p:ph hasCustomPrompt="1" type="title"/>
          </p:nvPr>
        </p:nvSpPr>
        <p:spPr>
          <a:xfrm flipH="1">
            <a:off x="715097" y="2031275"/>
            <a:ext cx="3492900" cy="9144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20" name="Google Shape;220;p11"/>
          <p:cNvSpPr txBox="1"/>
          <p:nvPr>
            <p:ph idx="1" type="subTitle"/>
          </p:nvPr>
        </p:nvSpPr>
        <p:spPr>
          <a:xfrm flipH="1">
            <a:off x="715097" y="2746525"/>
            <a:ext cx="3492900" cy="36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21" name="Shape 22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22" name="Shape 222"/>
        <p:cNvGrpSpPr/>
        <p:nvPr/>
      </p:nvGrpSpPr>
      <p:grpSpPr>
        <a:xfrm>
          <a:off x="0" y="0"/>
          <a:ext cx="0" cy="0"/>
          <a:chOff x="0" y="0"/>
          <a:chExt cx="0" cy="0"/>
        </a:xfrm>
      </p:grpSpPr>
      <p:sp>
        <p:nvSpPr>
          <p:cNvPr id="223" name="Google Shape;223;p13"/>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3"/>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5" name="Google Shape;225;p13"/>
          <p:cNvSpPr txBox="1"/>
          <p:nvPr>
            <p:ph hasCustomPrompt="1" idx="2" type="title"/>
          </p:nvPr>
        </p:nvSpPr>
        <p:spPr>
          <a:xfrm>
            <a:off x="4818333" y="1404683"/>
            <a:ext cx="7347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6" name="Google Shape;226;p13"/>
          <p:cNvSpPr txBox="1"/>
          <p:nvPr>
            <p:ph hasCustomPrompt="1" idx="3" type="title"/>
          </p:nvPr>
        </p:nvSpPr>
        <p:spPr>
          <a:xfrm>
            <a:off x="4818333" y="3006928"/>
            <a:ext cx="7347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7" name="Google Shape;227;p13"/>
          <p:cNvSpPr txBox="1"/>
          <p:nvPr>
            <p:ph hasCustomPrompt="1" idx="4" type="title"/>
          </p:nvPr>
        </p:nvSpPr>
        <p:spPr>
          <a:xfrm>
            <a:off x="4818333" y="1938765"/>
            <a:ext cx="7347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8" name="Google Shape;228;p13"/>
          <p:cNvSpPr txBox="1"/>
          <p:nvPr>
            <p:ph hasCustomPrompt="1" idx="5" type="title"/>
          </p:nvPr>
        </p:nvSpPr>
        <p:spPr>
          <a:xfrm>
            <a:off x="4818333" y="3541010"/>
            <a:ext cx="7347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9" name="Google Shape;229;p13"/>
          <p:cNvSpPr txBox="1"/>
          <p:nvPr>
            <p:ph hasCustomPrompt="1" idx="6" type="title"/>
          </p:nvPr>
        </p:nvSpPr>
        <p:spPr>
          <a:xfrm>
            <a:off x="4818333" y="2472846"/>
            <a:ext cx="7347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0" name="Google Shape;230;p13"/>
          <p:cNvSpPr txBox="1"/>
          <p:nvPr>
            <p:ph hasCustomPrompt="1" idx="7" type="title"/>
          </p:nvPr>
        </p:nvSpPr>
        <p:spPr>
          <a:xfrm>
            <a:off x="4818333" y="4075091"/>
            <a:ext cx="7347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1" name="Google Shape;231;p13"/>
          <p:cNvSpPr txBox="1"/>
          <p:nvPr>
            <p:ph idx="1" type="subTitle"/>
          </p:nvPr>
        </p:nvSpPr>
        <p:spPr>
          <a:xfrm>
            <a:off x="5553033" y="1404675"/>
            <a:ext cx="2305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Kanit Medium"/>
              <a:buNone/>
              <a:defRPr sz="1800">
                <a:solidFill>
                  <a:schemeClr val="dk1"/>
                </a:solidFill>
                <a:latin typeface="Kanit Medium"/>
                <a:ea typeface="Kanit Medium"/>
                <a:cs typeface="Kanit Medium"/>
                <a:sym typeface="Kanit Medium"/>
              </a:defRPr>
            </a:lvl1pPr>
            <a:lvl2pPr lvl="1"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2pPr>
            <a:lvl3pPr lvl="2"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3pPr>
            <a:lvl4pPr lvl="3"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4pPr>
            <a:lvl5pPr lvl="4"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5pPr>
            <a:lvl6pPr lvl="5"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6pPr>
            <a:lvl7pPr lvl="6"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7pPr>
            <a:lvl8pPr lvl="7"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8pPr>
            <a:lvl9pPr lvl="8"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9pPr>
          </a:lstStyle>
          <a:p/>
        </p:txBody>
      </p:sp>
      <p:sp>
        <p:nvSpPr>
          <p:cNvPr id="232" name="Google Shape;232;p13"/>
          <p:cNvSpPr txBox="1"/>
          <p:nvPr>
            <p:ph idx="8" type="subTitle"/>
          </p:nvPr>
        </p:nvSpPr>
        <p:spPr>
          <a:xfrm>
            <a:off x="5553033" y="1938760"/>
            <a:ext cx="2305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Kanit Medium"/>
              <a:buNone/>
              <a:defRPr sz="1800">
                <a:solidFill>
                  <a:schemeClr val="dk1"/>
                </a:solidFill>
                <a:latin typeface="Kanit Medium"/>
                <a:ea typeface="Kanit Medium"/>
                <a:cs typeface="Kanit Medium"/>
                <a:sym typeface="Kanit Medium"/>
              </a:defRPr>
            </a:lvl1pPr>
            <a:lvl2pPr lvl="1"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2pPr>
            <a:lvl3pPr lvl="2"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3pPr>
            <a:lvl4pPr lvl="3"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4pPr>
            <a:lvl5pPr lvl="4"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5pPr>
            <a:lvl6pPr lvl="5"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6pPr>
            <a:lvl7pPr lvl="6"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7pPr>
            <a:lvl8pPr lvl="7"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8pPr>
            <a:lvl9pPr lvl="8"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9pPr>
          </a:lstStyle>
          <a:p/>
        </p:txBody>
      </p:sp>
      <p:sp>
        <p:nvSpPr>
          <p:cNvPr id="233" name="Google Shape;233;p13"/>
          <p:cNvSpPr txBox="1"/>
          <p:nvPr>
            <p:ph idx="9" type="subTitle"/>
          </p:nvPr>
        </p:nvSpPr>
        <p:spPr>
          <a:xfrm>
            <a:off x="5553033" y="2472845"/>
            <a:ext cx="2305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Kanit Medium"/>
              <a:buNone/>
              <a:defRPr sz="1800">
                <a:solidFill>
                  <a:schemeClr val="dk1"/>
                </a:solidFill>
                <a:latin typeface="Kanit Medium"/>
                <a:ea typeface="Kanit Medium"/>
                <a:cs typeface="Kanit Medium"/>
                <a:sym typeface="Kanit Medium"/>
              </a:defRPr>
            </a:lvl1pPr>
            <a:lvl2pPr lvl="1"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2pPr>
            <a:lvl3pPr lvl="2"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3pPr>
            <a:lvl4pPr lvl="3"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4pPr>
            <a:lvl5pPr lvl="4"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5pPr>
            <a:lvl6pPr lvl="5"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6pPr>
            <a:lvl7pPr lvl="6"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7pPr>
            <a:lvl8pPr lvl="7"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8pPr>
            <a:lvl9pPr lvl="8"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9pPr>
          </a:lstStyle>
          <a:p/>
        </p:txBody>
      </p:sp>
      <p:sp>
        <p:nvSpPr>
          <p:cNvPr id="234" name="Google Shape;234;p13"/>
          <p:cNvSpPr txBox="1"/>
          <p:nvPr>
            <p:ph idx="13" type="subTitle"/>
          </p:nvPr>
        </p:nvSpPr>
        <p:spPr>
          <a:xfrm>
            <a:off x="5553033" y="3006930"/>
            <a:ext cx="2305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Raleway"/>
              <a:buNone/>
              <a:defRPr sz="1800">
                <a:solidFill>
                  <a:schemeClr val="dk1"/>
                </a:solidFill>
                <a:latin typeface="Kanit Medium"/>
                <a:ea typeface="Kanit Medium"/>
                <a:cs typeface="Kanit Medium"/>
                <a:sym typeface="Kanit Medium"/>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35" name="Google Shape;235;p13"/>
          <p:cNvSpPr txBox="1"/>
          <p:nvPr>
            <p:ph idx="14" type="subTitle"/>
          </p:nvPr>
        </p:nvSpPr>
        <p:spPr>
          <a:xfrm>
            <a:off x="5553033" y="3541015"/>
            <a:ext cx="2305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Raleway"/>
              <a:buNone/>
              <a:defRPr sz="1800">
                <a:solidFill>
                  <a:schemeClr val="dk1"/>
                </a:solidFill>
                <a:latin typeface="Kanit Medium"/>
                <a:ea typeface="Kanit Medium"/>
                <a:cs typeface="Kanit Medium"/>
                <a:sym typeface="Kanit Medium"/>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36" name="Google Shape;236;p13"/>
          <p:cNvSpPr txBox="1"/>
          <p:nvPr>
            <p:ph idx="15" type="subTitle"/>
          </p:nvPr>
        </p:nvSpPr>
        <p:spPr>
          <a:xfrm>
            <a:off x="5553033" y="4075100"/>
            <a:ext cx="2305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Raleway"/>
              <a:buNone/>
              <a:defRPr sz="1800">
                <a:solidFill>
                  <a:schemeClr val="dk1"/>
                </a:solidFill>
                <a:latin typeface="Kanit Medium"/>
                <a:ea typeface="Kanit Medium"/>
                <a:cs typeface="Kanit Medium"/>
                <a:sym typeface="Kanit Medium"/>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spTree>
      <p:nvGrpSpPr>
        <p:cNvPr id="237" name="Shape 237"/>
        <p:cNvGrpSpPr/>
        <p:nvPr/>
      </p:nvGrpSpPr>
      <p:grpSpPr>
        <a:xfrm>
          <a:off x="0" y="0"/>
          <a:ext cx="0" cy="0"/>
          <a:chOff x="0" y="0"/>
          <a:chExt cx="0" cy="0"/>
        </a:xfrm>
      </p:grpSpPr>
      <p:grpSp>
        <p:nvGrpSpPr>
          <p:cNvPr id="238" name="Google Shape;238;p14"/>
          <p:cNvGrpSpPr/>
          <p:nvPr/>
        </p:nvGrpSpPr>
        <p:grpSpPr>
          <a:xfrm>
            <a:off x="114300" y="114300"/>
            <a:ext cx="8915400" cy="4916400"/>
            <a:chOff x="114300" y="114300"/>
            <a:chExt cx="8915400" cy="4916400"/>
          </a:xfrm>
        </p:grpSpPr>
        <p:sp>
          <p:nvSpPr>
            <p:cNvPr id="239" name="Google Shape;239;p14"/>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 name="Google Shape;240;p14"/>
            <p:cNvGrpSpPr/>
            <p:nvPr/>
          </p:nvGrpSpPr>
          <p:grpSpPr>
            <a:xfrm>
              <a:off x="8428894" y="4608500"/>
              <a:ext cx="390900" cy="286025"/>
              <a:chOff x="719994" y="4310738"/>
              <a:chExt cx="390900" cy="286025"/>
            </a:xfrm>
          </p:grpSpPr>
          <p:sp>
            <p:nvSpPr>
              <p:cNvPr id="241" name="Google Shape;241;p14"/>
              <p:cNvSpPr/>
              <p:nvPr/>
            </p:nvSpPr>
            <p:spPr>
              <a:xfrm rot="5400000">
                <a:off x="102509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4"/>
              <p:cNvSpPr/>
              <p:nvPr/>
            </p:nvSpPr>
            <p:spPr>
              <a:xfrm rot="5400000">
                <a:off x="102509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rot="5400000">
                <a:off x="87254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
              <p:cNvSpPr/>
              <p:nvPr/>
            </p:nvSpPr>
            <p:spPr>
              <a:xfrm rot="5400000">
                <a:off x="87254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
              <p:cNvSpPr/>
              <p:nvPr/>
            </p:nvSpPr>
            <p:spPr>
              <a:xfrm rot="5400000">
                <a:off x="71999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4"/>
              <p:cNvSpPr/>
              <p:nvPr/>
            </p:nvSpPr>
            <p:spPr>
              <a:xfrm rot="5400000">
                <a:off x="71999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 name="Google Shape;247;p14"/>
            <p:cNvGrpSpPr/>
            <p:nvPr/>
          </p:nvGrpSpPr>
          <p:grpSpPr>
            <a:xfrm rot="10800000">
              <a:off x="281581" y="535000"/>
              <a:ext cx="286025" cy="1306200"/>
              <a:chOff x="978925" y="1314225"/>
              <a:chExt cx="286025" cy="1306200"/>
            </a:xfrm>
          </p:grpSpPr>
          <p:sp>
            <p:nvSpPr>
              <p:cNvPr id="248" name="Google Shape;248;p14"/>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4"/>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4"/>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4"/>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4"/>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4"/>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4"/>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4"/>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4"/>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4"/>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4"/>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4"/>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4"/>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4"/>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6" name="Google Shape;266;p14"/>
          <p:cNvSpPr txBox="1"/>
          <p:nvPr>
            <p:ph type="title"/>
          </p:nvPr>
        </p:nvSpPr>
        <p:spPr>
          <a:xfrm>
            <a:off x="720000" y="53733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1">
    <p:spTree>
      <p:nvGrpSpPr>
        <p:cNvPr id="267" name="Shape 267"/>
        <p:cNvGrpSpPr/>
        <p:nvPr/>
      </p:nvGrpSpPr>
      <p:grpSpPr>
        <a:xfrm>
          <a:off x="0" y="0"/>
          <a:ext cx="0" cy="0"/>
          <a:chOff x="0" y="0"/>
          <a:chExt cx="0" cy="0"/>
        </a:xfrm>
      </p:grpSpPr>
      <p:grpSp>
        <p:nvGrpSpPr>
          <p:cNvPr id="268" name="Google Shape;268;p15"/>
          <p:cNvGrpSpPr/>
          <p:nvPr/>
        </p:nvGrpSpPr>
        <p:grpSpPr>
          <a:xfrm>
            <a:off x="114300" y="114300"/>
            <a:ext cx="8915400" cy="4916400"/>
            <a:chOff x="114300" y="114300"/>
            <a:chExt cx="8915400" cy="4916400"/>
          </a:xfrm>
        </p:grpSpPr>
        <p:sp>
          <p:nvSpPr>
            <p:cNvPr id="269" name="Google Shape;269;p15"/>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0" name="Google Shape;270;p15"/>
            <p:cNvGrpSpPr/>
            <p:nvPr/>
          </p:nvGrpSpPr>
          <p:grpSpPr>
            <a:xfrm rot="5400000">
              <a:off x="8528869" y="587438"/>
              <a:ext cx="390900" cy="286025"/>
              <a:chOff x="719994" y="4310738"/>
              <a:chExt cx="390900" cy="286025"/>
            </a:xfrm>
          </p:grpSpPr>
          <p:sp>
            <p:nvSpPr>
              <p:cNvPr id="271" name="Google Shape;271;p15"/>
              <p:cNvSpPr/>
              <p:nvPr/>
            </p:nvSpPr>
            <p:spPr>
              <a:xfrm rot="5400000">
                <a:off x="102509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p:nvPr/>
            </p:nvSpPr>
            <p:spPr>
              <a:xfrm rot="5400000">
                <a:off x="102509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p:nvPr/>
            </p:nvSpPr>
            <p:spPr>
              <a:xfrm rot="5400000">
                <a:off x="87254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5"/>
              <p:cNvSpPr/>
              <p:nvPr/>
            </p:nvSpPr>
            <p:spPr>
              <a:xfrm rot="5400000">
                <a:off x="87254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5"/>
              <p:cNvSpPr/>
              <p:nvPr/>
            </p:nvSpPr>
            <p:spPr>
              <a:xfrm rot="5400000">
                <a:off x="71999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rot="5400000">
                <a:off x="71999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7" name="Google Shape;277;p15"/>
            <p:cNvGrpSpPr/>
            <p:nvPr/>
          </p:nvGrpSpPr>
          <p:grpSpPr>
            <a:xfrm rot="-5400000">
              <a:off x="1225181" y="4098413"/>
              <a:ext cx="286025" cy="1306200"/>
              <a:chOff x="978925" y="1314225"/>
              <a:chExt cx="286025" cy="1306200"/>
            </a:xfrm>
          </p:grpSpPr>
          <p:sp>
            <p:nvSpPr>
              <p:cNvPr id="278" name="Google Shape;278;p15"/>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5"/>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5"/>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5"/>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5"/>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5"/>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5"/>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5"/>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5"/>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5"/>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6" name="Google Shape;296;p15"/>
          <p:cNvSpPr txBox="1"/>
          <p:nvPr>
            <p:ph type="title"/>
          </p:nvPr>
        </p:nvSpPr>
        <p:spPr>
          <a:xfrm>
            <a:off x="720000" y="53733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1_1">
    <p:spTree>
      <p:nvGrpSpPr>
        <p:cNvPr id="297" name="Shape 297"/>
        <p:cNvGrpSpPr/>
        <p:nvPr/>
      </p:nvGrpSpPr>
      <p:grpSpPr>
        <a:xfrm>
          <a:off x="0" y="0"/>
          <a:ext cx="0" cy="0"/>
          <a:chOff x="0" y="0"/>
          <a:chExt cx="0" cy="0"/>
        </a:xfrm>
      </p:grpSpPr>
      <p:grpSp>
        <p:nvGrpSpPr>
          <p:cNvPr id="298" name="Google Shape;298;p16"/>
          <p:cNvGrpSpPr/>
          <p:nvPr/>
        </p:nvGrpSpPr>
        <p:grpSpPr>
          <a:xfrm>
            <a:off x="114300" y="114300"/>
            <a:ext cx="8915400" cy="4916400"/>
            <a:chOff x="114300" y="114300"/>
            <a:chExt cx="8915400" cy="4916400"/>
          </a:xfrm>
        </p:grpSpPr>
        <p:sp>
          <p:nvSpPr>
            <p:cNvPr id="299" name="Google Shape;299;p16"/>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 name="Google Shape;300;p16"/>
            <p:cNvGrpSpPr/>
            <p:nvPr/>
          </p:nvGrpSpPr>
          <p:grpSpPr>
            <a:xfrm rot="10800000">
              <a:off x="275456" y="535000"/>
              <a:ext cx="286025" cy="1306200"/>
              <a:chOff x="978925" y="1314225"/>
              <a:chExt cx="286025" cy="1306200"/>
            </a:xfrm>
          </p:grpSpPr>
          <p:sp>
            <p:nvSpPr>
              <p:cNvPr id="301" name="Google Shape;301;p16"/>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6"/>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6"/>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6"/>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6"/>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6"/>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6"/>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6"/>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6"/>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6"/>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6"/>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6"/>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6"/>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6"/>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6"/>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6"/>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6"/>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6"/>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 name="Google Shape;319;p16"/>
            <p:cNvGrpSpPr/>
            <p:nvPr/>
          </p:nvGrpSpPr>
          <p:grpSpPr>
            <a:xfrm rot="10800000">
              <a:off x="8587356" y="3302300"/>
              <a:ext cx="286025" cy="1306200"/>
              <a:chOff x="978925" y="1314225"/>
              <a:chExt cx="286025" cy="1306200"/>
            </a:xfrm>
          </p:grpSpPr>
          <p:sp>
            <p:nvSpPr>
              <p:cNvPr id="320" name="Google Shape;320;p16"/>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6"/>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6"/>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6"/>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6"/>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6"/>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6"/>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6"/>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6"/>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6"/>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6"/>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2" name="Google Shape;332;p16"/>
          <p:cNvSpPr txBox="1"/>
          <p:nvPr>
            <p:ph type="title"/>
          </p:nvPr>
        </p:nvSpPr>
        <p:spPr>
          <a:xfrm>
            <a:off x="720000" y="53733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33" name="Shape 333"/>
        <p:cNvGrpSpPr/>
        <p:nvPr/>
      </p:nvGrpSpPr>
      <p:grpSpPr>
        <a:xfrm>
          <a:off x="0" y="0"/>
          <a:ext cx="0" cy="0"/>
          <a:chOff x="0" y="0"/>
          <a:chExt cx="0" cy="0"/>
        </a:xfrm>
      </p:grpSpPr>
      <p:grpSp>
        <p:nvGrpSpPr>
          <p:cNvPr id="334" name="Google Shape;334;p17"/>
          <p:cNvGrpSpPr/>
          <p:nvPr/>
        </p:nvGrpSpPr>
        <p:grpSpPr>
          <a:xfrm>
            <a:off x="114300" y="114300"/>
            <a:ext cx="8915400" cy="4916400"/>
            <a:chOff x="114300" y="114300"/>
            <a:chExt cx="8915400" cy="4916400"/>
          </a:xfrm>
        </p:grpSpPr>
        <p:sp>
          <p:nvSpPr>
            <p:cNvPr id="335" name="Google Shape;335;p17"/>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6" name="Google Shape;336;p17"/>
            <p:cNvGrpSpPr/>
            <p:nvPr/>
          </p:nvGrpSpPr>
          <p:grpSpPr>
            <a:xfrm rot="10800000">
              <a:off x="275456" y="535000"/>
              <a:ext cx="286025" cy="1306200"/>
              <a:chOff x="978925" y="1314225"/>
              <a:chExt cx="286025" cy="1306200"/>
            </a:xfrm>
          </p:grpSpPr>
          <p:sp>
            <p:nvSpPr>
              <p:cNvPr id="337" name="Google Shape;337;p17"/>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7"/>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7"/>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7"/>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7"/>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7"/>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7"/>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7"/>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7"/>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7"/>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7"/>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7"/>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7"/>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7"/>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7"/>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7"/>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7"/>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7"/>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 name="Google Shape;355;p17"/>
            <p:cNvGrpSpPr/>
            <p:nvPr/>
          </p:nvGrpSpPr>
          <p:grpSpPr>
            <a:xfrm rot="10800000">
              <a:off x="8587356" y="3302300"/>
              <a:ext cx="286025" cy="1306200"/>
              <a:chOff x="978925" y="1314225"/>
              <a:chExt cx="286025" cy="1306200"/>
            </a:xfrm>
          </p:grpSpPr>
          <p:sp>
            <p:nvSpPr>
              <p:cNvPr id="356" name="Google Shape;356;p17"/>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7"/>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7"/>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7"/>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7"/>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7"/>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7"/>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7"/>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7"/>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7"/>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7"/>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68" name="Google Shape;368;p17"/>
          <p:cNvSpPr txBox="1"/>
          <p:nvPr>
            <p:ph idx="1" type="subTitle"/>
          </p:nvPr>
        </p:nvSpPr>
        <p:spPr>
          <a:xfrm>
            <a:off x="1019900" y="2013188"/>
            <a:ext cx="3988800" cy="20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AutoNum type="arabicPeriod"/>
              <a:defRPr/>
            </a:lvl1pPr>
            <a:lvl2pPr lvl="1" rtl="0">
              <a:lnSpc>
                <a:spcPct val="100000"/>
              </a:lnSpc>
              <a:spcBef>
                <a:spcPts val="0"/>
              </a:spcBef>
              <a:spcAft>
                <a:spcPts val="0"/>
              </a:spcAft>
              <a:buSzPts val="1600"/>
              <a:buAutoNum type="alphaLcPeriod"/>
              <a:defRPr sz="1600"/>
            </a:lvl2pPr>
            <a:lvl3pPr lvl="2" rtl="0">
              <a:lnSpc>
                <a:spcPct val="100000"/>
              </a:lnSpc>
              <a:spcBef>
                <a:spcPts val="0"/>
              </a:spcBef>
              <a:spcAft>
                <a:spcPts val="0"/>
              </a:spcAft>
              <a:buSzPts val="1600"/>
              <a:buAutoNum type="romanLcPeriod"/>
              <a:defRPr sz="1600"/>
            </a:lvl3pPr>
            <a:lvl4pPr lvl="3" rtl="0">
              <a:lnSpc>
                <a:spcPct val="100000"/>
              </a:lnSpc>
              <a:spcBef>
                <a:spcPts val="0"/>
              </a:spcBef>
              <a:spcAft>
                <a:spcPts val="0"/>
              </a:spcAft>
              <a:buSzPts val="1600"/>
              <a:buAutoNum type="arabicPeriod"/>
              <a:defRPr sz="1600"/>
            </a:lvl4pPr>
            <a:lvl5pPr lvl="4" rtl="0">
              <a:lnSpc>
                <a:spcPct val="100000"/>
              </a:lnSpc>
              <a:spcBef>
                <a:spcPts val="0"/>
              </a:spcBef>
              <a:spcAft>
                <a:spcPts val="0"/>
              </a:spcAft>
              <a:buSzPts val="1600"/>
              <a:buAutoNum type="alphaLcPeriod"/>
              <a:defRPr sz="1600"/>
            </a:lvl5pPr>
            <a:lvl6pPr lvl="5" rtl="0">
              <a:lnSpc>
                <a:spcPct val="100000"/>
              </a:lnSpc>
              <a:spcBef>
                <a:spcPts val="0"/>
              </a:spcBef>
              <a:spcAft>
                <a:spcPts val="0"/>
              </a:spcAft>
              <a:buSzPts val="1600"/>
              <a:buAutoNum type="romanLcPeriod"/>
              <a:defRPr sz="1600"/>
            </a:lvl6pPr>
            <a:lvl7pPr lvl="6" rtl="0">
              <a:lnSpc>
                <a:spcPct val="100000"/>
              </a:lnSpc>
              <a:spcBef>
                <a:spcPts val="0"/>
              </a:spcBef>
              <a:spcAft>
                <a:spcPts val="0"/>
              </a:spcAft>
              <a:buSzPts val="1600"/>
              <a:buAutoNum type="arabicPeriod"/>
              <a:defRPr sz="1600"/>
            </a:lvl7pPr>
            <a:lvl8pPr lvl="7" rtl="0">
              <a:lnSpc>
                <a:spcPct val="100000"/>
              </a:lnSpc>
              <a:spcBef>
                <a:spcPts val="0"/>
              </a:spcBef>
              <a:spcAft>
                <a:spcPts val="0"/>
              </a:spcAft>
              <a:buSzPts val="1600"/>
              <a:buAutoNum type="alphaLcPeriod"/>
              <a:defRPr sz="1600"/>
            </a:lvl8pPr>
            <a:lvl9pPr lvl="8" rtl="0">
              <a:lnSpc>
                <a:spcPct val="100000"/>
              </a:lnSpc>
              <a:spcBef>
                <a:spcPts val="0"/>
              </a:spcBef>
              <a:spcAft>
                <a:spcPts val="0"/>
              </a:spcAft>
              <a:buSzPts val="1600"/>
              <a:buAutoNum type="romanLcPeriod"/>
              <a:defRPr sz="1600"/>
            </a:lvl9pPr>
          </a:lstStyle>
          <a:p/>
        </p:txBody>
      </p:sp>
      <p:sp>
        <p:nvSpPr>
          <p:cNvPr id="369" name="Google Shape;369;p17"/>
          <p:cNvSpPr txBox="1"/>
          <p:nvPr>
            <p:ph type="title"/>
          </p:nvPr>
        </p:nvSpPr>
        <p:spPr>
          <a:xfrm>
            <a:off x="1019900" y="1074713"/>
            <a:ext cx="3988800" cy="104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70" name="Shape 370"/>
        <p:cNvGrpSpPr/>
        <p:nvPr/>
      </p:nvGrpSpPr>
      <p:grpSpPr>
        <a:xfrm>
          <a:off x="0" y="0"/>
          <a:ext cx="0" cy="0"/>
          <a:chOff x="0" y="0"/>
          <a:chExt cx="0" cy="0"/>
        </a:xfrm>
      </p:grpSpPr>
      <p:grpSp>
        <p:nvGrpSpPr>
          <p:cNvPr id="371" name="Google Shape;371;p18"/>
          <p:cNvGrpSpPr/>
          <p:nvPr/>
        </p:nvGrpSpPr>
        <p:grpSpPr>
          <a:xfrm>
            <a:off x="114300" y="114300"/>
            <a:ext cx="8915400" cy="4916400"/>
            <a:chOff x="114300" y="114300"/>
            <a:chExt cx="8915400" cy="4916400"/>
          </a:xfrm>
        </p:grpSpPr>
        <p:sp>
          <p:nvSpPr>
            <p:cNvPr id="372" name="Google Shape;372;p18"/>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3" name="Google Shape;373;p18"/>
            <p:cNvGrpSpPr/>
            <p:nvPr/>
          </p:nvGrpSpPr>
          <p:grpSpPr>
            <a:xfrm>
              <a:off x="8428894" y="4608500"/>
              <a:ext cx="390900" cy="286025"/>
              <a:chOff x="719994" y="4310738"/>
              <a:chExt cx="390900" cy="286025"/>
            </a:xfrm>
          </p:grpSpPr>
          <p:sp>
            <p:nvSpPr>
              <p:cNvPr id="374" name="Google Shape;374;p18"/>
              <p:cNvSpPr/>
              <p:nvPr/>
            </p:nvSpPr>
            <p:spPr>
              <a:xfrm rot="5400000">
                <a:off x="102509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8"/>
              <p:cNvSpPr/>
              <p:nvPr/>
            </p:nvSpPr>
            <p:spPr>
              <a:xfrm rot="5400000">
                <a:off x="102509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8"/>
              <p:cNvSpPr/>
              <p:nvPr/>
            </p:nvSpPr>
            <p:spPr>
              <a:xfrm rot="5400000">
                <a:off x="87254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8"/>
              <p:cNvSpPr/>
              <p:nvPr/>
            </p:nvSpPr>
            <p:spPr>
              <a:xfrm rot="5400000">
                <a:off x="87254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8"/>
              <p:cNvSpPr/>
              <p:nvPr/>
            </p:nvSpPr>
            <p:spPr>
              <a:xfrm rot="5400000">
                <a:off x="71999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8"/>
              <p:cNvSpPr/>
              <p:nvPr/>
            </p:nvSpPr>
            <p:spPr>
              <a:xfrm rot="5400000">
                <a:off x="71999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 name="Google Shape;380;p18"/>
            <p:cNvGrpSpPr/>
            <p:nvPr/>
          </p:nvGrpSpPr>
          <p:grpSpPr>
            <a:xfrm rot="10800000">
              <a:off x="281581" y="535000"/>
              <a:ext cx="286025" cy="1306200"/>
              <a:chOff x="978925" y="1314225"/>
              <a:chExt cx="286025" cy="1306200"/>
            </a:xfrm>
          </p:grpSpPr>
          <p:sp>
            <p:nvSpPr>
              <p:cNvPr id="381" name="Google Shape;381;p18"/>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8"/>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8"/>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8"/>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8"/>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8"/>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8"/>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8"/>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8"/>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8"/>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8"/>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8"/>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8"/>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8"/>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8"/>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8"/>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8"/>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9" name="Google Shape;399;p18"/>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0" name="Google Shape;400;p18"/>
          <p:cNvSpPr txBox="1"/>
          <p:nvPr>
            <p:ph idx="1" type="subTitle"/>
          </p:nvPr>
        </p:nvSpPr>
        <p:spPr>
          <a:xfrm>
            <a:off x="1256975" y="2327175"/>
            <a:ext cx="2108400" cy="457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1" name="Google Shape;401;p18"/>
          <p:cNvSpPr txBox="1"/>
          <p:nvPr>
            <p:ph idx="2" type="subTitle"/>
          </p:nvPr>
        </p:nvSpPr>
        <p:spPr>
          <a:xfrm>
            <a:off x="1256977" y="2636015"/>
            <a:ext cx="2108400" cy="89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02" name="Google Shape;402;p18"/>
          <p:cNvSpPr txBox="1"/>
          <p:nvPr>
            <p:ph idx="3" type="subTitle"/>
          </p:nvPr>
        </p:nvSpPr>
        <p:spPr>
          <a:xfrm>
            <a:off x="3517776" y="2636015"/>
            <a:ext cx="2108400" cy="89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03" name="Google Shape;403;p18"/>
          <p:cNvSpPr txBox="1"/>
          <p:nvPr>
            <p:ph idx="4" type="subTitle"/>
          </p:nvPr>
        </p:nvSpPr>
        <p:spPr>
          <a:xfrm>
            <a:off x="5778575" y="2636015"/>
            <a:ext cx="2108400" cy="89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04" name="Google Shape;404;p18"/>
          <p:cNvSpPr txBox="1"/>
          <p:nvPr>
            <p:ph idx="5" type="subTitle"/>
          </p:nvPr>
        </p:nvSpPr>
        <p:spPr>
          <a:xfrm>
            <a:off x="3517775" y="2327175"/>
            <a:ext cx="2108400" cy="457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5" name="Google Shape;405;p18"/>
          <p:cNvSpPr txBox="1"/>
          <p:nvPr>
            <p:ph idx="6" type="subTitle"/>
          </p:nvPr>
        </p:nvSpPr>
        <p:spPr>
          <a:xfrm>
            <a:off x="5778576" y="2327175"/>
            <a:ext cx="2108400" cy="457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406" name="Shape 406"/>
        <p:cNvGrpSpPr/>
        <p:nvPr/>
      </p:nvGrpSpPr>
      <p:grpSpPr>
        <a:xfrm>
          <a:off x="0" y="0"/>
          <a:ext cx="0" cy="0"/>
          <a:chOff x="0" y="0"/>
          <a:chExt cx="0" cy="0"/>
        </a:xfrm>
      </p:grpSpPr>
      <p:grpSp>
        <p:nvGrpSpPr>
          <p:cNvPr id="407" name="Google Shape;407;p19"/>
          <p:cNvGrpSpPr/>
          <p:nvPr/>
        </p:nvGrpSpPr>
        <p:grpSpPr>
          <a:xfrm>
            <a:off x="114300" y="114300"/>
            <a:ext cx="8915400" cy="4916400"/>
            <a:chOff x="114300" y="114300"/>
            <a:chExt cx="8915400" cy="4916400"/>
          </a:xfrm>
        </p:grpSpPr>
        <p:sp>
          <p:nvSpPr>
            <p:cNvPr id="408" name="Google Shape;408;p19"/>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9" name="Google Shape;409;p19"/>
            <p:cNvGrpSpPr/>
            <p:nvPr/>
          </p:nvGrpSpPr>
          <p:grpSpPr>
            <a:xfrm rot="5400000">
              <a:off x="8528869" y="587438"/>
              <a:ext cx="390900" cy="286025"/>
              <a:chOff x="719994" y="4310738"/>
              <a:chExt cx="390900" cy="286025"/>
            </a:xfrm>
          </p:grpSpPr>
          <p:sp>
            <p:nvSpPr>
              <p:cNvPr id="410" name="Google Shape;410;p19"/>
              <p:cNvSpPr/>
              <p:nvPr/>
            </p:nvSpPr>
            <p:spPr>
              <a:xfrm rot="5400000">
                <a:off x="102509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9"/>
              <p:cNvSpPr/>
              <p:nvPr/>
            </p:nvSpPr>
            <p:spPr>
              <a:xfrm rot="5400000">
                <a:off x="102509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9"/>
              <p:cNvSpPr/>
              <p:nvPr/>
            </p:nvSpPr>
            <p:spPr>
              <a:xfrm rot="5400000">
                <a:off x="87254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9"/>
              <p:cNvSpPr/>
              <p:nvPr/>
            </p:nvSpPr>
            <p:spPr>
              <a:xfrm rot="5400000">
                <a:off x="87254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9"/>
              <p:cNvSpPr/>
              <p:nvPr/>
            </p:nvSpPr>
            <p:spPr>
              <a:xfrm rot="5400000">
                <a:off x="71999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9"/>
              <p:cNvSpPr/>
              <p:nvPr/>
            </p:nvSpPr>
            <p:spPr>
              <a:xfrm rot="5400000">
                <a:off x="71999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 name="Google Shape;416;p19"/>
            <p:cNvGrpSpPr/>
            <p:nvPr/>
          </p:nvGrpSpPr>
          <p:grpSpPr>
            <a:xfrm rot="-5400000">
              <a:off x="1225181" y="4098413"/>
              <a:ext cx="286025" cy="1306200"/>
              <a:chOff x="978925" y="1314225"/>
              <a:chExt cx="286025" cy="1306200"/>
            </a:xfrm>
          </p:grpSpPr>
          <p:sp>
            <p:nvSpPr>
              <p:cNvPr id="417" name="Google Shape;417;p19"/>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9"/>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9"/>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9"/>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9"/>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9"/>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9"/>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9"/>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9"/>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9"/>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9"/>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9"/>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9"/>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9"/>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9"/>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9"/>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5" name="Google Shape;435;p19"/>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36" name="Google Shape;436;p19"/>
          <p:cNvSpPr txBox="1"/>
          <p:nvPr>
            <p:ph idx="1" type="subTitle"/>
          </p:nvPr>
        </p:nvSpPr>
        <p:spPr>
          <a:xfrm>
            <a:off x="1392336" y="1382675"/>
            <a:ext cx="2967000" cy="457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37" name="Google Shape;437;p19"/>
          <p:cNvSpPr txBox="1"/>
          <p:nvPr>
            <p:ph idx="2" type="subTitle"/>
          </p:nvPr>
        </p:nvSpPr>
        <p:spPr>
          <a:xfrm>
            <a:off x="1392338" y="1694277"/>
            <a:ext cx="2967000" cy="1027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8" name="Google Shape;438;p19"/>
          <p:cNvSpPr txBox="1"/>
          <p:nvPr>
            <p:ph idx="3" type="subTitle"/>
          </p:nvPr>
        </p:nvSpPr>
        <p:spPr>
          <a:xfrm>
            <a:off x="4784664" y="1694277"/>
            <a:ext cx="2967000" cy="1027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9" name="Google Shape;439;p19"/>
          <p:cNvSpPr txBox="1"/>
          <p:nvPr>
            <p:ph idx="4" type="subTitle"/>
          </p:nvPr>
        </p:nvSpPr>
        <p:spPr>
          <a:xfrm>
            <a:off x="1392338" y="2985402"/>
            <a:ext cx="2967000" cy="1027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40" name="Google Shape;440;p19"/>
          <p:cNvSpPr txBox="1"/>
          <p:nvPr>
            <p:ph idx="5" type="subTitle"/>
          </p:nvPr>
        </p:nvSpPr>
        <p:spPr>
          <a:xfrm>
            <a:off x="4784664" y="2985402"/>
            <a:ext cx="2967000" cy="1027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41" name="Google Shape;441;p19"/>
          <p:cNvSpPr txBox="1"/>
          <p:nvPr>
            <p:ph idx="6" type="subTitle"/>
          </p:nvPr>
        </p:nvSpPr>
        <p:spPr>
          <a:xfrm>
            <a:off x="1392336" y="2673800"/>
            <a:ext cx="2967000" cy="457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42" name="Google Shape;442;p19"/>
          <p:cNvSpPr txBox="1"/>
          <p:nvPr>
            <p:ph idx="7" type="subTitle"/>
          </p:nvPr>
        </p:nvSpPr>
        <p:spPr>
          <a:xfrm>
            <a:off x="4784661" y="1382675"/>
            <a:ext cx="2967000" cy="457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43" name="Google Shape;443;p19"/>
          <p:cNvSpPr txBox="1"/>
          <p:nvPr>
            <p:ph idx="8" type="subTitle"/>
          </p:nvPr>
        </p:nvSpPr>
        <p:spPr>
          <a:xfrm>
            <a:off x="4784661" y="2673800"/>
            <a:ext cx="2967000" cy="457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44" name="Google Shape;444;p19"/>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445" name="Shape 445"/>
        <p:cNvGrpSpPr/>
        <p:nvPr/>
      </p:nvGrpSpPr>
      <p:grpSpPr>
        <a:xfrm>
          <a:off x="0" y="0"/>
          <a:ext cx="0" cy="0"/>
          <a:chOff x="0" y="0"/>
          <a:chExt cx="0" cy="0"/>
        </a:xfrm>
      </p:grpSpPr>
      <p:grpSp>
        <p:nvGrpSpPr>
          <p:cNvPr id="446" name="Google Shape;446;p20"/>
          <p:cNvGrpSpPr/>
          <p:nvPr/>
        </p:nvGrpSpPr>
        <p:grpSpPr>
          <a:xfrm>
            <a:off x="114300" y="114300"/>
            <a:ext cx="8915400" cy="4916400"/>
            <a:chOff x="114300" y="114300"/>
            <a:chExt cx="8915400" cy="4916400"/>
          </a:xfrm>
        </p:grpSpPr>
        <p:sp>
          <p:nvSpPr>
            <p:cNvPr id="447" name="Google Shape;447;p20"/>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8" name="Google Shape;448;p20"/>
            <p:cNvGrpSpPr/>
            <p:nvPr/>
          </p:nvGrpSpPr>
          <p:grpSpPr>
            <a:xfrm rot="10800000">
              <a:off x="275456" y="535000"/>
              <a:ext cx="286025" cy="1306200"/>
              <a:chOff x="978925" y="1314225"/>
              <a:chExt cx="286025" cy="1306200"/>
            </a:xfrm>
          </p:grpSpPr>
          <p:sp>
            <p:nvSpPr>
              <p:cNvPr id="449" name="Google Shape;449;p20"/>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0"/>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0"/>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0"/>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0"/>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0"/>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0"/>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0"/>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0"/>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0"/>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0"/>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0"/>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0"/>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0"/>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0"/>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0"/>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0"/>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0"/>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 name="Google Shape;467;p20"/>
            <p:cNvGrpSpPr/>
            <p:nvPr/>
          </p:nvGrpSpPr>
          <p:grpSpPr>
            <a:xfrm rot="10800000">
              <a:off x="8587356" y="3302300"/>
              <a:ext cx="286025" cy="1306200"/>
              <a:chOff x="978925" y="1314225"/>
              <a:chExt cx="286025" cy="1306200"/>
            </a:xfrm>
          </p:grpSpPr>
          <p:sp>
            <p:nvSpPr>
              <p:cNvPr id="468" name="Google Shape;468;p20"/>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0"/>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0"/>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0"/>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0"/>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0"/>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0"/>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0"/>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0"/>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0"/>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0"/>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0"/>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80" name="Google Shape;480;p20"/>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81" name="Google Shape;481;p20"/>
          <p:cNvSpPr txBox="1"/>
          <p:nvPr>
            <p:ph idx="1" type="subTitle"/>
          </p:nvPr>
        </p:nvSpPr>
        <p:spPr>
          <a:xfrm>
            <a:off x="868598" y="2078253"/>
            <a:ext cx="2365800" cy="548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82" name="Google Shape;482;p20"/>
          <p:cNvSpPr txBox="1"/>
          <p:nvPr>
            <p:ph idx="2" type="subTitle"/>
          </p:nvPr>
        </p:nvSpPr>
        <p:spPr>
          <a:xfrm>
            <a:off x="3391447" y="2078253"/>
            <a:ext cx="2365800" cy="548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83" name="Google Shape;483;p20"/>
          <p:cNvSpPr txBox="1"/>
          <p:nvPr>
            <p:ph idx="3" type="subTitle"/>
          </p:nvPr>
        </p:nvSpPr>
        <p:spPr>
          <a:xfrm>
            <a:off x="5914296" y="2078253"/>
            <a:ext cx="2361300" cy="548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84" name="Google Shape;484;p20"/>
          <p:cNvSpPr txBox="1"/>
          <p:nvPr>
            <p:ph idx="4" type="subTitle"/>
          </p:nvPr>
        </p:nvSpPr>
        <p:spPr>
          <a:xfrm>
            <a:off x="868598" y="3174375"/>
            <a:ext cx="2365800" cy="548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85" name="Google Shape;485;p20"/>
          <p:cNvSpPr txBox="1"/>
          <p:nvPr>
            <p:ph idx="5" type="subTitle"/>
          </p:nvPr>
        </p:nvSpPr>
        <p:spPr>
          <a:xfrm>
            <a:off x="3391447" y="3174375"/>
            <a:ext cx="2365800" cy="548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86" name="Google Shape;486;p20"/>
          <p:cNvSpPr txBox="1"/>
          <p:nvPr>
            <p:ph idx="6" type="subTitle"/>
          </p:nvPr>
        </p:nvSpPr>
        <p:spPr>
          <a:xfrm>
            <a:off x="5914296" y="3174375"/>
            <a:ext cx="2361300" cy="548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87" name="Google Shape;487;p20"/>
          <p:cNvSpPr txBox="1"/>
          <p:nvPr>
            <p:ph idx="7" type="subTitle"/>
          </p:nvPr>
        </p:nvSpPr>
        <p:spPr>
          <a:xfrm>
            <a:off x="863650" y="1767325"/>
            <a:ext cx="2365800" cy="457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88" name="Google Shape;488;p20"/>
          <p:cNvSpPr txBox="1"/>
          <p:nvPr>
            <p:ph idx="8" type="subTitle"/>
          </p:nvPr>
        </p:nvSpPr>
        <p:spPr>
          <a:xfrm>
            <a:off x="3391450" y="1767325"/>
            <a:ext cx="2365800" cy="457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89" name="Google Shape;489;p20"/>
          <p:cNvSpPr txBox="1"/>
          <p:nvPr>
            <p:ph idx="9" type="subTitle"/>
          </p:nvPr>
        </p:nvSpPr>
        <p:spPr>
          <a:xfrm>
            <a:off x="5919251" y="1767325"/>
            <a:ext cx="2361300" cy="457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90" name="Google Shape;490;p20"/>
          <p:cNvSpPr txBox="1"/>
          <p:nvPr>
            <p:ph idx="13" type="subTitle"/>
          </p:nvPr>
        </p:nvSpPr>
        <p:spPr>
          <a:xfrm>
            <a:off x="863981" y="2858935"/>
            <a:ext cx="2365800" cy="457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91" name="Google Shape;491;p20"/>
          <p:cNvSpPr txBox="1"/>
          <p:nvPr>
            <p:ph idx="14" type="subTitle"/>
          </p:nvPr>
        </p:nvSpPr>
        <p:spPr>
          <a:xfrm>
            <a:off x="3390361" y="2858935"/>
            <a:ext cx="2365800" cy="457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92" name="Google Shape;492;p20"/>
          <p:cNvSpPr txBox="1"/>
          <p:nvPr>
            <p:ph idx="15" type="subTitle"/>
          </p:nvPr>
        </p:nvSpPr>
        <p:spPr>
          <a:xfrm>
            <a:off x="5916741" y="2858935"/>
            <a:ext cx="2365800" cy="457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493" name="Shape 493"/>
        <p:cNvGrpSpPr/>
        <p:nvPr/>
      </p:nvGrpSpPr>
      <p:grpSpPr>
        <a:xfrm>
          <a:off x="0" y="0"/>
          <a:ext cx="0" cy="0"/>
          <a:chOff x="0" y="0"/>
          <a:chExt cx="0" cy="0"/>
        </a:xfrm>
      </p:grpSpPr>
      <p:sp>
        <p:nvSpPr>
          <p:cNvPr id="494" name="Google Shape;494;p21"/>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1"/>
          <p:cNvSpPr txBox="1"/>
          <p:nvPr>
            <p:ph hasCustomPrompt="1" type="title"/>
          </p:nvPr>
        </p:nvSpPr>
        <p:spPr>
          <a:xfrm>
            <a:off x="4338303" y="797125"/>
            <a:ext cx="3955200" cy="8283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4800">
                <a:solidFill>
                  <a:schemeClr val="accen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96" name="Google Shape;496;p21"/>
          <p:cNvSpPr txBox="1"/>
          <p:nvPr>
            <p:ph idx="1" type="subTitle"/>
          </p:nvPr>
        </p:nvSpPr>
        <p:spPr>
          <a:xfrm>
            <a:off x="4338303" y="1460568"/>
            <a:ext cx="3955200" cy="44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97" name="Google Shape;497;p21"/>
          <p:cNvSpPr txBox="1"/>
          <p:nvPr>
            <p:ph hasCustomPrompt="1" idx="2" type="title"/>
          </p:nvPr>
        </p:nvSpPr>
        <p:spPr>
          <a:xfrm>
            <a:off x="4338303" y="2017429"/>
            <a:ext cx="3955200" cy="8283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4800">
                <a:solidFill>
                  <a:schemeClr val="accen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98" name="Google Shape;498;p21"/>
          <p:cNvSpPr txBox="1"/>
          <p:nvPr>
            <p:ph idx="3" type="subTitle"/>
          </p:nvPr>
        </p:nvSpPr>
        <p:spPr>
          <a:xfrm>
            <a:off x="4338303" y="2680871"/>
            <a:ext cx="3955200" cy="44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99" name="Google Shape;499;p21"/>
          <p:cNvSpPr txBox="1"/>
          <p:nvPr>
            <p:ph hasCustomPrompt="1" idx="4" type="title"/>
          </p:nvPr>
        </p:nvSpPr>
        <p:spPr>
          <a:xfrm>
            <a:off x="4338303" y="3237732"/>
            <a:ext cx="3955200" cy="8283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4800">
                <a:solidFill>
                  <a:schemeClr val="accen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500" name="Google Shape;500;p21"/>
          <p:cNvSpPr txBox="1"/>
          <p:nvPr>
            <p:ph idx="5" type="subTitle"/>
          </p:nvPr>
        </p:nvSpPr>
        <p:spPr>
          <a:xfrm>
            <a:off x="4338303" y="3901175"/>
            <a:ext cx="3955200" cy="44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501" name="Shape 501"/>
        <p:cNvGrpSpPr/>
        <p:nvPr/>
      </p:nvGrpSpPr>
      <p:grpSpPr>
        <a:xfrm>
          <a:off x="0" y="0"/>
          <a:ext cx="0" cy="0"/>
          <a:chOff x="0" y="0"/>
          <a:chExt cx="0" cy="0"/>
        </a:xfrm>
      </p:grpSpPr>
      <p:sp>
        <p:nvSpPr>
          <p:cNvPr id="502" name="Google Shape;502;p22"/>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2"/>
          <p:cNvSpPr txBox="1"/>
          <p:nvPr>
            <p:ph type="ctrTitle"/>
          </p:nvPr>
        </p:nvSpPr>
        <p:spPr>
          <a:xfrm>
            <a:off x="4549500" y="885150"/>
            <a:ext cx="3879300" cy="1056300"/>
          </a:xfrm>
          <a:prstGeom prst="rect">
            <a:avLst/>
          </a:prstGeom>
        </p:spPr>
        <p:txBody>
          <a:bodyPr anchorCtr="0" anchor="t" bIns="91425" lIns="91425" spcFirstLastPara="1" rIns="91425" wrap="square" tIns="91425">
            <a:noAutofit/>
          </a:bodyPr>
          <a:lstStyle>
            <a:lvl1pPr lvl="0" rtl="0">
              <a:spcBef>
                <a:spcPts val="0"/>
              </a:spcBef>
              <a:spcAft>
                <a:spcPts val="0"/>
              </a:spcAft>
              <a:buSzPts val="5200"/>
              <a:buNone/>
              <a:defRPr sz="7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04" name="Google Shape;504;p22"/>
          <p:cNvSpPr txBox="1"/>
          <p:nvPr>
            <p:ph idx="1" type="subTitle"/>
          </p:nvPr>
        </p:nvSpPr>
        <p:spPr>
          <a:xfrm>
            <a:off x="4549589" y="1855066"/>
            <a:ext cx="3879300" cy="117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505" name="Google Shape;505;p22"/>
          <p:cNvSpPr txBox="1"/>
          <p:nvPr/>
        </p:nvSpPr>
        <p:spPr>
          <a:xfrm>
            <a:off x="4549566" y="3321674"/>
            <a:ext cx="3879300" cy="615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300"/>
              </a:spcBef>
              <a:spcAft>
                <a:spcPts val="0"/>
              </a:spcAft>
              <a:buNone/>
            </a:pPr>
            <a:r>
              <a:rPr lang="en" sz="1000">
                <a:solidFill>
                  <a:schemeClr val="dk1"/>
                </a:solidFill>
                <a:latin typeface="Roboto"/>
                <a:ea typeface="Roboto"/>
                <a:cs typeface="Roboto"/>
                <a:sym typeface="Roboto"/>
              </a:rPr>
              <a:t>CREDITS: This presentation template was created by </a:t>
            </a:r>
            <a:r>
              <a:rPr b="1" lang="en" sz="1000" u="sng">
                <a:solidFill>
                  <a:schemeClr val="hlink"/>
                </a:solidFill>
                <a:latin typeface="Roboto"/>
                <a:ea typeface="Roboto"/>
                <a:cs typeface="Roboto"/>
                <a:sym typeface="Roboto"/>
                <a:hlinkClick r:id="rId2"/>
              </a:rPr>
              <a:t>Slidesgo</a:t>
            </a:r>
            <a:r>
              <a:rPr lang="en" sz="1000" u="sng">
                <a:solidFill>
                  <a:schemeClr val="dk1"/>
                </a:solidFill>
                <a:latin typeface="Roboto"/>
                <a:ea typeface="Roboto"/>
                <a:cs typeface="Roboto"/>
                <a:sym typeface="Roboto"/>
              </a:rPr>
              <a:t>,</a:t>
            </a:r>
            <a:r>
              <a:rPr lang="en" sz="1000">
                <a:solidFill>
                  <a:schemeClr val="dk1"/>
                </a:solidFill>
                <a:latin typeface="Roboto"/>
                <a:ea typeface="Roboto"/>
                <a:cs typeface="Roboto"/>
                <a:sym typeface="Roboto"/>
              </a:rPr>
              <a:t> including icons by </a:t>
            </a:r>
            <a:r>
              <a:rPr b="1" lang="en" sz="1000" u="sng">
                <a:solidFill>
                  <a:schemeClr val="dk1"/>
                </a:solidFill>
                <a:latin typeface="Roboto"/>
                <a:ea typeface="Roboto"/>
                <a:cs typeface="Roboto"/>
                <a:sym typeface="Roboto"/>
                <a:hlinkClick r:id="rId3">
                  <a:extLst>
                    <a:ext uri="{A12FA001-AC4F-418D-AE19-62706E023703}">
                      <ahyp:hlinkClr val="tx"/>
                    </a:ext>
                  </a:extLst>
                </a:hlinkClick>
              </a:rPr>
              <a:t>Flaticon</a:t>
            </a:r>
            <a:r>
              <a:rPr lang="en" sz="1000" u="sng">
                <a:solidFill>
                  <a:schemeClr val="dk1"/>
                </a:solidFill>
                <a:latin typeface="Roboto"/>
                <a:ea typeface="Roboto"/>
                <a:cs typeface="Roboto"/>
                <a:sym typeface="Roboto"/>
              </a:rPr>
              <a:t>,</a:t>
            </a:r>
            <a:r>
              <a:rPr lang="en" sz="1000">
                <a:solidFill>
                  <a:schemeClr val="dk1"/>
                </a:solidFill>
                <a:latin typeface="Roboto"/>
                <a:ea typeface="Roboto"/>
                <a:cs typeface="Roboto"/>
                <a:sym typeface="Roboto"/>
              </a:rPr>
              <a:t> and infographics &amp; images by </a:t>
            </a:r>
            <a:r>
              <a:rPr b="1" lang="en" sz="1000" u="sng">
                <a:solidFill>
                  <a:schemeClr val="dk1"/>
                </a:solidFill>
                <a:latin typeface="Roboto"/>
                <a:ea typeface="Roboto"/>
                <a:cs typeface="Roboto"/>
                <a:sym typeface="Roboto"/>
                <a:hlinkClick r:id="rId4">
                  <a:extLst>
                    <a:ext uri="{A12FA001-AC4F-418D-AE19-62706E023703}">
                      <ahyp:hlinkClr val="tx"/>
                    </a:ext>
                  </a:extLst>
                </a:hlinkClick>
              </a:rPr>
              <a:t>Freepik</a:t>
            </a:r>
            <a:endParaRPr b="1" sz="1000" u="sng">
              <a:solidFill>
                <a:schemeClr val="dk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506" name="Shape 506"/>
        <p:cNvGrpSpPr/>
        <p:nvPr/>
      </p:nvGrpSpPr>
      <p:grpSpPr>
        <a:xfrm>
          <a:off x="0" y="0"/>
          <a:ext cx="0" cy="0"/>
          <a:chOff x="0" y="0"/>
          <a:chExt cx="0" cy="0"/>
        </a:xfrm>
      </p:grpSpPr>
      <p:grpSp>
        <p:nvGrpSpPr>
          <p:cNvPr id="507" name="Google Shape;507;p23"/>
          <p:cNvGrpSpPr/>
          <p:nvPr/>
        </p:nvGrpSpPr>
        <p:grpSpPr>
          <a:xfrm>
            <a:off x="114300" y="114300"/>
            <a:ext cx="8915400" cy="4916400"/>
            <a:chOff x="114300" y="114300"/>
            <a:chExt cx="8915400" cy="4916400"/>
          </a:xfrm>
        </p:grpSpPr>
        <p:sp>
          <p:nvSpPr>
            <p:cNvPr id="508" name="Google Shape;508;p23"/>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9" name="Google Shape;509;p23"/>
            <p:cNvGrpSpPr/>
            <p:nvPr/>
          </p:nvGrpSpPr>
          <p:grpSpPr>
            <a:xfrm rot="5400000">
              <a:off x="8528869" y="587438"/>
              <a:ext cx="390900" cy="286025"/>
              <a:chOff x="719994" y="4310738"/>
              <a:chExt cx="390900" cy="286025"/>
            </a:xfrm>
          </p:grpSpPr>
          <p:sp>
            <p:nvSpPr>
              <p:cNvPr id="510" name="Google Shape;510;p23"/>
              <p:cNvSpPr/>
              <p:nvPr/>
            </p:nvSpPr>
            <p:spPr>
              <a:xfrm rot="5400000">
                <a:off x="102509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3"/>
              <p:cNvSpPr/>
              <p:nvPr/>
            </p:nvSpPr>
            <p:spPr>
              <a:xfrm rot="5400000">
                <a:off x="102509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3"/>
              <p:cNvSpPr/>
              <p:nvPr/>
            </p:nvSpPr>
            <p:spPr>
              <a:xfrm rot="5400000">
                <a:off x="87254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3"/>
              <p:cNvSpPr/>
              <p:nvPr/>
            </p:nvSpPr>
            <p:spPr>
              <a:xfrm rot="5400000">
                <a:off x="87254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3"/>
              <p:cNvSpPr/>
              <p:nvPr/>
            </p:nvSpPr>
            <p:spPr>
              <a:xfrm rot="5400000">
                <a:off x="71999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3"/>
              <p:cNvSpPr/>
              <p:nvPr/>
            </p:nvSpPr>
            <p:spPr>
              <a:xfrm rot="5400000">
                <a:off x="71999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 name="Google Shape;516;p23"/>
            <p:cNvGrpSpPr/>
            <p:nvPr/>
          </p:nvGrpSpPr>
          <p:grpSpPr>
            <a:xfrm rot="-5400000">
              <a:off x="1225181" y="4098413"/>
              <a:ext cx="286025" cy="1306200"/>
              <a:chOff x="978925" y="1314225"/>
              <a:chExt cx="286025" cy="1306200"/>
            </a:xfrm>
          </p:grpSpPr>
          <p:sp>
            <p:nvSpPr>
              <p:cNvPr id="517" name="Google Shape;517;p23"/>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3"/>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3"/>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3"/>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3"/>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3"/>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3"/>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3"/>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3"/>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3"/>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3"/>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3"/>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3"/>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3"/>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3"/>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3"/>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3"/>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3"/>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535" name="Shape 535"/>
        <p:cNvGrpSpPr/>
        <p:nvPr/>
      </p:nvGrpSpPr>
      <p:grpSpPr>
        <a:xfrm>
          <a:off x="0" y="0"/>
          <a:ext cx="0" cy="0"/>
          <a:chOff x="0" y="0"/>
          <a:chExt cx="0" cy="0"/>
        </a:xfrm>
      </p:grpSpPr>
      <p:grpSp>
        <p:nvGrpSpPr>
          <p:cNvPr id="536" name="Google Shape;536;p24"/>
          <p:cNvGrpSpPr/>
          <p:nvPr/>
        </p:nvGrpSpPr>
        <p:grpSpPr>
          <a:xfrm>
            <a:off x="114300" y="114300"/>
            <a:ext cx="8915400" cy="4916400"/>
            <a:chOff x="114300" y="114300"/>
            <a:chExt cx="8915400" cy="4916400"/>
          </a:xfrm>
        </p:grpSpPr>
        <p:sp>
          <p:nvSpPr>
            <p:cNvPr id="537" name="Google Shape;537;p24"/>
            <p:cNvSpPr/>
            <p:nvPr/>
          </p:nvSpPr>
          <p:spPr>
            <a:xfrm>
              <a:off x="114300" y="114300"/>
              <a:ext cx="8915400" cy="4916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8" name="Google Shape;538;p24"/>
            <p:cNvGrpSpPr/>
            <p:nvPr/>
          </p:nvGrpSpPr>
          <p:grpSpPr>
            <a:xfrm rot="10800000">
              <a:off x="275456" y="535000"/>
              <a:ext cx="286025" cy="1306200"/>
              <a:chOff x="978925" y="1314225"/>
              <a:chExt cx="286025" cy="1306200"/>
            </a:xfrm>
          </p:grpSpPr>
          <p:sp>
            <p:nvSpPr>
              <p:cNvPr id="539" name="Google Shape;539;p24"/>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4"/>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4"/>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4"/>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4"/>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4"/>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4"/>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4"/>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4"/>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4"/>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4"/>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4"/>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4"/>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4"/>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4"/>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4"/>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4"/>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4"/>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 name="Google Shape;557;p24"/>
            <p:cNvGrpSpPr/>
            <p:nvPr/>
          </p:nvGrpSpPr>
          <p:grpSpPr>
            <a:xfrm rot="10800000">
              <a:off x="8587356" y="3302300"/>
              <a:ext cx="286025" cy="1306200"/>
              <a:chOff x="978925" y="1314225"/>
              <a:chExt cx="286025" cy="1306200"/>
            </a:xfrm>
          </p:grpSpPr>
          <p:sp>
            <p:nvSpPr>
              <p:cNvPr id="558" name="Google Shape;558;p24"/>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4"/>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4"/>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4"/>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4"/>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4"/>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4"/>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4"/>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4"/>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4"/>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4"/>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4"/>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70" name="Shape 570"/>
        <p:cNvGrpSpPr/>
        <p:nvPr/>
      </p:nvGrpSpPr>
      <p:grpSpPr>
        <a:xfrm>
          <a:off x="0" y="0"/>
          <a:ext cx="0" cy="0"/>
          <a:chOff x="0" y="0"/>
          <a:chExt cx="0" cy="0"/>
        </a:xfrm>
      </p:grpSpPr>
      <p:sp>
        <p:nvSpPr>
          <p:cNvPr id="571" name="Google Shape;571;p2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72" name="Google Shape;572;p2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73" name="Google Shape;573;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74" name="Google Shape;574;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75" name="Google Shape;575;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sz="1100"/>
            </a:lvl1pPr>
            <a:lvl2pPr indent="0" lvl="1" marL="0" rtl="0" algn="r">
              <a:spcBef>
                <a:spcPts val="0"/>
              </a:spcBef>
              <a:buNone/>
              <a:defRPr sz="1100"/>
            </a:lvl2pPr>
            <a:lvl3pPr indent="0" lvl="2" marL="0" rtl="0" algn="r">
              <a:spcBef>
                <a:spcPts val="0"/>
              </a:spcBef>
              <a:buNone/>
              <a:defRPr sz="1100"/>
            </a:lvl3pPr>
            <a:lvl4pPr indent="0" lvl="3" marL="0" rtl="0" algn="r">
              <a:spcBef>
                <a:spcPts val="0"/>
              </a:spcBef>
              <a:buNone/>
              <a:defRPr sz="1100"/>
            </a:lvl4pPr>
            <a:lvl5pPr indent="0" lvl="4" marL="0" rtl="0" algn="r">
              <a:spcBef>
                <a:spcPts val="0"/>
              </a:spcBef>
              <a:buNone/>
              <a:defRPr sz="1100"/>
            </a:lvl5pPr>
            <a:lvl6pPr indent="0" lvl="5" marL="0" rtl="0" algn="r">
              <a:spcBef>
                <a:spcPts val="0"/>
              </a:spcBef>
              <a:buNone/>
              <a:defRPr sz="1100"/>
            </a:lvl6pPr>
            <a:lvl7pPr indent="0" lvl="6" marL="0" rtl="0" algn="r">
              <a:spcBef>
                <a:spcPts val="0"/>
              </a:spcBef>
              <a:buNone/>
              <a:defRPr sz="1100"/>
            </a:lvl7pPr>
            <a:lvl8pPr indent="0" lvl="7" marL="0" rtl="0" algn="r">
              <a:spcBef>
                <a:spcPts val="0"/>
              </a:spcBef>
              <a:buNone/>
              <a:defRPr sz="1100"/>
            </a:lvl8pPr>
            <a:lvl9pPr indent="0" lvl="8" marL="0" rt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Table of contents">
    <p:spTree>
      <p:nvGrpSpPr>
        <p:cNvPr id="576" name="Shape 576"/>
        <p:cNvGrpSpPr/>
        <p:nvPr/>
      </p:nvGrpSpPr>
      <p:grpSpPr>
        <a:xfrm>
          <a:off x="0" y="0"/>
          <a:ext cx="0" cy="0"/>
          <a:chOff x="0" y="0"/>
          <a:chExt cx="0" cy="0"/>
        </a:xfrm>
      </p:grpSpPr>
      <p:sp>
        <p:nvSpPr>
          <p:cNvPr id="577" name="Google Shape;577;p2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rtl="0" algn="l">
              <a:lnSpc>
                <a:spcPct val="90000"/>
              </a:lnSpc>
              <a:spcBef>
                <a:spcPts val="0"/>
              </a:spcBef>
              <a:spcAft>
                <a:spcPts val="0"/>
              </a:spcAft>
              <a:buClr>
                <a:srgbClr val="EDEDED"/>
              </a:buClr>
              <a:buSzPts val="3000"/>
              <a:buFont typeface="Corbel"/>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78" name="Google Shape;578;p26"/>
          <p:cNvSpPr txBox="1"/>
          <p:nvPr>
            <p:ph idx="2" type="title"/>
          </p:nvPr>
        </p:nvSpPr>
        <p:spPr>
          <a:xfrm>
            <a:off x="1148902" y="1341783"/>
            <a:ext cx="734700" cy="457200"/>
          </a:xfrm>
          <a:prstGeom prst="rect">
            <a:avLst/>
          </a:prstGeom>
          <a:noFill/>
          <a:ln>
            <a:noFill/>
          </a:ln>
        </p:spPr>
        <p:txBody>
          <a:bodyPr anchorCtr="0" anchor="ctr" bIns="91425" lIns="91425" spcFirstLastPara="1" rIns="91425" wrap="square" tIns="91425">
            <a:noAutofit/>
          </a:bodyPr>
          <a:lstStyle>
            <a:lvl1pPr lvl="0" rtl="0" algn="l">
              <a:lnSpc>
                <a:spcPct val="90000"/>
              </a:lnSpc>
              <a:spcBef>
                <a:spcPts val="0"/>
              </a:spcBef>
              <a:spcAft>
                <a:spcPts val="0"/>
              </a:spcAft>
              <a:buClr>
                <a:schemeClr val="accent2"/>
              </a:buClr>
              <a:buSzPts val="3000"/>
              <a:buFont typeface="Corbel"/>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579" name="Google Shape;579;p26"/>
          <p:cNvSpPr txBox="1"/>
          <p:nvPr>
            <p:ph idx="3" type="title"/>
          </p:nvPr>
        </p:nvSpPr>
        <p:spPr>
          <a:xfrm>
            <a:off x="1148902" y="3003791"/>
            <a:ext cx="734700" cy="457200"/>
          </a:xfrm>
          <a:prstGeom prst="rect">
            <a:avLst/>
          </a:prstGeom>
          <a:noFill/>
          <a:ln>
            <a:noFill/>
          </a:ln>
        </p:spPr>
        <p:txBody>
          <a:bodyPr anchorCtr="0" anchor="ctr" bIns="91425" lIns="91425" spcFirstLastPara="1" rIns="91425" wrap="square" tIns="91425">
            <a:noAutofit/>
          </a:bodyPr>
          <a:lstStyle>
            <a:lvl1pPr lvl="0" rtl="0" algn="l">
              <a:lnSpc>
                <a:spcPct val="90000"/>
              </a:lnSpc>
              <a:spcBef>
                <a:spcPts val="0"/>
              </a:spcBef>
              <a:spcAft>
                <a:spcPts val="0"/>
              </a:spcAft>
              <a:buClr>
                <a:schemeClr val="accent2"/>
              </a:buClr>
              <a:buSzPts val="3000"/>
              <a:buFont typeface="Corbel"/>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580" name="Google Shape;580;p26"/>
          <p:cNvSpPr txBox="1"/>
          <p:nvPr>
            <p:ph idx="4" type="title"/>
          </p:nvPr>
        </p:nvSpPr>
        <p:spPr>
          <a:xfrm>
            <a:off x="1142127" y="1875183"/>
            <a:ext cx="734700" cy="457200"/>
          </a:xfrm>
          <a:prstGeom prst="rect">
            <a:avLst/>
          </a:prstGeom>
          <a:noFill/>
          <a:ln>
            <a:noFill/>
          </a:ln>
        </p:spPr>
        <p:txBody>
          <a:bodyPr anchorCtr="0" anchor="ctr" bIns="91425" lIns="91425" spcFirstLastPara="1" rIns="91425" wrap="square" tIns="91425">
            <a:noAutofit/>
          </a:bodyPr>
          <a:lstStyle>
            <a:lvl1pPr lvl="0" rtl="0" algn="l">
              <a:lnSpc>
                <a:spcPct val="90000"/>
              </a:lnSpc>
              <a:spcBef>
                <a:spcPts val="0"/>
              </a:spcBef>
              <a:spcAft>
                <a:spcPts val="0"/>
              </a:spcAft>
              <a:buClr>
                <a:schemeClr val="accent2"/>
              </a:buClr>
              <a:buSzPts val="3000"/>
              <a:buFont typeface="Corbel"/>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581" name="Google Shape;581;p26"/>
          <p:cNvSpPr txBox="1"/>
          <p:nvPr>
            <p:ph idx="5" type="title"/>
          </p:nvPr>
        </p:nvSpPr>
        <p:spPr>
          <a:xfrm>
            <a:off x="1142127" y="3537191"/>
            <a:ext cx="734700" cy="457200"/>
          </a:xfrm>
          <a:prstGeom prst="rect">
            <a:avLst/>
          </a:prstGeom>
          <a:noFill/>
          <a:ln>
            <a:noFill/>
          </a:ln>
        </p:spPr>
        <p:txBody>
          <a:bodyPr anchorCtr="0" anchor="ctr" bIns="91425" lIns="91425" spcFirstLastPara="1" rIns="91425" wrap="square" tIns="91425">
            <a:noAutofit/>
          </a:bodyPr>
          <a:lstStyle>
            <a:lvl1pPr lvl="0" rtl="0" algn="l">
              <a:lnSpc>
                <a:spcPct val="90000"/>
              </a:lnSpc>
              <a:spcBef>
                <a:spcPts val="0"/>
              </a:spcBef>
              <a:spcAft>
                <a:spcPts val="0"/>
              </a:spcAft>
              <a:buClr>
                <a:schemeClr val="accent2"/>
              </a:buClr>
              <a:buSzPts val="3000"/>
              <a:buFont typeface="Corbel"/>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582" name="Google Shape;582;p26"/>
          <p:cNvSpPr txBox="1"/>
          <p:nvPr>
            <p:ph idx="6" type="title"/>
          </p:nvPr>
        </p:nvSpPr>
        <p:spPr>
          <a:xfrm>
            <a:off x="1142127" y="2408583"/>
            <a:ext cx="734700" cy="457200"/>
          </a:xfrm>
          <a:prstGeom prst="rect">
            <a:avLst/>
          </a:prstGeom>
          <a:noFill/>
          <a:ln>
            <a:noFill/>
          </a:ln>
        </p:spPr>
        <p:txBody>
          <a:bodyPr anchorCtr="0" anchor="ctr" bIns="91425" lIns="91425" spcFirstLastPara="1" rIns="91425" wrap="square" tIns="91425">
            <a:noAutofit/>
          </a:bodyPr>
          <a:lstStyle>
            <a:lvl1pPr lvl="0" rtl="0" algn="l">
              <a:lnSpc>
                <a:spcPct val="90000"/>
              </a:lnSpc>
              <a:spcBef>
                <a:spcPts val="0"/>
              </a:spcBef>
              <a:spcAft>
                <a:spcPts val="0"/>
              </a:spcAft>
              <a:buClr>
                <a:schemeClr val="accent2"/>
              </a:buClr>
              <a:buSzPts val="3000"/>
              <a:buFont typeface="Corbel"/>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583" name="Google Shape;583;p26"/>
          <p:cNvSpPr txBox="1"/>
          <p:nvPr>
            <p:ph idx="7" type="title"/>
          </p:nvPr>
        </p:nvSpPr>
        <p:spPr>
          <a:xfrm>
            <a:off x="1142127" y="4070591"/>
            <a:ext cx="734700" cy="457200"/>
          </a:xfrm>
          <a:prstGeom prst="rect">
            <a:avLst/>
          </a:prstGeom>
          <a:noFill/>
          <a:ln>
            <a:noFill/>
          </a:ln>
        </p:spPr>
        <p:txBody>
          <a:bodyPr anchorCtr="0" anchor="ctr" bIns="91425" lIns="91425" spcFirstLastPara="1" rIns="91425" wrap="square" tIns="91425">
            <a:noAutofit/>
          </a:bodyPr>
          <a:lstStyle>
            <a:lvl1pPr lvl="0" rtl="0" algn="l">
              <a:lnSpc>
                <a:spcPct val="90000"/>
              </a:lnSpc>
              <a:spcBef>
                <a:spcPts val="0"/>
              </a:spcBef>
              <a:spcAft>
                <a:spcPts val="0"/>
              </a:spcAft>
              <a:buClr>
                <a:schemeClr val="accent2"/>
              </a:buClr>
              <a:buSzPts val="3000"/>
              <a:buFont typeface="Corbel"/>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584" name="Google Shape;584;p26"/>
          <p:cNvSpPr txBox="1"/>
          <p:nvPr>
            <p:ph idx="1" type="subTitle"/>
          </p:nvPr>
        </p:nvSpPr>
        <p:spPr>
          <a:xfrm>
            <a:off x="1883600" y="1341775"/>
            <a:ext cx="2532000" cy="4572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1800">
                <a:solidFill>
                  <a:schemeClr val="dk1"/>
                </a:solidFill>
              </a:defRPr>
            </a:lvl1pPr>
            <a:lvl2pPr lvl="1"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585" name="Google Shape;585;p26"/>
          <p:cNvSpPr txBox="1"/>
          <p:nvPr>
            <p:ph idx="8" type="subTitle"/>
          </p:nvPr>
        </p:nvSpPr>
        <p:spPr>
          <a:xfrm>
            <a:off x="1876825" y="1875175"/>
            <a:ext cx="2532000" cy="4572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1800">
                <a:solidFill>
                  <a:schemeClr val="dk1"/>
                </a:solidFill>
              </a:defRPr>
            </a:lvl1pPr>
            <a:lvl2pPr lvl="1"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586" name="Google Shape;586;p26"/>
          <p:cNvSpPr txBox="1"/>
          <p:nvPr>
            <p:ph idx="9" type="subTitle"/>
          </p:nvPr>
        </p:nvSpPr>
        <p:spPr>
          <a:xfrm>
            <a:off x="1876825" y="2408575"/>
            <a:ext cx="2532000" cy="4572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1800">
                <a:solidFill>
                  <a:schemeClr val="dk1"/>
                </a:solidFill>
              </a:defRPr>
            </a:lvl1pPr>
            <a:lvl2pPr lvl="1"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587" name="Google Shape;587;p26"/>
          <p:cNvSpPr txBox="1"/>
          <p:nvPr>
            <p:ph idx="13" type="subTitle"/>
          </p:nvPr>
        </p:nvSpPr>
        <p:spPr>
          <a:xfrm>
            <a:off x="1883600" y="3003800"/>
            <a:ext cx="2532000" cy="4572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1800">
                <a:solidFill>
                  <a:schemeClr val="dk1"/>
                </a:solidFill>
              </a:defRPr>
            </a:lvl1pPr>
            <a:lvl2pPr lvl="1"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588" name="Google Shape;588;p26"/>
          <p:cNvSpPr txBox="1"/>
          <p:nvPr>
            <p:ph idx="14" type="subTitle"/>
          </p:nvPr>
        </p:nvSpPr>
        <p:spPr>
          <a:xfrm>
            <a:off x="1876825" y="3537200"/>
            <a:ext cx="2532000" cy="4572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1800">
                <a:solidFill>
                  <a:schemeClr val="dk1"/>
                </a:solidFill>
              </a:defRPr>
            </a:lvl1pPr>
            <a:lvl2pPr lvl="1"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589" name="Google Shape;589;p26"/>
          <p:cNvSpPr txBox="1"/>
          <p:nvPr>
            <p:ph idx="15" type="subTitle"/>
          </p:nvPr>
        </p:nvSpPr>
        <p:spPr>
          <a:xfrm>
            <a:off x="1876825" y="4070600"/>
            <a:ext cx="2532000" cy="4572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1800">
                <a:solidFill>
                  <a:schemeClr val="dk1"/>
                </a:solidFill>
              </a:defRPr>
            </a:lvl1pPr>
            <a:lvl2pPr lvl="1"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l">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l">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590" name="Shape 590"/>
        <p:cNvGrpSpPr/>
        <p:nvPr/>
      </p:nvGrpSpPr>
      <p:grpSpPr>
        <a:xfrm>
          <a:off x="0" y="0"/>
          <a:ext cx="0" cy="0"/>
          <a:chOff x="0" y="0"/>
          <a:chExt cx="0" cy="0"/>
        </a:xfrm>
      </p:grpSpPr>
      <p:sp>
        <p:nvSpPr>
          <p:cNvPr id="591" name="Google Shape;591;p27"/>
          <p:cNvSpPr txBox="1"/>
          <p:nvPr>
            <p:ph type="title"/>
          </p:nvPr>
        </p:nvSpPr>
        <p:spPr>
          <a:xfrm>
            <a:off x="4681675" y="1973300"/>
            <a:ext cx="3749100" cy="1626600"/>
          </a:xfrm>
          <a:prstGeom prst="rect">
            <a:avLst/>
          </a:prstGeom>
          <a:noFill/>
          <a:ln>
            <a:noFill/>
          </a:ln>
        </p:spPr>
        <p:txBody>
          <a:bodyPr anchorCtr="0" anchor="t" bIns="91425" lIns="91425" spcFirstLastPara="1" rIns="91425" wrap="square" tIns="91425">
            <a:noAutofit/>
          </a:bodyPr>
          <a:lstStyle>
            <a:lvl1pPr lvl="0" rtl="0" algn="r">
              <a:lnSpc>
                <a:spcPct val="90000"/>
              </a:lnSpc>
              <a:spcBef>
                <a:spcPts val="0"/>
              </a:spcBef>
              <a:spcAft>
                <a:spcPts val="0"/>
              </a:spcAft>
              <a:buClr>
                <a:srgbClr val="EDEDED"/>
              </a:buClr>
              <a:buSzPts val="3600"/>
              <a:buFont typeface="Corbel"/>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2" name="Google Shape;592;p27"/>
          <p:cNvSpPr txBox="1"/>
          <p:nvPr>
            <p:ph idx="2" type="title"/>
          </p:nvPr>
        </p:nvSpPr>
        <p:spPr>
          <a:xfrm>
            <a:off x="6956275" y="539500"/>
            <a:ext cx="1474500" cy="1280100"/>
          </a:xfrm>
          <a:prstGeom prst="rect">
            <a:avLst/>
          </a:prstGeom>
          <a:noFill/>
          <a:ln>
            <a:noFill/>
          </a:ln>
        </p:spPr>
        <p:txBody>
          <a:bodyPr anchorCtr="0" anchor="ctr" bIns="91425" lIns="91425" spcFirstLastPara="1" rIns="91425" wrap="square" tIns="91425">
            <a:noAutofit/>
          </a:bodyPr>
          <a:lstStyle>
            <a:lvl1pPr lvl="0" rtl="0" algn="r">
              <a:lnSpc>
                <a:spcPct val="90000"/>
              </a:lnSpc>
              <a:spcBef>
                <a:spcPts val="0"/>
              </a:spcBef>
              <a:spcAft>
                <a:spcPts val="0"/>
              </a:spcAft>
              <a:buClr>
                <a:schemeClr val="lt1"/>
              </a:buClr>
              <a:buSzPts val="6000"/>
              <a:buFont typeface="Corbel"/>
              <a:buNone/>
              <a:defRPr sz="10000">
                <a:solidFill>
                  <a:schemeClr val="accen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p:txBody>
      </p:sp>
      <p:sp>
        <p:nvSpPr>
          <p:cNvPr id="593" name="Google Shape;593;p27"/>
          <p:cNvSpPr/>
          <p:nvPr>
            <p:ph idx="3" type="pic"/>
          </p:nvPr>
        </p:nvSpPr>
        <p:spPr>
          <a:xfrm>
            <a:off x="483675" y="539500"/>
            <a:ext cx="3657600" cy="4064400"/>
          </a:xfrm>
          <a:prstGeom prst="roundRect">
            <a:avLst>
              <a:gd fmla="val 5553" name="adj"/>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 column text">
    <p:spTree>
      <p:nvGrpSpPr>
        <p:cNvPr id="594" name="Shape 594"/>
        <p:cNvGrpSpPr/>
        <p:nvPr/>
      </p:nvGrpSpPr>
      <p:grpSpPr>
        <a:xfrm>
          <a:off x="0" y="0"/>
          <a:ext cx="0" cy="0"/>
          <a:chOff x="0" y="0"/>
          <a:chExt cx="0" cy="0"/>
        </a:xfrm>
      </p:grpSpPr>
      <p:sp>
        <p:nvSpPr>
          <p:cNvPr id="595" name="Google Shape;595;p28"/>
          <p:cNvSpPr txBox="1"/>
          <p:nvPr>
            <p:ph type="title"/>
          </p:nvPr>
        </p:nvSpPr>
        <p:spPr>
          <a:xfrm>
            <a:off x="713225" y="834300"/>
            <a:ext cx="3657600" cy="1005900"/>
          </a:xfrm>
          <a:prstGeom prst="rect">
            <a:avLst/>
          </a:prstGeom>
          <a:noFill/>
          <a:ln>
            <a:noFill/>
          </a:ln>
        </p:spPr>
        <p:txBody>
          <a:bodyPr anchorCtr="0" anchor="b" bIns="91425" lIns="91425" spcFirstLastPara="1" rIns="91425" wrap="square" tIns="91425">
            <a:noAutofit/>
          </a:bodyPr>
          <a:lstStyle>
            <a:lvl1pPr lvl="0" rtl="0" algn="l">
              <a:lnSpc>
                <a:spcPct val="90000"/>
              </a:lnSpc>
              <a:spcBef>
                <a:spcPts val="0"/>
              </a:spcBef>
              <a:spcAft>
                <a:spcPts val="0"/>
              </a:spcAft>
              <a:buClr>
                <a:srgbClr val="EDEDED"/>
              </a:buClr>
              <a:buSzPts val="3000"/>
              <a:buFont typeface="Corbel"/>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96" name="Google Shape;596;p28"/>
          <p:cNvSpPr txBox="1"/>
          <p:nvPr>
            <p:ph idx="1" type="subTitle"/>
          </p:nvPr>
        </p:nvSpPr>
        <p:spPr>
          <a:xfrm>
            <a:off x="713225" y="1840200"/>
            <a:ext cx="3657600" cy="24690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accent2"/>
              </a:buClr>
              <a:buSzPts val="1200"/>
              <a:buFont typeface="Open Sans"/>
              <a:buAutoNum type="arabicPeriod"/>
              <a:defRPr/>
            </a:lvl1pPr>
            <a:lvl2pPr lvl="1" rtl="0" algn="ctr">
              <a:lnSpc>
                <a:spcPct val="100000"/>
              </a:lnSpc>
              <a:spcBef>
                <a:spcPts val="1000"/>
              </a:spcBef>
              <a:spcAft>
                <a:spcPts val="0"/>
              </a:spcAft>
              <a:buClr>
                <a:srgbClr val="E76A28"/>
              </a:buClr>
              <a:buSzPts val="1200"/>
              <a:buFont typeface="Nunito Light"/>
              <a:buAutoNum type="alphaLcPeriod"/>
              <a:defRPr/>
            </a:lvl2pPr>
            <a:lvl3pPr lvl="2" rtl="0" algn="ctr">
              <a:lnSpc>
                <a:spcPct val="100000"/>
              </a:lnSpc>
              <a:spcBef>
                <a:spcPts val="0"/>
              </a:spcBef>
              <a:spcAft>
                <a:spcPts val="0"/>
              </a:spcAft>
              <a:buClr>
                <a:srgbClr val="E76A28"/>
              </a:buClr>
              <a:buSzPts val="1200"/>
              <a:buFont typeface="Nunito Light"/>
              <a:buAutoNum type="romanLcPeriod"/>
              <a:defRPr/>
            </a:lvl3pPr>
            <a:lvl4pPr lvl="3" rtl="0" algn="ctr">
              <a:lnSpc>
                <a:spcPct val="100000"/>
              </a:lnSpc>
              <a:spcBef>
                <a:spcPts val="0"/>
              </a:spcBef>
              <a:spcAft>
                <a:spcPts val="0"/>
              </a:spcAft>
              <a:buClr>
                <a:srgbClr val="E76A28"/>
              </a:buClr>
              <a:buSzPts val="1200"/>
              <a:buFont typeface="Nunito Light"/>
              <a:buAutoNum type="arabicPeriod"/>
              <a:defRPr/>
            </a:lvl4pPr>
            <a:lvl5pPr lvl="4" rtl="0" algn="ctr">
              <a:lnSpc>
                <a:spcPct val="100000"/>
              </a:lnSpc>
              <a:spcBef>
                <a:spcPts val="0"/>
              </a:spcBef>
              <a:spcAft>
                <a:spcPts val="0"/>
              </a:spcAft>
              <a:buClr>
                <a:srgbClr val="E76A28"/>
              </a:buClr>
              <a:buSzPts val="1200"/>
              <a:buFont typeface="Nunito Light"/>
              <a:buAutoNum type="alphaLcPeriod"/>
              <a:defRPr/>
            </a:lvl5pPr>
            <a:lvl6pPr lvl="5" rtl="0" algn="ctr">
              <a:lnSpc>
                <a:spcPct val="100000"/>
              </a:lnSpc>
              <a:spcBef>
                <a:spcPts val="0"/>
              </a:spcBef>
              <a:spcAft>
                <a:spcPts val="0"/>
              </a:spcAft>
              <a:buClr>
                <a:srgbClr val="999999"/>
              </a:buClr>
              <a:buSzPts val="1200"/>
              <a:buFont typeface="Nunito Light"/>
              <a:buAutoNum type="romanLcPeriod"/>
              <a:defRPr/>
            </a:lvl6pPr>
            <a:lvl7pPr lvl="6" rtl="0" algn="ctr">
              <a:lnSpc>
                <a:spcPct val="100000"/>
              </a:lnSpc>
              <a:spcBef>
                <a:spcPts val="0"/>
              </a:spcBef>
              <a:spcAft>
                <a:spcPts val="0"/>
              </a:spcAft>
              <a:buClr>
                <a:srgbClr val="999999"/>
              </a:buClr>
              <a:buSzPts val="1200"/>
              <a:buFont typeface="Nunito Light"/>
              <a:buAutoNum type="arabicPeriod"/>
              <a:defRPr/>
            </a:lvl7pPr>
            <a:lvl8pPr lvl="7" rtl="0" algn="ctr">
              <a:lnSpc>
                <a:spcPct val="100000"/>
              </a:lnSpc>
              <a:spcBef>
                <a:spcPts val="0"/>
              </a:spcBef>
              <a:spcAft>
                <a:spcPts val="0"/>
              </a:spcAft>
              <a:buClr>
                <a:srgbClr val="999999"/>
              </a:buClr>
              <a:buSzPts val="1200"/>
              <a:buFont typeface="Nunito Light"/>
              <a:buAutoNum type="alphaLcPeriod"/>
              <a:defRPr/>
            </a:lvl8pPr>
            <a:lvl9pPr lvl="8" rtl="0" algn="ctr">
              <a:lnSpc>
                <a:spcPct val="100000"/>
              </a:lnSpc>
              <a:spcBef>
                <a:spcPts val="0"/>
              </a:spcBef>
              <a:spcAft>
                <a:spcPts val="0"/>
              </a:spcAft>
              <a:buClr>
                <a:srgbClr val="999999"/>
              </a:buClr>
              <a:buSzPts val="1200"/>
              <a:buFont typeface="Nunito Light"/>
              <a:buAutoNum type="romanLcPeriod"/>
              <a:defRPr/>
            </a:lvl9pPr>
          </a:lstStyle>
          <a:p/>
        </p:txBody>
      </p:sp>
      <p:sp>
        <p:nvSpPr>
          <p:cNvPr id="597" name="Google Shape;597;p28"/>
          <p:cNvSpPr/>
          <p:nvPr>
            <p:ph idx="2" type="pic"/>
          </p:nvPr>
        </p:nvSpPr>
        <p:spPr>
          <a:xfrm>
            <a:off x="4925575" y="539500"/>
            <a:ext cx="3657600" cy="4064400"/>
          </a:xfrm>
          <a:prstGeom prst="roundRect">
            <a:avLst>
              <a:gd fmla="val 16667" name="adj"/>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Title and three columns">
    <p:spTree>
      <p:nvGrpSpPr>
        <p:cNvPr id="598" name="Shape 598"/>
        <p:cNvGrpSpPr/>
        <p:nvPr/>
      </p:nvGrpSpPr>
      <p:grpSpPr>
        <a:xfrm>
          <a:off x="0" y="0"/>
          <a:ext cx="0" cy="0"/>
          <a:chOff x="0" y="0"/>
          <a:chExt cx="0" cy="0"/>
        </a:xfrm>
      </p:grpSpPr>
      <p:sp>
        <p:nvSpPr>
          <p:cNvPr id="599" name="Google Shape;599;p2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rtl="0" algn="l">
              <a:lnSpc>
                <a:spcPct val="90000"/>
              </a:lnSpc>
              <a:spcBef>
                <a:spcPts val="0"/>
              </a:spcBef>
              <a:spcAft>
                <a:spcPts val="0"/>
              </a:spcAft>
              <a:buClr>
                <a:srgbClr val="EDEDED"/>
              </a:buClr>
              <a:buSzPts val="3000"/>
              <a:buFont typeface="Corbel"/>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00" name="Google Shape;600;p29"/>
          <p:cNvSpPr txBox="1"/>
          <p:nvPr>
            <p:ph idx="1" type="subTitle"/>
          </p:nvPr>
        </p:nvSpPr>
        <p:spPr>
          <a:xfrm>
            <a:off x="720002" y="2805801"/>
            <a:ext cx="2175300" cy="1645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01" name="Google Shape;601;p29"/>
          <p:cNvSpPr txBox="1"/>
          <p:nvPr>
            <p:ph idx="2" type="subTitle"/>
          </p:nvPr>
        </p:nvSpPr>
        <p:spPr>
          <a:xfrm>
            <a:off x="3484350" y="2805801"/>
            <a:ext cx="2175300" cy="1645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02" name="Google Shape;602;p29"/>
          <p:cNvSpPr txBox="1"/>
          <p:nvPr>
            <p:ph idx="3" type="subTitle"/>
          </p:nvPr>
        </p:nvSpPr>
        <p:spPr>
          <a:xfrm>
            <a:off x="6248702" y="2805801"/>
            <a:ext cx="2175300" cy="1645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03" name="Google Shape;603;p29"/>
          <p:cNvSpPr txBox="1"/>
          <p:nvPr>
            <p:ph idx="4" type="subTitle"/>
          </p:nvPr>
        </p:nvSpPr>
        <p:spPr>
          <a:xfrm>
            <a:off x="720002" y="2173700"/>
            <a:ext cx="2175300" cy="7083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2000">
                <a:solidFill>
                  <a:schemeClr val="dk1"/>
                </a:solidFill>
              </a:defRPr>
            </a:lvl1pPr>
            <a:lvl2pPr lvl="1"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604" name="Google Shape;604;p29"/>
          <p:cNvSpPr txBox="1"/>
          <p:nvPr>
            <p:ph idx="5" type="subTitle"/>
          </p:nvPr>
        </p:nvSpPr>
        <p:spPr>
          <a:xfrm>
            <a:off x="3484354" y="2173700"/>
            <a:ext cx="2175300" cy="7083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2000">
                <a:solidFill>
                  <a:schemeClr val="dk1"/>
                </a:solidFill>
              </a:defRPr>
            </a:lvl1pPr>
            <a:lvl2pPr lvl="1"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605" name="Google Shape;605;p29"/>
          <p:cNvSpPr txBox="1"/>
          <p:nvPr>
            <p:ph idx="6" type="subTitle"/>
          </p:nvPr>
        </p:nvSpPr>
        <p:spPr>
          <a:xfrm>
            <a:off x="6248702" y="2173700"/>
            <a:ext cx="2175300" cy="7083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2000">
                <a:solidFill>
                  <a:schemeClr val="dk1"/>
                </a:solidFill>
              </a:defRPr>
            </a:lvl1pPr>
            <a:lvl2pPr lvl="1"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Title and four columns">
    <p:spTree>
      <p:nvGrpSpPr>
        <p:cNvPr id="606" name="Shape 606"/>
        <p:cNvGrpSpPr/>
        <p:nvPr/>
      </p:nvGrpSpPr>
      <p:grpSpPr>
        <a:xfrm>
          <a:off x="0" y="0"/>
          <a:ext cx="0" cy="0"/>
          <a:chOff x="0" y="0"/>
          <a:chExt cx="0" cy="0"/>
        </a:xfrm>
      </p:grpSpPr>
      <p:sp>
        <p:nvSpPr>
          <p:cNvPr id="607" name="Google Shape;607;p3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rtl="0" algn="l">
              <a:lnSpc>
                <a:spcPct val="90000"/>
              </a:lnSpc>
              <a:spcBef>
                <a:spcPts val="0"/>
              </a:spcBef>
              <a:spcAft>
                <a:spcPts val="0"/>
              </a:spcAft>
              <a:buClr>
                <a:srgbClr val="EDEDED"/>
              </a:buClr>
              <a:buSzPts val="3000"/>
              <a:buFont typeface="Corbel"/>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08" name="Google Shape;608;p30"/>
          <p:cNvSpPr txBox="1"/>
          <p:nvPr>
            <p:ph idx="1" type="subTitle"/>
          </p:nvPr>
        </p:nvSpPr>
        <p:spPr>
          <a:xfrm>
            <a:off x="902878" y="1861325"/>
            <a:ext cx="3484500" cy="10059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09" name="Google Shape;609;p30"/>
          <p:cNvSpPr txBox="1"/>
          <p:nvPr>
            <p:ph idx="2" type="subTitle"/>
          </p:nvPr>
        </p:nvSpPr>
        <p:spPr>
          <a:xfrm>
            <a:off x="4893722" y="1861325"/>
            <a:ext cx="3484500" cy="10059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10" name="Google Shape;610;p30"/>
          <p:cNvSpPr txBox="1"/>
          <p:nvPr>
            <p:ph idx="3" type="subTitle"/>
          </p:nvPr>
        </p:nvSpPr>
        <p:spPr>
          <a:xfrm>
            <a:off x="902878" y="3521900"/>
            <a:ext cx="3484500" cy="10059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11" name="Google Shape;611;p30"/>
          <p:cNvSpPr txBox="1"/>
          <p:nvPr>
            <p:ph idx="4" type="subTitle"/>
          </p:nvPr>
        </p:nvSpPr>
        <p:spPr>
          <a:xfrm>
            <a:off x="4893722" y="3521900"/>
            <a:ext cx="3484500" cy="10059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12" name="Google Shape;612;p30"/>
          <p:cNvSpPr txBox="1"/>
          <p:nvPr>
            <p:ph idx="5" type="subTitle"/>
          </p:nvPr>
        </p:nvSpPr>
        <p:spPr>
          <a:xfrm>
            <a:off x="902879" y="1482475"/>
            <a:ext cx="3484500" cy="4572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2000">
                <a:solidFill>
                  <a:schemeClr val="dk1"/>
                </a:solidFill>
              </a:defRPr>
            </a:lvl1pPr>
            <a:lvl2pPr lvl="1"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613" name="Google Shape;613;p30"/>
          <p:cNvSpPr txBox="1"/>
          <p:nvPr>
            <p:ph idx="6" type="subTitle"/>
          </p:nvPr>
        </p:nvSpPr>
        <p:spPr>
          <a:xfrm>
            <a:off x="902879" y="3143175"/>
            <a:ext cx="3484500" cy="4572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2000">
                <a:solidFill>
                  <a:schemeClr val="dk1"/>
                </a:solidFill>
              </a:defRPr>
            </a:lvl1pPr>
            <a:lvl2pPr lvl="1"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614" name="Google Shape;614;p30"/>
          <p:cNvSpPr txBox="1"/>
          <p:nvPr>
            <p:ph idx="7" type="subTitle"/>
          </p:nvPr>
        </p:nvSpPr>
        <p:spPr>
          <a:xfrm>
            <a:off x="4893691" y="1482475"/>
            <a:ext cx="3484500" cy="4572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2000">
                <a:solidFill>
                  <a:schemeClr val="dk1"/>
                </a:solidFill>
              </a:defRPr>
            </a:lvl1pPr>
            <a:lvl2pPr lvl="1"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615" name="Google Shape;615;p30"/>
          <p:cNvSpPr txBox="1"/>
          <p:nvPr>
            <p:ph idx="8" type="subTitle"/>
          </p:nvPr>
        </p:nvSpPr>
        <p:spPr>
          <a:xfrm>
            <a:off x="4893691" y="3143175"/>
            <a:ext cx="3484500" cy="4572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2000">
                <a:solidFill>
                  <a:schemeClr val="dk1"/>
                </a:solidFill>
              </a:defRPr>
            </a:lvl1pPr>
            <a:lvl2pPr lvl="1"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Title and six columns">
    <p:spTree>
      <p:nvGrpSpPr>
        <p:cNvPr id="616" name="Shape 616"/>
        <p:cNvGrpSpPr/>
        <p:nvPr/>
      </p:nvGrpSpPr>
      <p:grpSpPr>
        <a:xfrm>
          <a:off x="0" y="0"/>
          <a:ext cx="0" cy="0"/>
          <a:chOff x="0" y="0"/>
          <a:chExt cx="0" cy="0"/>
        </a:xfrm>
      </p:grpSpPr>
      <p:sp>
        <p:nvSpPr>
          <p:cNvPr id="617" name="Google Shape;617;p3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rtl="0" algn="l">
              <a:lnSpc>
                <a:spcPct val="90000"/>
              </a:lnSpc>
              <a:spcBef>
                <a:spcPts val="0"/>
              </a:spcBef>
              <a:spcAft>
                <a:spcPts val="0"/>
              </a:spcAft>
              <a:buClr>
                <a:srgbClr val="EDEDED"/>
              </a:buClr>
              <a:buSzPts val="3000"/>
              <a:buFont typeface="Corbel"/>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18" name="Google Shape;618;p31"/>
          <p:cNvSpPr txBox="1"/>
          <p:nvPr>
            <p:ph idx="1" type="subTitle"/>
          </p:nvPr>
        </p:nvSpPr>
        <p:spPr>
          <a:xfrm>
            <a:off x="720002" y="1883110"/>
            <a:ext cx="2447100" cy="914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19" name="Google Shape;619;p31"/>
          <p:cNvSpPr txBox="1"/>
          <p:nvPr>
            <p:ph idx="2" type="subTitle"/>
          </p:nvPr>
        </p:nvSpPr>
        <p:spPr>
          <a:xfrm>
            <a:off x="3348451" y="1883110"/>
            <a:ext cx="2447100" cy="914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20" name="Google Shape;620;p31"/>
          <p:cNvSpPr txBox="1"/>
          <p:nvPr>
            <p:ph idx="3" type="subTitle"/>
          </p:nvPr>
        </p:nvSpPr>
        <p:spPr>
          <a:xfrm>
            <a:off x="720002" y="3613402"/>
            <a:ext cx="2447100" cy="914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21" name="Google Shape;621;p31"/>
          <p:cNvSpPr txBox="1"/>
          <p:nvPr>
            <p:ph idx="4" type="subTitle"/>
          </p:nvPr>
        </p:nvSpPr>
        <p:spPr>
          <a:xfrm>
            <a:off x="3348451" y="3613402"/>
            <a:ext cx="2447100" cy="914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22" name="Google Shape;622;p31"/>
          <p:cNvSpPr txBox="1"/>
          <p:nvPr>
            <p:ph idx="5" type="subTitle"/>
          </p:nvPr>
        </p:nvSpPr>
        <p:spPr>
          <a:xfrm>
            <a:off x="5975095" y="1883110"/>
            <a:ext cx="2447100" cy="914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23" name="Google Shape;623;p31"/>
          <p:cNvSpPr txBox="1"/>
          <p:nvPr>
            <p:ph idx="6" type="subTitle"/>
          </p:nvPr>
        </p:nvSpPr>
        <p:spPr>
          <a:xfrm>
            <a:off x="5975095" y="3613402"/>
            <a:ext cx="2447100" cy="914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24" name="Google Shape;624;p31"/>
          <p:cNvSpPr txBox="1"/>
          <p:nvPr>
            <p:ph idx="7" type="subTitle"/>
          </p:nvPr>
        </p:nvSpPr>
        <p:spPr>
          <a:xfrm>
            <a:off x="720002" y="1429125"/>
            <a:ext cx="2447100" cy="4572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2000">
                <a:solidFill>
                  <a:schemeClr val="dk1"/>
                </a:solidFill>
              </a:defRPr>
            </a:lvl1pPr>
            <a:lvl2pPr lvl="1"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625" name="Google Shape;625;p31"/>
          <p:cNvSpPr txBox="1"/>
          <p:nvPr>
            <p:ph idx="8" type="subTitle"/>
          </p:nvPr>
        </p:nvSpPr>
        <p:spPr>
          <a:xfrm>
            <a:off x="3348451" y="1429125"/>
            <a:ext cx="2444700" cy="4572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2000">
                <a:solidFill>
                  <a:schemeClr val="dk1"/>
                </a:solidFill>
              </a:defRPr>
            </a:lvl1pPr>
            <a:lvl2pPr lvl="1"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626" name="Google Shape;626;p31"/>
          <p:cNvSpPr txBox="1"/>
          <p:nvPr>
            <p:ph idx="9" type="subTitle"/>
          </p:nvPr>
        </p:nvSpPr>
        <p:spPr>
          <a:xfrm>
            <a:off x="5975095" y="1429125"/>
            <a:ext cx="2444700" cy="4572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2000">
                <a:solidFill>
                  <a:schemeClr val="dk1"/>
                </a:solidFill>
              </a:defRPr>
            </a:lvl1pPr>
            <a:lvl2pPr lvl="1"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627" name="Google Shape;627;p31"/>
          <p:cNvSpPr txBox="1"/>
          <p:nvPr>
            <p:ph idx="13" type="subTitle"/>
          </p:nvPr>
        </p:nvSpPr>
        <p:spPr>
          <a:xfrm>
            <a:off x="720002" y="3156199"/>
            <a:ext cx="2447100" cy="4572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2000">
                <a:solidFill>
                  <a:schemeClr val="dk1"/>
                </a:solidFill>
              </a:defRPr>
            </a:lvl1pPr>
            <a:lvl2pPr lvl="1"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628" name="Google Shape;628;p31"/>
          <p:cNvSpPr txBox="1"/>
          <p:nvPr>
            <p:ph idx="14" type="subTitle"/>
          </p:nvPr>
        </p:nvSpPr>
        <p:spPr>
          <a:xfrm>
            <a:off x="3348451" y="3156205"/>
            <a:ext cx="2444700" cy="4572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2000">
                <a:solidFill>
                  <a:schemeClr val="dk1"/>
                </a:solidFill>
              </a:defRPr>
            </a:lvl1pPr>
            <a:lvl2pPr lvl="1"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
        <p:nvSpPr>
          <p:cNvPr id="629" name="Google Shape;629;p31"/>
          <p:cNvSpPr txBox="1"/>
          <p:nvPr>
            <p:ph idx="15" type="subTitle"/>
          </p:nvPr>
        </p:nvSpPr>
        <p:spPr>
          <a:xfrm>
            <a:off x="5975095" y="3156205"/>
            <a:ext cx="2444700" cy="4572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dk1"/>
              </a:buClr>
              <a:buSzPts val="2400"/>
              <a:buFont typeface="Raleway"/>
              <a:buNone/>
              <a:defRPr b="1" sz="2000">
                <a:solidFill>
                  <a:schemeClr val="dk1"/>
                </a:solidFill>
              </a:defRPr>
            </a:lvl1pPr>
            <a:lvl2pPr lvl="1"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Clr>
                <a:srgbClr val="EDEDED"/>
              </a:buClr>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Clr>
                <a:schemeClr val="lt1"/>
              </a:buClr>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Numbers and text">
    <p:spTree>
      <p:nvGrpSpPr>
        <p:cNvPr id="630" name="Shape 630"/>
        <p:cNvGrpSpPr/>
        <p:nvPr/>
      </p:nvGrpSpPr>
      <p:grpSpPr>
        <a:xfrm>
          <a:off x="0" y="0"/>
          <a:ext cx="0" cy="0"/>
          <a:chOff x="0" y="0"/>
          <a:chExt cx="0" cy="0"/>
        </a:xfrm>
      </p:grpSpPr>
      <p:sp>
        <p:nvSpPr>
          <p:cNvPr id="631" name="Google Shape;631;p32"/>
          <p:cNvSpPr txBox="1"/>
          <p:nvPr>
            <p:ph type="title"/>
          </p:nvPr>
        </p:nvSpPr>
        <p:spPr>
          <a:xfrm>
            <a:off x="798388" y="2709848"/>
            <a:ext cx="2370000" cy="768900"/>
          </a:xfrm>
          <a:prstGeom prst="rect">
            <a:avLst/>
          </a:prstGeom>
          <a:noFill/>
          <a:ln>
            <a:noFill/>
          </a:ln>
        </p:spPr>
        <p:txBody>
          <a:bodyPr anchorCtr="0" anchor="b" bIns="91425" lIns="91425" spcFirstLastPara="1" rIns="91425" wrap="square" tIns="91425">
            <a:noAutofit/>
          </a:bodyPr>
          <a:lstStyle>
            <a:lvl1pPr lvl="0" rtl="0" algn="ctr">
              <a:lnSpc>
                <a:spcPct val="90000"/>
              </a:lnSpc>
              <a:spcBef>
                <a:spcPts val="0"/>
              </a:spcBef>
              <a:spcAft>
                <a:spcPts val="0"/>
              </a:spcAft>
              <a:buClr>
                <a:schemeClr val="lt1"/>
              </a:buClr>
              <a:buSzPts val="6000"/>
              <a:buFont typeface="Corbel"/>
              <a:buNone/>
              <a:defRPr sz="4000">
                <a:solidFill>
                  <a:schemeClr val="accen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p:txBody>
      </p:sp>
      <p:sp>
        <p:nvSpPr>
          <p:cNvPr id="632" name="Google Shape;632;p32"/>
          <p:cNvSpPr txBox="1"/>
          <p:nvPr>
            <p:ph idx="1" type="subTitle"/>
          </p:nvPr>
        </p:nvSpPr>
        <p:spPr>
          <a:xfrm>
            <a:off x="798388" y="3402570"/>
            <a:ext cx="2370000" cy="365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633" name="Google Shape;633;p32"/>
          <p:cNvSpPr txBox="1"/>
          <p:nvPr>
            <p:ph idx="2" type="title"/>
          </p:nvPr>
        </p:nvSpPr>
        <p:spPr>
          <a:xfrm>
            <a:off x="3387000" y="2709837"/>
            <a:ext cx="2370000" cy="768900"/>
          </a:xfrm>
          <a:prstGeom prst="rect">
            <a:avLst/>
          </a:prstGeom>
          <a:noFill/>
          <a:ln>
            <a:noFill/>
          </a:ln>
        </p:spPr>
        <p:txBody>
          <a:bodyPr anchorCtr="0" anchor="b" bIns="91425" lIns="91425" spcFirstLastPara="1" rIns="91425" wrap="square" tIns="91425">
            <a:noAutofit/>
          </a:bodyPr>
          <a:lstStyle>
            <a:lvl1pPr lvl="0" rtl="0" algn="ctr">
              <a:lnSpc>
                <a:spcPct val="90000"/>
              </a:lnSpc>
              <a:spcBef>
                <a:spcPts val="0"/>
              </a:spcBef>
              <a:spcAft>
                <a:spcPts val="0"/>
              </a:spcAft>
              <a:buClr>
                <a:schemeClr val="lt1"/>
              </a:buClr>
              <a:buSzPts val="6000"/>
              <a:buFont typeface="Corbel"/>
              <a:buNone/>
              <a:defRPr sz="4000">
                <a:solidFill>
                  <a:schemeClr val="accen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p:txBody>
      </p:sp>
      <p:sp>
        <p:nvSpPr>
          <p:cNvPr id="634" name="Google Shape;634;p32"/>
          <p:cNvSpPr txBox="1"/>
          <p:nvPr>
            <p:ph idx="3" type="subTitle"/>
          </p:nvPr>
        </p:nvSpPr>
        <p:spPr>
          <a:xfrm>
            <a:off x="3387000" y="3402549"/>
            <a:ext cx="2370000" cy="365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635" name="Google Shape;635;p32"/>
          <p:cNvSpPr txBox="1"/>
          <p:nvPr>
            <p:ph idx="4" type="title"/>
          </p:nvPr>
        </p:nvSpPr>
        <p:spPr>
          <a:xfrm>
            <a:off x="6060767" y="2709848"/>
            <a:ext cx="2370000" cy="768900"/>
          </a:xfrm>
          <a:prstGeom prst="rect">
            <a:avLst/>
          </a:prstGeom>
          <a:noFill/>
          <a:ln>
            <a:noFill/>
          </a:ln>
        </p:spPr>
        <p:txBody>
          <a:bodyPr anchorCtr="0" anchor="b" bIns="91425" lIns="91425" spcFirstLastPara="1" rIns="91425" wrap="square" tIns="91425">
            <a:noAutofit/>
          </a:bodyPr>
          <a:lstStyle>
            <a:lvl1pPr lvl="0" rtl="0" algn="ctr">
              <a:lnSpc>
                <a:spcPct val="90000"/>
              </a:lnSpc>
              <a:spcBef>
                <a:spcPts val="0"/>
              </a:spcBef>
              <a:spcAft>
                <a:spcPts val="0"/>
              </a:spcAft>
              <a:buClr>
                <a:schemeClr val="lt1"/>
              </a:buClr>
              <a:buSzPts val="6000"/>
              <a:buFont typeface="Corbel"/>
              <a:buNone/>
              <a:defRPr sz="4000">
                <a:solidFill>
                  <a:schemeClr val="accen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p:txBody>
      </p:sp>
      <p:sp>
        <p:nvSpPr>
          <p:cNvPr id="636" name="Google Shape;636;p32"/>
          <p:cNvSpPr txBox="1"/>
          <p:nvPr>
            <p:ph idx="5" type="subTitle"/>
          </p:nvPr>
        </p:nvSpPr>
        <p:spPr>
          <a:xfrm>
            <a:off x="6060767" y="3402570"/>
            <a:ext cx="2370000" cy="365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 number">
    <p:spTree>
      <p:nvGrpSpPr>
        <p:cNvPr id="637" name="Shape 637"/>
        <p:cNvGrpSpPr/>
        <p:nvPr/>
      </p:nvGrpSpPr>
      <p:grpSpPr>
        <a:xfrm>
          <a:off x="0" y="0"/>
          <a:ext cx="0" cy="0"/>
          <a:chOff x="0" y="0"/>
          <a:chExt cx="0" cy="0"/>
        </a:xfrm>
      </p:grpSpPr>
      <p:sp>
        <p:nvSpPr>
          <p:cNvPr id="638" name="Google Shape;638;p33"/>
          <p:cNvSpPr txBox="1"/>
          <p:nvPr>
            <p:ph type="title"/>
          </p:nvPr>
        </p:nvSpPr>
        <p:spPr>
          <a:xfrm>
            <a:off x="1284000" y="2573445"/>
            <a:ext cx="6576000" cy="914400"/>
          </a:xfrm>
          <a:prstGeom prst="rect">
            <a:avLst/>
          </a:prstGeom>
          <a:noFill/>
          <a:ln>
            <a:noFill/>
          </a:ln>
        </p:spPr>
        <p:txBody>
          <a:bodyPr anchorCtr="0" anchor="b" bIns="91425" lIns="91425" spcFirstLastPara="1" rIns="91425" wrap="square" tIns="91425">
            <a:noAutofit/>
          </a:bodyPr>
          <a:lstStyle>
            <a:lvl1pPr lvl="0" rtl="0" algn="ctr">
              <a:lnSpc>
                <a:spcPct val="90000"/>
              </a:lnSpc>
              <a:spcBef>
                <a:spcPts val="0"/>
              </a:spcBef>
              <a:spcAft>
                <a:spcPts val="0"/>
              </a:spcAft>
              <a:buClr>
                <a:schemeClr val="accent2"/>
              </a:buClr>
              <a:buSzPts val="9600"/>
              <a:buFont typeface="Corbel"/>
              <a:buNone/>
              <a:defRPr sz="6000">
                <a:solidFill>
                  <a:schemeClr val="accent2"/>
                </a:solidFill>
              </a:defRPr>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p:txBody>
      </p:sp>
      <p:sp>
        <p:nvSpPr>
          <p:cNvPr id="639" name="Google Shape;639;p33"/>
          <p:cNvSpPr txBox="1"/>
          <p:nvPr>
            <p:ph idx="1" type="subTitle"/>
          </p:nvPr>
        </p:nvSpPr>
        <p:spPr>
          <a:xfrm>
            <a:off x="1284000" y="3411645"/>
            <a:ext cx="6576000" cy="497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EDEDED"/>
              </a:buClr>
              <a:buSzPts val="1600"/>
              <a:buNone/>
              <a:defRPr sz="1600"/>
            </a:lvl1pPr>
            <a:lvl2pPr lvl="1" rtl="0" algn="ctr">
              <a:lnSpc>
                <a:spcPct val="100000"/>
              </a:lnSpc>
              <a:spcBef>
                <a:spcPts val="0"/>
              </a:spcBef>
              <a:spcAft>
                <a:spcPts val="0"/>
              </a:spcAft>
              <a:buClr>
                <a:srgbClr val="EDEDED"/>
              </a:buClr>
              <a:buSzPts val="1600"/>
              <a:buNone/>
              <a:defRPr sz="1600"/>
            </a:lvl2pPr>
            <a:lvl3pPr lvl="2" rtl="0" algn="ctr">
              <a:lnSpc>
                <a:spcPct val="100000"/>
              </a:lnSpc>
              <a:spcBef>
                <a:spcPts val="0"/>
              </a:spcBef>
              <a:spcAft>
                <a:spcPts val="0"/>
              </a:spcAft>
              <a:buClr>
                <a:srgbClr val="EDEDED"/>
              </a:buClr>
              <a:buSzPts val="1600"/>
              <a:buNone/>
              <a:defRPr sz="1600"/>
            </a:lvl3pPr>
            <a:lvl4pPr lvl="3" rtl="0" algn="ctr">
              <a:lnSpc>
                <a:spcPct val="100000"/>
              </a:lnSpc>
              <a:spcBef>
                <a:spcPts val="0"/>
              </a:spcBef>
              <a:spcAft>
                <a:spcPts val="0"/>
              </a:spcAft>
              <a:buClr>
                <a:srgbClr val="EDEDED"/>
              </a:buClr>
              <a:buSzPts val="1600"/>
              <a:buNone/>
              <a:defRPr sz="1600"/>
            </a:lvl4pPr>
            <a:lvl5pPr lvl="4" rtl="0" algn="ctr">
              <a:lnSpc>
                <a:spcPct val="100000"/>
              </a:lnSpc>
              <a:spcBef>
                <a:spcPts val="0"/>
              </a:spcBef>
              <a:spcAft>
                <a:spcPts val="0"/>
              </a:spcAft>
              <a:buClr>
                <a:srgbClr val="EDEDED"/>
              </a:buClr>
              <a:buSzPts val="1600"/>
              <a:buNone/>
              <a:defRPr sz="1600"/>
            </a:lvl5pPr>
            <a:lvl6pPr lvl="5" rtl="0" algn="ctr">
              <a:lnSpc>
                <a:spcPct val="100000"/>
              </a:lnSpc>
              <a:spcBef>
                <a:spcPts val="0"/>
              </a:spcBef>
              <a:spcAft>
                <a:spcPts val="0"/>
              </a:spcAft>
              <a:buClr>
                <a:schemeClr val="lt1"/>
              </a:buClr>
              <a:buSzPts val="1600"/>
              <a:buNone/>
              <a:defRPr sz="1600"/>
            </a:lvl6pPr>
            <a:lvl7pPr lvl="6" rtl="0" algn="ctr">
              <a:lnSpc>
                <a:spcPct val="100000"/>
              </a:lnSpc>
              <a:spcBef>
                <a:spcPts val="0"/>
              </a:spcBef>
              <a:spcAft>
                <a:spcPts val="0"/>
              </a:spcAft>
              <a:buClr>
                <a:schemeClr val="lt1"/>
              </a:buClr>
              <a:buSzPts val="1600"/>
              <a:buNone/>
              <a:defRPr sz="1600"/>
            </a:lvl7pPr>
            <a:lvl8pPr lvl="7" rtl="0" algn="ctr">
              <a:lnSpc>
                <a:spcPct val="100000"/>
              </a:lnSpc>
              <a:spcBef>
                <a:spcPts val="0"/>
              </a:spcBef>
              <a:spcAft>
                <a:spcPts val="0"/>
              </a:spcAft>
              <a:buClr>
                <a:schemeClr val="lt1"/>
              </a:buClr>
              <a:buSzPts val="1600"/>
              <a:buNone/>
              <a:defRPr sz="1600"/>
            </a:lvl8pPr>
            <a:lvl9pPr lvl="8" rtl="0" algn="ctr">
              <a:lnSpc>
                <a:spcPct val="100000"/>
              </a:lnSpc>
              <a:spcBef>
                <a:spcPts val="0"/>
              </a:spcBef>
              <a:spcAft>
                <a:spcPts val="0"/>
              </a:spcAft>
              <a:buClr>
                <a:schemeClr val="lt1"/>
              </a:buClr>
              <a:buSzPts val="1600"/>
              <a:buNone/>
              <a:defRPr sz="16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 and text">
    <p:spTree>
      <p:nvGrpSpPr>
        <p:cNvPr id="640" name="Shape 640"/>
        <p:cNvGrpSpPr/>
        <p:nvPr/>
      </p:nvGrpSpPr>
      <p:grpSpPr>
        <a:xfrm>
          <a:off x="0" y="0"/>
          <a:ext cx="0" cy="0"/>
          <a:chOff x="0" y="0"/>
          <a:chExt cx="0" cy="0"/>
        </a:xfrm>
      </p:grpSpPr>
      <p:sp>
        <p:nvSpPr>
          <p:cNvPr id="641" name="Google Shape;641;p34"/>
          <p:cNvSpPr txBox="1"/>
          <p:nvPr>
            <p:ph type="title"/>
          </p:nvPr>
        </p:nvSpPr>
        <p:spPr>
          <a:xfrm>
            <a:off x="3585115" y="1421100"/>
            <a:ext cx="4373700" cy="548700"/>
          </a:xfrm>
          <a:prstGeom prst="rect">
            <a:avLst/>
          </a:prstGeom>
          <a:noFill/>
          <a:ln>
            <a:noFill/>
          </a:ln>
        </p:spPr>
        <p:txBody>
          <a:bodyPr anchorCtr="0" anchor="b" bIns="91425" lIns="91425" spcFirstLastPara="1" rIns="91425" wrap="square" tIns="91425">
            <a:noAutofit/>
          </a:bodyPr>
          <a:lstStyle>
            <a:lvl1pPr lvl="0" rtl="0" algn="l">
              <a:lnSpc>
                <a:spcPct val="90000"/>
              </a:lnSpc>
              <a:spcBef>
                <a:spcPts val="0"/>
              </a:spcBef>
              <a:spcAft>
                <a:spcPts val="0"/>
              </a:spcAft>
              <a:buClr>
                <a:srgbClr val="EDEDED"/>
              </a:buClr>
              <a:buSzPts val="3000"/>
              <a:buFont typeface="Corbel"/>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42" name="Google Shape;642;p34"/>
          <p:cNvSpPr txBox="1"/>
          <p:nvPr>
            <p:ph idx="1" type="subTitle"/>
          </p:nvPr>
        </p:nvSpPr>
        <p:spPr>
          <a:xfrm>
            <a:off x="3585115" y="1893600"/>
            <a:ext cx="4373700" cy="1828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accent2"/>
              </a:buClr>
              <a:buSzPts val="1200"/>
              <a:buAutoNum type="arabicPeriod"/>
              <a:defRPr/>
            </a:lvl1pPr>
            <a:lvl2pPr lvl="1" rtl="0" algn="ctr">
              <a:lnSpc>
                <a:spcPct val="100000"/>
              </a:lnSpc>
              <a:spcBef>
                <a:spcPts val="0"/>
              </a:spcBef>
              <a:spcAft>
                <a:spcPts val="0"/>
              </a:spcAft>
              <a:buClr>
                <a:srgbClr val="EDEDED"/>
              </a:buClr>
              <a:buSzPts val="1200"/>
              <a:buAutoNum type="alphaLcPeriod"/>
              <a:defRPr/>
            </a:lvl2pPr>
            <a:lvl3pPr lvl="2" rtl="0" algn="ctr">
              <a:lnSpc>
                <a:spcPct val="100000"/>
              </a:lnSpc>
              <a:spcBef>
                <a:spcPts val="0"/>
              </a:spcBef>
              <a:spcAft>
                <a:spcPts val="0"/>
              </a:spcAft>
              <a:buClr>
                <a:srgbClr val="EDEDED"/>
              </a:buClr>
              <a:buSzPts val="1200"/>
              <a:buAutoNum type="romanLcPeriod"/>
              <a:defRPr/>
            </a:lvl3pPr>
            <a:lvl4pPr lvl="3" rtl="0" algn="ctr">
              <a:lnSpc>
                <a:spcPct val="100000"/>
              </a:lnSpc>
              <a:spcBef>
                <a:spcPts val="0"/>
              </a:spcBef>
              <a:spcAft>
                <a:spcPts val="0"/>
              </a:spcAft>
              <a:buClr>
                <a:srgbClr val="EDEDED"/>
              </a:buClr>
              <a:buSzPts val="1200"/>
              <a:buAutoNum type="arabicPeriod"/>
              <a:defRPr/>
            </a:lvl4pPr>
            <a:lvl5pPr lvl="4" rtl="0" algn="ctr">
              <a:lnSpc>
                <a:spcPct val="100000"/>
              </a:lnSpc>
              <a:spcBef>
                <a:spcPts val="0"/>
              </a:spcBef>
              <a:spcAft>
                <a:spcPts val="0"/>
              </a:spcAft>
              <a:buClr>
                <a:srgbClr val="EDEDED"/>
              </a:buClr>
              <a:buSzPts val="1200"/>
              <a:buAutoNum type="alphaLcPeriod"/>
              <a:defRPr/>
            </a:lvl5pPr>
            <a:lvl6pPr lvl="5" rtl="0" algn="ctr">
              <a:lnSpc>
                <a:spcPct val="100000"/>
              </a:lnSpc>
              <a:spcBef>
                <a:spcPts val="0"/>
              </a:spcBef>
              <a:spcAft>
                <a:spcPts val="0"/>
              </a:spcAft>
              <a:buClr>
                <a:schemeClr val="lt1"/>
              </a:buClr>
              <a:buSzPts val="1200"/>
              <a:buAutoNum type="romanLcPeriod"/>
              <a:defRPr/>
            </a:lvl6pPr>
            <a:lvl7pPr lvl="6" rtl="0" algn="ctr">
              <a:lnSpc>
                <a:spcPct val="100000"/>
              </a:lnSpc>
              <a:spcBef>
                <a:spcPts val="0"/>
              </a:spcBef>
              <a:spcAft>
                <a:spcPts val="0"/>
              </a:spcAft>
              <a:buClr>
                <a:schemeClr val="lt1"/>
              </a:buClr>
              <a:buSzPts val="1200"/>
              <a:buAutoNum type="arabicPeriod"/>
              <a:defRPr/>
            </a:lvl7pPr>
            <a:lvl8pPr lvl="7" rtl="0" algn="ctr">
              <a:lnSpc>
                <a:spcPct val="100000"/>
              </a:lnSpc>
              <a:spcBef>
                <a:spcPts val="0"/>
              </a:spcBef>
              <a:spcAft>
                <a:spcPts val="0"/>
              </a:spcAft>
              <a:buClr>
                <a:schemeClr val="lt1"/>
              </a:buClr>
              <a:buSzPts val="1200"/>
              <a:buAutoNum type="alphaLcPeriod"/>
              <a:defRPr/>
            </a:lvl8pPr>
            <a:lvl9pPr lvl="8" rtl="0" algn="ctr">
              <a:lnSpc>
                <a:spcPct val="100000"/>
              </a:lnSpc>
              <a:spcBef>
                <a:spcPts val="0"/>
              </a:spcBef>
              <a:spcAft>
                <a:spcPts val="0"/>
              </a:spcAft>
              <a:buClr>
                <a:schemeClr val="lt1"/>
              </a:buClr>
              <a:buSzPts val="1200"/>
              <a:buAutoNum type="romanLcPerio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1">
  <p:cSld name="Title and text 1">
    <p:spTree>
      <p:nvGrpSpPr>
        <p:cNvPr id="643" name="Shape 643"/>
        <p:cNvGrpSpPr/>
        <p:nvPr/>
      </p:nvGrpSpPr>
      <p:grpSpPr>
        <a:xfrm>
          <a:off x="0" y="0"/>
          <a:ext cx="0" cy="0"/>
          <a:chOff x="0" y="0"/>
          <a:chExt cx="0" cy="0"/>
        </a:xfrm>
      </p:grpSpPr>
      <p:sp>
        <p:nvSpPr>
          <p:cNvPr id="644" name="Google Shape;644;p35"/>
          <p:cNvSpPr txBox="1"/>
          <p:nvPr>
            <p:ph type="title"/>
          </p:nvPr>
        </p:nvSpPr>
        <p:spPr>
          <a:xfrm>
            <a:off x="713225" y="539500"/>
            <a:ext cx="2286000" cy="1005900"/>
          </a:xfrm>
          <a:prstGeom prst="rect">
            <a:avLst/>
          </a:prstGeom>
          <a:noFill/>
          <a:ln>
            <a:noFill/>
          </a:ln>
        </p:spPr>
        <p:txBody>
          <a:bodyPr anchorCtr="0" anchor="b" bIns="91425" lIns="91425" spcFirstLastPara="1" rIns="91425" wrap="square" tIns="91425">
            <a:noAutofit/>
          </a:bodyPr>
          <a:lstStyle>
            <a:lvl1pPr lvl="0" rtl="0" algn="l">
              <a:lnSpc>
                <a:spcPct val="90000"/>
              </a:lnSpc>
              <a:spcBef>
                <a:spcPts val="0"/>
              </a:spcBef>
              <a:spcAft>
                <a:spcPts val="0"/>
              </a:spcAft>
              <a:buClr>
                <a:srgbClr val="EDEDED"/>
              </a:buClr>
              <a:buSzPts val="3000"/>
              <a:buFont typeface="Corbel"/>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45" name="Google Shape;645;p35"/>
          <p:cNvSpPr txBox="1"/>
          <p:nvPr>
            <p:ph idx="1" type="subTitle"/>
          </p:nvPr>
        </p:nvSpPr>
        <p:spPr>
          <a:xfrm>
            <a:off x="713225" y="1500225"/>
            <a:ext cx="2286000" cy="1097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EDEDED"/>
              </a:buClr>
              <a:buSzPts val="1200"/>
              <a:buNone/>
              <a:defRPr/>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
        <p:nvSpPr>
          <p:cNvPr id="646" name="Google Shape;646;p35"/>
          <p:cNvSpPr/>
          <p:nvPr>
            <p:ph idx="2" type="pic"/>
          </p:nvPr>
        </p:nvSpPr>
        <p:spPr>
          <a:xfrm>
            <a:off x="5782075" y="547051"/>
            <a:ext cx="2801100" cy="4049400"/>
          </a:xfrm>
          <a:prstGeom prst="roundRect">
            <a:avLst>
              <a:gd fmla="val 16667" name="adj"/>
            </a:avLst>
          </a:prstGeom>
          <a:noFill/>
          <a:ln cap="flat" cmpd="sng" w="9525">
            <a:solidFill>
              <a:schemeClr val="dk1"/>
            </a:solidFill>
            <a:prstDash val="solid"/>
            <a:round/>
            <a:headEnd len="sm" w="sm" type="none"/>
            <a:tailEnd len="sm" w="sm" type="none"/>
          </a:ln>
        </p:spPr>
      </p:sp>
      <p:sp>
        <p:nvSpPr>
          <p:cNvPr id="647" name="Google Shape;647;p35"/>
          <p:cNvSpPr/>
          <p:nvPr>
            <p:ph idx="3" type="pic"/>
          </p:nvPr>
        </p:nvSpPr>
        <p:spPr>
          <a:xfrm>
            <a:off x="3366975" y="547051"/>
            <a:ext cx="2304300" cy="2285700"/>
          </a:xfrm>
          <a:prstGeom prst="roundRect">
            <a:avLst>
              <a:gd fmla="val 16667" name="adj"/>
            </a:avLst>
          </a:prstGeom>
          <a:noFill/>
          <a:ln cap="flat" cmpd="sng" w="9525">
            <a:solidFill>
              <a:schemeClr val="dk1"/>
            </a:solidFill>
            <a:prstDash val="solid"/>
            <a:round/>
            <a:headEnd len="sm" w="sm" type="none"/>
            <a:tailEnd len="sm" w="sm" type="none"/>
          </a:ln>
        </p:spPr>
      </p:sp>
      <p:sp>
        <p:nvSpPr>
          <p:cNvPr id="648" name="Google Shape;648;p35"/>
          <p:cNvSpPr/>
          <p:nvPr>
            <p:ph idx="4" type="pic"/>
          </p:nvPr>
        </p:nvSpPr>
        <p:spPr>
          <a:xfrm>
            <a:off x="713225" y="2946150"/>
            <a:ext cx="4933800" cy="1650300"/>
          </a:xfrm>
          <a:prstGeom prst="roundRect">
            <a:avLst>
              <a:gd fmla="val 16667" name="adj"/>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1">
  <p:cSld name="Thanks">
    <p:spTree>
      <p:nvGrpSpPr>
        <p:cNvPr id="649" name="Shape 649"/>
        <p:cNvGrpSpPr/>
        <p:nvPr/>
      </p:nvGrpSpPr>
      <p:grpSpPr>
        <a:xfrm>
          <a:off x="0" y="0"/>
          <a:ext cx="0" cy="0"/>
          <a:chOff x="0" y="0"/>
          <a:chExt cx="0" cy="0"/>
        </a:xfrm>
      </p:grpSpPr>
      <p:sp>
        <p:nvSpPr>
          <p:cNvPr id="650" name="Google Shape;650;p36"/>
          <p:cNvSpPr txBox="1"/>
          <p:nvPr>
            <p:ph type="title"/>
          </p:nvPr>
        </p:nvSpPr>
        <p:spPr>
          <a:xfrm>
            <a:off x="2347939" y="540000"/>
            <a:ext cx="4448100" cy="1058700"/>
          </a:xfrm>
          <a:prstGeom prst="rect">
            <a:avLst/>
          </a:prstGeom>
          <a:noFill/>
          <a:ln>
            <a:noFill/>
          </a:ln>
        </p:spPr>
        <p:txBody>
          <a:bodyPr anchorCtr="0" anchor="b" bIns="91425" lIns="91425" spcFirstLastPara="1" rIns="91425" wrap="square" tIns="91425">
            <a:noAutofit/>
          </a:bodyPr>
          <a:lstStyle>
            <a:lvl1pPr lvl="0" rtl="0" algn="ctr">
              <a:lnSpc>
                <a:spcPct val="90000"/>
              </a:lnSpc>
              <a:spcBef>
                <a:spcPts val="0"/>
              </a:spcBef>
              <a:spcAft>
                <a:spcPts val="0"/>
              </a:spcAft>
              <a:buClr>
                <a:srgbClr val="EDEDED"/>
              </a:buClr>
              <a:buSzPts val="3000"/>
              <a:buFont typeface="Corbel"/>
              <a:buNone/>
              <a:defRPr sz="72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51" name="Google Shape;651;p36"/>
          <p:cNvSpPr txBox="1"/>
          <p:nvPr>
            <p:ph idx="1" type="subTitle"/>
          </p:nvPr>
        </p:nvSpPr>
        <p:spPr>
          <a:xfrm>
            <a:off x="2347902" y="1516409"/>
            <a:ext cx="4448100" cy="1097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EDEDED"/>
              </a:buClr>
              <a:buSzPts val="1200"/>
              <a:buNone/>
              <a:defRPr sz="1600"/>
            </a:lvl1pPr>
            <a:lvl2pPr lvl="1" rtl="0" algn="ctr">
              <a:lnSpc>
                <a:spcPct val="100000"/>
              </a:lnSpc>
              <a:spcBef>
                <a:spcPts val="0"/>
              </a:spcBef>
              <a:spcAft>
                <a:spcPts val="0"/>
              </a:spcAft>
              <a:buClr>
                <a:srgbClr val="EDEDED"/>
              </a:buClr>
              <a:buSzPts val="1200"/>
              <a:buNone/>
              <a:defRPr/>
            </a:lvl2pPr>
            <a:lvl3pPr lvl="2" rtl="0" algn="ctr">
              <a:lnSpc>
                <a:spcPct val="100000"/>
              </a:lnSpc>
              <a:spcBef>
                <a:spcPts val="0"/>
              </a:spcBef>
              <a:spcAft>
                <a:spcPts val="0"/>
              </a:spcAft>
              <a:buClr>
                <a:srgbClr val="EDEDED"/>
              </a:buClr>
              <a:buSzPts val="1200"/>
              <a:buNone/>
              <a:defRPr/>
            </a:lvl3pPr>
            <a:lvl4pPr lvl="3" rtl="0" algn="ctr">
              <a:lnSpc>
                <a:spcPct val="100000"/>
              </a:lnSpc>
              <a:spcBef>
                <a:spcPts val="0"/>
              </a:spcBef>
              <a:spcAft>
                <a:spcPts val="0"/>
              </a:spcAft>
              <a:buClr>
                <a:srgbClr val="EDEDED"/>
              </a:buClr>
              <a:buSzPts val="1200"/>
              <a:buNone/>
              <a:defRPr/>
            </a:lvl4pPr>
            <a:lvl5pPr lvl="4" rtl="0" algn="ctr">
              <a:lnSpc>
                <a:spcPct val="100000"/>
              </a:lnSpc>
              <a:spcBef>
                <a:spcPts val="0"/>
              </a:spcBef>
              <a:spcAft>
                <a:spcPts val="0"/>
              </a:spcAft>
              <a:buClr>
                <a:srgbClr val="EDEDED"/>
              </a:buClr>
              <a:buSzPts val="1200"/>
              <a:buNone/>
              <a:defRPr/>
            </a:lvl5pPr>
            <a:lvl6pPr lvl="5" rtl="0" algn="ctr">
              <a:lnSpc>
                <a:spcPct val="100000"/>
              </a:lnSpc>
              <a:spcBef>
                <a:spcPts val="0"/>
              </a:spcBef>
              <a:spcAft>
                <a:spcPts val="0"/>
              </a:spcAft>
              <a:buClr>
                <a:schemeClr val="lt1"/>
              </a:buClr>
              <a:buSzPts val="1200"/>
              <a:buNone/>
              <a:defRPr/>
            </a:lvl6pPr>
            <a:lvl7pPr lvl="6" rtl="0" algn="ctr">
              <a:lnSpc>
                <a:spcPct val="100000"/>
              </a:lnSpc>
              <a:spcBef>
                <a:spcPts val="0"/>
              </a:spcBef>
              <a:spcAft>
                <a:spcPts val="0"/>
              </a:spcAft>
              <a:buClr>
                <a:schemeClr val="lt1"/>
              </a:buClr>
              <a:buSzPts val="1200"/>
              <a:buNone/>
              <a:defRPr/>
            </a:lvl7pPr>
            <a:lvl8pPr lvl="7" rtl="0" algn="ctr">
              <a:lnSpc>
                <a:spcPct val="100000"/>
              </a:lnSpc>
              <a:spcBef>
                <a:spcPts val="0"/>
              </a:spcBef>
              <a:spcAft>
                <a:spcPts val="0"/>
              </a:spcAft>
              <a:buClr>
                <a:schemeClr val="lt1"/>
              </a:buClr>
              <a:buSzPts val="1200"/>
              <a:buNone/>
              <a:defRPr/>
            </a:lvl8pPr>
            <a:lvl9pPr lvl="8" rtl="0" algn="ctr">
              <a:lnSpc>
                <a:spcPct val="100000"/>
              </a:lnSpc>
              <a:spcBef>
                <a:spcPts val="0"/>
              </a:spcBef>
              <a:spcAft>
                <a:spcPts val="0"/>
              </a:spcAft>
              <a:buClr>
                <a:schemeClr val="lt1"/>
              </a:buClr>
              <a:buSzPts val="12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2">
    <p:spTree>
      <p:nvGrpSpPr>
        <p:cNvPr id="652" name="Shape 652"/>
        <p:cNvGrpSpPr/>
        <p:nvPr/>
      </p:nvGrpSpPr>
      <p:grpSpPr>
        <a:xfrm>
          <a:off x="0" y="0"/>
          <a:ext cx="0" cy="0"/>
          <a:chOff x="0" y="0"/>
          <a:chExt cx="0" cy="0"/>
        </a:xfrm>
      </p:grpSpPr>
      <p:sp>
        <p:nvSpPr>
          <p:cNvPr id="653" name="Google Shape;653;p37"/>
          <p:cNvSpPr txBox="1"/>
          <p:nvPr>
            <p:ph type="title"/>
          </p:nvPr>
        </p:nvSpPr>
        <p:spPr>
          <a:xfrm>
            <a:off x="716775" y="510900"/>
            <a:ext cx="7710600" cy="482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a:solidFill>
                  <a:schemeClr val="lt1"/>
                </a:solidFill>
              </a:defRPr>
            </a:lvl1pPr>
            <a:lvl2pPr lvl="1" rtl="0" algn="ctr">
              <a:lnSpc>
                <a:spcPct val="100000"/>
              </a:lnSpc>
              <a:spcBef>
                <a:spcPts val="0"/>
              </a:spcBef>
              <a:spcAft>
                <a:spcPts val="0"/>
              </a:spcAft>
              <a:buSzPts val="2400"/>
              <a:buNone/>
              <a:defRPr/>
            </a:lvl2pPr>
            <a:lvl3pPr lvl="2" rtl="0" algn="ctr">
              <a:lnSpc>
                <a:spcPct val="100000"/>
              </a:lnSpc>
              <a:spcBef>
                <a:spcPts val="0"/>
              </a:spcBef>
              <a:spcAft>
                <a:spcPts val="0"/>
              </a:spcAft>
              <a:buSzPts val="2400"/>
              <a:buNone/>
              <a:defRPr/>
            </a:lvl3pPr>
            <a:lvl4pPr lvl="3" rtl="0" algn="ctr">
              <a:lnSpc>
                <a:spcPct val="100000"/>
              </a:lnSpc>
              <a:spcBef>
                <a:spcPts val="0"/>
              </a:spcBef>
              <a:spcAft>
                <a:spcPts val="0"/>
              </a:spcAft>
              <a:buSzPts val="2400"/>
              <a:buNone/>
              <a:defRPr/>
            </a:lvl4pPr>
            <a:lvl5pPr lvl="4" rtl="0" algn="ctr">
              <a:lnSpc>
                <a:spcPct val="100000"/>
              </a:lnSpc>
              <a:spcBef>
                <a:spcPts val="0"/>
              </a:spcBef>
              <a:spcAft>
                <a:spcPts val="0"/>
              </a:spcAft>
              <a:buSzPts val="2400"/>
              <a:buNone/>
              <a:defRPr/>
            </a:lvl5pPr>
            <a:lvl6pPr lvl="5" rtl="0" algn="ctr">
              <a:lnSpc>
                <a:spcPct val="100000"/>
              </a:lnSpc>
              <a:spcBef>
                <a:spcPts val="0"/>
              </a:spcBef>
              <a:spcAft>
                <a:spcPts val="0"/>
              </a:spcAft>
              <a:buSzPts val="2400"/>
              <a:buNone/>
              <a:defRPr/>
            </a:lvl6pPr>
            <a:lvl7pPr lvl="6" rtl="0" algn="ctr">
              <a:lnSpc>
                <a:spcPct val="100000"/>
              </a:lnSpc>
              <a:spcBef>
                <a:spcPts val="0"/>
              </a:spcBef>
              <a:spcAft>
                <a:spcPts val="0"/>
              </a:spcAft>
              <a:buSzPts val="2400"/>
              <a:buNone/>
              <a:defRPr/>
            </a:lvl7pPr>
            <a:lvl8pPr lvl="7" rtl="0" algn="ctr">
              <a:lnSpc>
                <a:spcPct val="100000"/>
              </a:lnSpc>
              <a:spcBef>
                <a:spcPts val="0"/>
              </a:spcBef>
              <a:spcAft>
                <a:spcPts val="0"/>
              </a:spcAft>
              <a:buSzPts val="2400"/>
              <a:buNone/>
              <a:defRPr/>
            </a:lvl8pPr>
            <a:lvl9pPr lvl="8" rtl="0" algn="ctr">
              <a:lnSpc>
                <a:spcPct val="100000"/>
              </a:lnSpc>
              <a:spcBef>
                <a:spcPts val="0"/>
              </a:spcBef>
              <a:spcAft>
                <a:spcPts val="0"/>
              </a:spcAft>
              <a:buSzPts val="2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theme" Target="../theme/theme2.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1pPr>
            <a:lvl2pPr lvl="1"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2pPr>
            <a:lvl3pPr lvl="2"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3pPr>
            <a:lvl4pPr lvl="3"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4pPr>
            <a:lvl5pPr lvl="4"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5pPr>
            <a:lvl6pPr lvl="5"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6pPr>
            <a:lvl7pPr lvl="6"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7pPr>
            <a:lvl8pPr lvl="7"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8pPr>
            <a:lvl9pPr lvl="8"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indent="-304800" lvl="1" marL="9144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indent="-304800" lvl="2" marL="13716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indent="-304800" lvl="3" marL="1828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indent="-304800" lvl="4" marL="22860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indent="-304800" lvl="5" marL="27432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indent="-304800" lvl="6" marL="32004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indent="-304800" lvl="7" marL="36576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indent="-304800" lvl="8" marL="411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50">
          <p15:clr>
            <a:srgbClr val="EA4335"/>
          </p15:clr>
        </p15:guide>
        <p15:guide id="2" orient="horz" pos="337">
          <p15:clr>
            <a:srgbClr val="EA4335"/>
          </p15:clr>
        </p15:guide>
        <p15:guide id="3" pos="5310">
          <p15:clr>
            <a:srgbClr val="EA4335"/>
          </p15:clr>
        </p15:guide>
        <p15:guide id="4" orient="horz" pos="290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 Id="rId3" Type="http://schemas.openxmlformats.org/officeDocument/2006/relationships/image" Target="../media/image9.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 Id="rId3" Type="http://schemas.openxmlformats.org/officeDocument/2006/relationships/image" Target="../media/image14.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 Id="rId3" Type="http://schemas.openxmlformats.org/officeDocument/2006/relationships/image" Target="../media/image13.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hyperlink" Target="http://drive.google.com/file/d/1tMFnM5XOF6Da7OHFXmTipzWbLJgSP1jj/view" TargetMode="External"/><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hyperlink" Target="http://drive.google.com/file/d/1a4o7GZ0eNBg-nBYZ6izbXcxe11qqXZyV/view" TargetMode="External"/><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 Id="rId3" Type="http://schemas.openxmlformats.org/officeDocument/2006/relationships/image" Target="../media/image10.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hyperlink" Target="http://drive.google.com/file/d/1rWib2oUe2oSEwVRzdxqMmC6RticqOciY/view" TargetMode="External"/><Relationship Id="rId6"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pic>
        <p:nvPicPr>
          <p:cNvPr id="658" name="Google Shape;658;p38"/>
          <p:cNvPicPr preferRelativeResize="0"/>
          <p:nvPr/>
        </p:nvPicPr>
        <p:blipFill rotWithShape="1">
          <a:blip r:embed="rId3">
            <a:alphaModFix/>
          </a:blip>
          <a:srcRect b="-17536" l="0" r="0" t="0"/>
          <a:stretch/>
        </p:blipFill>
        <p:spPr>
          <a:xfrm>
            <a:off x="5635725" y="1243400"/>
            <a:ext cx="2191975" cy="3218475"/>
          </a:xfrm>
          <a:prstGeom prst="rect">
            <a:avLst/>
          </a:prstGeom>
          <a:noFill/>
          <a:ln>
            <a:noFill/>
          </a:ln>
        </p:spPr>
      </p:pic>
      <p:sp>
        <p:nvSpPr>
          <p:cNvPr id="659" name="Google Shape;659;p38"/>
          <p:cNvSpPr txBox="1"/>
          <p:nvPr>
            <p:ph type="ctrTitle"/>
          </p:nvPr>
        </p:nvSpPr>
        <p:spPr>
          <a:xfrm>
            <a:off x="594550" y="535000"/>
            <a:ext cx="6283800" cy="154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1"/>
                </a:solidFill>
              </a:rPr>
              <a:t>Product</a:t>
            </a:r>
            <a:r>
              <a:rPr lang="en"/>
              <a:t> </a:t>
            </a:r>
            <a:r>
              <a:rPr lang="en">
                <a:solidFill>
                  <a:schemeClr val="accent1"/>
                </a:solidFill>
              </a:rPr>
              <a:t>Development</a:t>
            </a:r>
            <a:r>
              <a:rPr lang="en">
                <a:solidFill>
                  <a:schemeClr val="accent1"/>
                </a:solidFill>
              </a:rPr>
              <a:t> Plan</a:t>
            </a:r>
            <a:endParaRPr>
              <a:solidFill>
                <a:schemeClr val="accent1"/>
              </a:solidFill>
            </a:endParaRPr>
          </a:p>
        </p:txBody>
      </p:sp>
      <p:sp>
        <p:nvSpPr>
          <p:cNvPr id="660" name="Google Shape;660;p38"/>
          <p:cNvSpPr txBox="1"/>
          <p:nvPr>
            <p:ph idx="1" type="subTitle"/>
          </p:nvPr>
        </p:nvSpPr>
        <p:spPr>
          <a:xfrm>
            <a:off x="715100" y="2167650"/>
            <a:ext cx="4639500" cy="40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1: Rachana, Shruti, Mihir, William, Patrick</a:t>
            </a:r>
            <a:endParaRPr/>
          </a:p>
        </p:txBody>
      </p:sp>
      <p:grpSp>
        <p:nvGrpSpPr>
          <p:cNvPr id="661" name="Google Shape;661;p38"/>
          <p:cNvGrpSpPr/>
          <p:nvPr/>
        </p:nvGrpSpPr>
        <p:grpSpPr>
          <a:xfrm>
            <a:off x="3408106" y="3912500"/>
            <a:ext cx="286025" cy="696000"/>
            <a:chOff x="3408106" y="3912500"/>
            <a:chExt cx="286025" cy="696000"/>
          </a:xfrm>
        </p:grpSpPr>
        <p:sp>
          <p:nvSpPr>
            <p:cNvPr id="662" name="Google Shape;662;p38"/>
            <p:cNvSpPr/>
            <p:nvPr/>
          </p:nvSpPr>
          <p:spPr>
            <a:xfrm rot="10800000">
              <a:off x="3608331" y="45227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8"/>
            <p:cNvSpPr/>
            <p:nvPr/>
          </p:nvSpPr>
          <p:spPr>
            <a:xfrm rot="10800000">
              <a:off x="3408106" y="45227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8"/>
            <p:cNvSpPr/>
            <p:nvPr/>
          </p:nvSpPr>
          <p:spPr>
            <a:xfrm rot="10800000">
              <a:off x="3608331" y="437015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8"/>
            <p:cNvSpPr/>
            <p:nvPr/>
          </p:nvSpPr>
          <p:spPr>
            <a:xfrm rot="10800000">
              <a:off x="3408106" y="437015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8"/>
            <p:cNvSpPr/>
            <p:nvPr/>
          </p:nvSpPr>
          <p:spPr>
            <a:xfrm rot="10800000">
              <a:off x="3608331" y="42176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8"/>
            <p:cNvSpPr/>
            <p:nvPr/>
          </p:nvSpPr>
          <p:spPr>
            <a:xfrm rot="10800000">
              <a:off x="3408106" y="42176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8"/>
            <p:cNvSpPr/>
            <p:nvPr/>
          </p:nvSpPr>
          <p:spPr>
            <a:xfrm rot="10800000">
              <a:off x="3608331" y="406505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8"/>
            <p:cNvSpPr/>
            <p:nvPr/>
          </p:nvSpPr>
          <p:spPr>
            <a:xfrm rot="10800000">
              <a:off x="3408106" y="406505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8"/>
            <p:cNvSpPr/>
            <p:nvPr/>
          </p:nvSpPr>
          <p:spPr>
            <a:xfrm rot="10800000">
              <a:off x="3608331" y="39125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8"/>
            <p:cNvSpPr/>
            <p:nvPr/>
          </p:nvSpPr>
          <p:spPr>
            <a:xfrm rot="10800000">
              <a:off x="3408106" y="39125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2" name="Google Shape;672;p38"/>
          <p:cNvGrpSpPr/>
          <p:nvPr/>
        </p:nvGrpSpPr>
        <p:grpSpPr>
          <a:xfrm>
            <a:off x="4151316" y="2748144"/>
            <a:ext cx="4696429" cy="2159684"/>
            <a:chOff x="3698675" y="3495875"/>
            <a:chExt cx="3040350" cy="1398125"/>
          </a:xfrm>
        </p:grpSpPr>
        <p:sp>
          <p:nvSpPr>
            <p:cNvPr id="673" name="Google Shape;673;p38"/>
            <p:cNvSpPr/>
            <p:nvPr/>
          </p:nvSpPr>
          <p:spPr>
            <a:xfrm>
              <a:off x="4022375" y="4048225"/>
              <a:ext cx="2390650" cy="39525"/>
            </a:xfrm>
            <a:custGeom>
              <a:rect b="b" l="l" r="r" t="t"/>
              <a:pathLst>
                <a:path extrusionOk="0" h="1581" w="95626">
                  <a:moveTo>
                    <a:pt x="1" y="0"/>
                  </a:moveTo>
                  <a:lnTo>
                    <a:pt x="1" y="1581"/>
                  </a:lnTo>
                  <a:lnTo>
                    <a:pt x="95625" y="1581"/>
                  </a:lnTo>
                  <a:lnTo>
                    <a:pt x="9562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8"/>
            <p:cNvSpPr/>
            <p:nvPr/>
          </p:nvSpPr>
          <p:spPr>
            <a:xfrm>
              <a:off x="3698675" y="4087725"/>
              <a:ext cx="433150" cy="806275"/>
            </a:xfrm>
            <a:custGeom>
              <a:rect b="b" l="l" r="r" t="t"/>
              <a:pathLst>
                <a:path extrusionOk="0" h="32251" w="17326">
                  <a:moveTo>
                    <a:pt x="12949" y="1"/>
                  </a:moveTo>
                  <a:lnTo>
                    <a:pt x="0" y="32251"/>
                  </a:lnTo>
                  <a:lnTo>
                    <a:pt x="1641" y="32251"/>
                  </a:lnTo>
                  <a:lnTo>
                    <a:pt x="173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8"/>
            <p:cNvSpPr/>
            <p:nvPr/>
          </p:nvSpPr>
          <p:spPr>
            <a:xfrm>
              <a:off x="6305850" y="4087725"/>
              <a:ext cx="433175" cy="806275"/>
            </a:xfrm>
            <a:custGeom>
              <a:rect b="b" l="l" r="r" t="t"/>
              <a:pathLst>
                <a:path extrusionOk="0" h="32251" w="17327">
                  <a:moveTo>
                    <a:pt x="1" y="1"/>
                  </a:moveTo>
                  <a:lnTo>
                    <a:pt x="15685" y="32251"/>
                  </a:lnTo>
                  <a:lnTo>
                    <a:pt x="17326" y="32251"/>
                  </a:lnTo>
                  <a:lnTo>
                    <a:pt x="43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8"/>
            <p:cNvSpPr/>
            <p:nvPr/>
          </p:nvSpPr>
          <p:spPr>
            <a:xfrm>
              <a:off x="4606725" y="3797100"/>
              <a:ext cx="391375" cy="253075"/>
            </a:xfrm>
            <a:custGeom>
              <a:rect b="b" l="l" r="r" t="t"/>
              <a:pathLst>
                <a:path extrusionOk="0" h="10123" w="15655">
                  <a:moveTo>
                    <a:pt x="1885" y="1"/>
                  </a:moveTo>
                  <a:cubicBezTo>
                    <a:pt x="1581" y="1"/>
                    <a:pt x="1308" y="213"/>
                    <a:pt x="1278" y="517"/>
                  </a:cubicBezTo>
                  <a:lnTo>
                    <a:pt x="62" y="9423"/>
                  </a:lnTo>
                  <a:cubicBezTo>
                    <a:pt x="1" y="9788"/>
                    <a:pt x="305" y="10122"/>
                    <a:pt x="670" y="10122"/>
                  </a:cubicBezTo>
                  <a:lnTo>
                    <a:pt x="13801" y="10122"/>
                  </a:lnTo>
                  <a:cubicBezTo>
                    <a:pt x="14105" y="10122"/>
                    <a:pt x="14348" y="9910"/>
                    <a:pt x="14378" y="9606"/>
                  </a:cubicBezTo>
                  <a:lnTo>
                    <a:pt x="15594" y="700"/>
                  </a:lnTo>
                  <a:cubicBezTo>
                    <a:pt x="15655" y="335"/>
                    <a:pt x="15351" y="1"/>
                    <a:pt x="1498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8"/>
            <p:cNvSpPr/>
            <p:nvPr/>
          </p:nvSpPr>
          <p:spPr>
            <a:xfrm>
              <a:off x="4634100" y="3813825"/>
              <a:ext cx="338925" cy="202150"/>
            </a:xfrm>
            <a:custGeom>
              <a:rect b="b" l="l" r="r" t="t"/>
              <a:pathLst>
                <a:path extrusionOk="0" h="8086" w="13557">
                  <a:moveTo>
                    <a:pt x="1094" y="0"/>
                  </a:moveTo>
                  <a:lnTo>
                    <a:pt x="0" y="8086"/>
                  </a:lnTo>
                  <a:lnTo>
                    <a:pt x="12462" y="8086"/>
                  </a:lnTo>
                  <a:lnTo>
                    <a:pt x="1355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8"/>
            <p:cNvSpPr/>
            <p:nvPr/>
          </p:nvSpPr>
          <p:spPr>
            <a:xfrm>
              <a:off x="4473750" y="4019350"/>
              <a:ext cx="288025" cy="31925"/>
            </a:xfrm>
            <a:custGeom>
              <a:rect b="b" l="l" r="r" t="t"/>
              <a:pathLst>
                <a:path extrusionOk="0" h="1277" w="11521">
                  <a:moveTo>
                    <a:pt x="1" y="0"/>
                  </a:moveTo>
                  <a:lnTo>
                    <a:pt x="1" y="1277"/>
                  </a:lnTo>
                  <a:lnTo>
                    <a:pt x="11521" y="1277"/>
                  </a:lnTo>
                  <a:lnTo>
                    <a:pt x="1152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8"/>
            <p:cNvSpPr/>
            <p:nvPr/>
          </p:nvSpPr>
          <p:spPr>
            <a:xfrm>
              <a:off x="5757200" y="3796700"/>
              <a:ext cx="390625" cy="253075"/>
            </a:xfrm>
            <a:custGeom>
              <a:rect b="b" l="l" r="r" t="t"/>
              <a:pathLst>
                <a:path extrusionOk="0" h="10123" w="15625">
                  <a:moveTo>
                    <a:pt x="670" y="0"/>
                  </a:moveTo>
                  <a:cubicBezTo>
                    <a:pt x="305" y="0"/>
                    <a:pt x="1" y="335"/>
                    <a:pt x="62" y="700"/>
                  </a:cubicBezTo>
                  <a:lnTo>
                    <a:pt x="1278" y="9605"/>
                  </a:lnTo>
                  <a:cubicBezTo>
                    <a:pt x="1308" y="9909"/>
                    <a:pt x="1551" y="10122"/>
                    <a:pt x="1855" y="10122"/>
                  </a:cubicBezTo>
                  <a:lnTo>
                    <a:pt x="14986" y="10122"/>
                  </a:lnTo>
                  <a:cubicBezTo>
                    <a:pt x="15351" y="10122"/>
                    <a:pt x="15624" y="9788"/>
                    <a:pt x="15594" y="9423"/>
                  </a:cubicBezTo>
                  <a:lnTo>
                    <a:pt x="14378" y="517"/>
                  </a:lnTo>
                  <a:cubicBezTo>
                    <a:pt x="14348" y="213"/>
                    <a:pt x="14074" y="0"/>
                    <a:pt x="137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8"/>
            <p:cNvSpPr/>
            <p:nvPr/>
          </p:nvSpPr>
          <p:spPr>
            <a:xfrm>
              <a:off x="5782300" y="3813425"/>
              <a:ext cx="338925" cy="202150"/>
            </a:xfrm>
            <a:custGeom>
              <a:rect b="b" l="l" r="r" t="t"/>
              <a:pathLst>
                <a:path extrusionOk="0" h="8086" w="13557">
                  <a:moveTo>
                    <a:pt x="0" y="0"/>
                  </a:moveTo>
                  <a:lnTo>
                    <a:pt x="1094" y="8085"/>
                  </a:lnTo>
                  <a:lnTo>
                    <a:pt x="13557" y="8085"/>
                  </a:lnTo>
                  <a:lnTo>
                    <a:pt x="1246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8"/>
            <p:cNvSpPr/>
            <p:nvPr/>
          </p:nvSpPr>
          <p:spPr>
            <a:xfrm>
              <a:off x="6314225" y="3756425"/>
              <a:ext cx="152750" cy="265225"/>
            </a:xfrm>
            <a:custGeom>
              <a:rect b="b" l="l" r="r" t="t"/>
              <a:pathLst>
                <a:path extrusionOk="0" h="10609" w="6110">
                  <a:moveTo>
                    <a:pt x="2310" y="0"/>
                  </a:moveTo>
                  <a:lnTo>
                    <a:pt x="0" y="10426"/>
                  </a:lnTo>
                  <a:lnTo>
                    <a:pt x="6110" y="10609"/>
                  </a:lnTo>
                  <a:cubicBezTo>
                    <a:pt x="6110" y="10609"/>
                    <a:pt x="4924" y="3466"/>
                    <a:pt x="4438" y="1976"/>
                  </a:cubicBezTo>
                  <a:cubicBezTo>
                    <a:pt x="3982" y="456"/>
                    <a:pt x="2310" y="0"/>
                    <a:pt x="23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8"/>
            <p:cNvSpPr/>
            <p:nvPr/>
          </p:nvSpPr>
          <p:spPr>
            <a:xfrm>
              <a:off x="6071050" y="4725275"/>
              <a:ext cx="114775" cy="83150"/>
            </a:xfrm>
            <a:custGeom>
              <a:rect b="b" l="l" r="r" t="t"/>
              <a:pathLst>
                <a:path extrusionOk="0" h="3326" w="4591">
                  <a:moveTo>
                    <a:pt x="3800" y="1"/>
                  </a:moveTo>
                  <a:lnTo>
                    <a:pt x="1581" y="62"/>
                  </a:lnTo>
                  <a:lnTo>
                    <a:pt x="2007" y="1521"/>
                  </a:lnTo>
                  <a:lnTo>
                    <a:pt x="0" y="3253"/>
                  </a:lnTo>
                  <a:cubicBezTo>
                    <a:pt x="0" y="3253"/>
                    <a:pt x="456" y="3326"/>
                    <a:pt x="967" y="3326"/>
                  </a:cubicBezTo>
                  <a:cubicBezTo>
                    <a:pt x="1333" y="3326"/>
                    <a:pt x="1728" y="3289"/>
                    <a:pt x="2007" y="3162"/>
                  </a:cubicBezTo>
                  <a:cubicBezTo>
                    <a:pt x="2589" y="2909"/>
                    <a:pt x="3995" y="2888"/>
                    <a:pt x="4447" y="2888"/>
                  </a:cubicBezTo>
                  <a:cubicBezTo>
                    <a:pt x="4538" y="2888"/>
                    <a:pt x="4590" y="2888"/>
                    <a:pt x="4590" y="2888"/>
                  </a:cubicBezTo>
                  <a:lnTo>
                    <a:pt x="3800" y="1"/>
                  </a:lnTo>
                  <a:close/>
                </a:path>
              </a:pathLst>
            </a:custGeom>
            <a:solidFill>
              <a:srgbClr val="904E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8"/>
            <p:cNvSpPr/>
            <p:nvPr/>
          </p:nvSpPr>
          <p:spPr>
            <a:xfrm>
              <a:off x="6044875" y="4769800"/>
              <a:ext cx="151575" cy="55100"/>
            </a:xfrm>
            <a:custGeom>
              <a:rect b="b" l="l" r="r" t="t"/>
              <a:pathLst>
                <a:path extrusionOk="0" h="2204" w="6063">
                  <a:moveTo>
                    <a:pt x="4937" y="0"/>
                  </a:moveTo>
                  <a:cubicBezTo>
                    <a:pt x="4608" y="0"/>
                    <a:pt x="4153" y="64"/>
                    <a:pt x="3753" y="348"/>
                  </a:cubicBezTo>
                  <a:cubicBezTo>
                    <a:pt x="3037" y="806"/>
                    <a:pt x="2752" y="1480"/>
                    <a:pt x="1552" y="1480"/>
                  </a:cubicBezTo>
                  <a:cubicBezTo>
                    <a:pt x="1479" y="1480"/>
                    <a:pt x="1402" y="1477"/>
                    <a:pt x="1321" y="1472"/>
                  </a:cubicBezTo>
                  <a:cubicBezTo>
                    <a:pt x="1139" y="1411"/>
                    <a:pt x="1321" y="1290"/>
                    <a:pt x="1321" y="1290"/>
                  </a:cubicBezTo>
                  <a:lnTo>
                    <a:pt x="1321" y="1290"/>
                  </a:lnTo>
                  <a:cubicBezTo>
                    <a:pt x="1321" y="1290"/>
                    <a:pt x="227" y="1411"/>
                    <a:pt x="14" y="1958"/>
                  </a:cubicBezTo>
                  <a:cubicBezTo>
                    <a:pt x="0" y="2137"/>
                    <a:pt x="1017" y="2204"/>
                    <a:pt x="2208" y="2204"/>
                  </a:cubicBezTo>
                  <a:cubicBezTo>
                    <a:pt x="3653" y="2204"/>
                    <a:pt x="5356" y="2106"/>
                    <a:pt x="5789" y="1989"/>
                  </a:cubicBezTo>
                  <a:cubicBezTo>
                    <a:pt x="6063" y="1685"/>
                    <a:pt x="5394" y="44"/>
                    <a:pt x="5394" y="44"/>
                  </a:cubicBezTo>
                  <a:cubicBezTo>
                    <a:pt x="5394" y="44"/>
                    <a:pt x="5208" y="0"/>
                    <a:pt x="49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8"/>
            <p:cNvSpPr/>
            <p:nvPr/>
          </p:nvSpPr>
          <p:spPr>
            <a:xfrm>
              <a:off x="6035325" y="4434500"/>
              <a:ext cx="145925" cy="307525"/>
            </a:xfrm>
            <a:custGeom>
              <a:rect b="b" l="l" r="r" t="t"/>
              <a:pathLst>
                <a:path extrusionOk="0" h="12301" w="5837">
                  <a:moveTo>
                    <a:pt x="2914" y="1"/>
                  </a:moveTo>
                  <a:cubicBezTo>
                    <a:pt x="1497" y="1"/>
                    <a:pt x="1" y="4003"/>
                    <a:pt x="1" y="4003"/>
                  </a:cubicBezTo>
                  <a:lnTo>
                    <a:pt x="3223" y="12301"/>
                  </a:lnTo>
                  <a:lnTo>
                    <a:pt x="5320" y="12088"/>
                  </a:lnTo>
                  <a:cubicBezTo>
                    <a:pt x="5320" y="12088"/>
                    <a:pt x="5837" y="6738"/>
                    <a:pt x="4287" y="1753"/>
                  </a:cubicBezTo>
                  <a:cubicBezTo>
                    <a:pt x="3882" y="476"/>
                    <a:pt x="3403" y="1"/>
                    <a:pt x="2914" y="1"/>
                  </a:cubicBezTo>
                  <a:close/>
                </a:path>
              </a:pathLst>
            </a:custGeom>
            <a:solidFill>
              <a:srgbClr val="904E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8"/>
            <p:cNvSpPr/>
            <p:nvPr/>
          </p:nvSpPr>
          <p:spPr>
            <a:xfrm>
              <a:off x="6326375" y="4716925"/>
              <a:ext cx="114775" cy="83750"/>
            </a:xfrm>
            <a:custGeom>
              <a:rect b="b" l="l" r="r" t="t"/>
              <a:pathLst>
                <a:path extrusionOk="0" h="3350" w="4591">
                  <a:moveTo>
                    <a:pt x="3800" y="0"/>
                  </a:moveTo>
                  <a:lnTo>
                    <a:pt x="1581" y="61"/>
                  </a:lnTo>
                  <a:lnTo>
                    <a:pt x="2006" y="1551"/>
                  </a:lnTo>
                  <a:lnTo>
                    <a:pt x="0" y="3283"/>
                  </a:lnTo>
                  <a:cubicBezTo>
                    <a:pt x="0" y="3283"/>
                    <a:pt x="420" y="3350"/>
                    <a:pt x="906" y="3350"/>
                  </a:cubicBezTo>
                  <a:cubicBezTo>
                    <a:pt x="1289" y="3350"/>
                    <a:pt x="1712" y="3309"/>
                    <a:pt x="2006" y="3162"/>
                  </a:cubicBezTo>
                  <a:cubicBezTo>
                    <a:pt x="2506" y="2945"/>
                    <a:pt x="3610" y="2913"/>
                    <a:pt x="4200" y="2913"/>
                  </a:cubicBezTo>
                  <a:cubicBezTo>
                    <a:pt x="4436" y="2913"/>
                    <a:pt x="4590" y="2918"/>
                    <a:pt x="4590" y="2918"/>
                  </a:cubicBezTo>
                  <a:lnTo>
                    <a:pt x="3800" y="0"/>
                  </a:lnTo>
                  <a:close/>
                </a:path>
              </a:pathLst>
            </a:custGeom>
            <a:solidFill>
              <a:srgbClr val="904E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8"/>
            <p:cNvSpPr/>
            <p:nvPr/>
          </p:nvSpPr>
          <p:spPr>
            <a:xfrm>
              <a:off x="6300625" y="4761850"/>
              <a:ext cx="151925" cy="55200"/>
            </a:xfrm>
            <a:custGeom>
              <a:rect b="b" l="l" r="r" t="t"/>
              <a:pathLst>
                <a:path extrusionOk="0" h="2208" w="6077">
                  <a:moveTo>
                    <a:pt x="4886" y="0"/>
                  </a:moveTo>
                  <a:cubicBezTo>
                    <a:pt x="4559" y="0"/>
                    <a:pt x="4127" y="65"/>
                    <a:pt x="3736" y="331"/>
                  </a:cubicBezTo>
                  <a:cubicBezTo>
                    <a:pt x="3020" y="818"/>
                    <a:pt x="2735" y="1494"/>
                    <a:pt x="1560" y="1494"/>
                  </a:cubicBezTo>
                  <a:cubicBezTo>
                    <a:pt x="1488" y="1494"/>
                    <a:pt x="1413" y="1491"/>
                    <a:pt x="1334" y="1486"/>
                  </a:cubicBezTo>
                  <a:cubicBezTo>
                    <a:pt x="1122" y="1395"/>
                    <a:pt x="1334" y="1273"/>
                    <a:pt x="1334" y="1273"/>
                  </a:cubicBezTo>
                  <a:lnTo>
                    <a:pt x="1334" y="1273"/>
                  </a:lnTo>
                  <a:cubicBezTo>
                    <a:pt x="1334" y="1273"/>
                    <a:pt x="210" y="1395"/>
                    <a:pt x="27" y="1973"/>
                  </a:cubicBezTo>
                  <a:cubicBezTo>
                    <a:pt x="1" y="2146"/>
                    <a:pt x="954" y="2208"/>
                    <a:pt x="2100" y="2208"/>
                  </a:cubicBezTo>
                  <a:cubicBezTo>
                    <a:pt x="3570" y="2208"/>
                    <a:pt x="5358" y="2105"/>
                    <a:pt x="5803" y="2003"/>
                  </a:cubicBezTo>
                  <a:cubicBezTo>
                    <a:pt x="6076" y="1669"/>
                    <a:pt x="5407" y="58"/>
                    <a:pt x="5407" y="58"/>
                  </a:cubicBezTo>
                  <a:cubicBezTo>
                    <a:pt x="5407" y="58"/>
                    <a:pt x="5193" y="0"/>
                    <a:pt x="48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8"/>
            <p:cNvSpPr/>
            <p:nvPr/>
          </p:nvSpPr>
          <p:spPr>
            <a:xfrm>
              <a:off x="6290650" y="4426900"/>
              <a:ext cx="145925" cy="306775"/>
            </a:xfrm>
            <a:custGeom>
              <a:rect b="b" l="l" r="r" t="t"/>
              <a:pathLst>
                <a:path extrusionOk="0" h="12271" w="5837">
                  <a:moveTo>
                    <a:pt x="2927" y="1"/>
                  </a:moveTo>
                  <a:cubicBezTo>
                    <a:pt x="1514" y="1"/>
                    <a:pt x="1" y="4003"/>
                    <a:pt x="1" y="4003"/>
                  </a:cubicBezTo>
                  <a:lnTo>
                    <a:pt x="3223" y="12270"/>
                  </a:lnTo>
                  <a:lnTo>
                    <a:pt x="5350" y="12088"/>
                  </a:lnTo>
                  <a:cubicBezTo>
                    <a:pt x="5350" y="12088"/>
                    <a:pt x="5837" y="6708"/>
                    <a:pt x="4287" y="1753"/>
                  </a:cubicBezTo>
                  <a:cubicBezTo>
                    <a:pt x="3889" y="476"/>
                    <a:pt x="3414" y="1"/>
                    <a:pt x="2927" y="1"/>
                  </a:cubicBezTo>
                  <a:close/>
                </a:path>
              </a:pathLst>
            </a:custGeom>
            <a:solidFill>
              <a:srgbClr val="904E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8"/>
            <p:cNvSpPr/>
            <p:nvPr/>
          </p:nvSpPr>
          <p:spPr>
            <a:xfrm>
              <a:off x="5919075" y="4115650"/>
              <a:ext cx="512175" cy="465950"/>
            </a:xfrm>
            <a:custGeom>
              <a:rect b="b" l="l" r="r" t="t"/>
              <a:pathLst>
                <a:path extrusionOk="0" h="18638" w="20487">
                  <a:moveTo>
                    <a:pt x="11196" y="0"/>
                  </a:moveTo>
                  <a:cubicBezTo>
                    <a:pt x="10841" y="0"/>
                    <a:pt x="10555" y="12"/>
                    <a:pt x="10365" y="39"/>
                  </a:cubicBezTo>
                  <a:cubicBezTo>
                    <a:pt x="10365" y="39"/>
                    <a:pt x="3800" y="1650"/>
                    <a:pt x="1854" y="5145"/>
                  </a:cubicBezTo>
                  <a:cubicBezTo>
                    <a:pt x="0" y="8854"/>
                    <a:pt x="3800" y="17547"/>
                    <a:pt x="4590" y="17851"/>
                  </a:cubicBezTo>
                  <a:cubicBezTo>
                    <a:pt x="4996" y="17997"/>
                    <a:pt x="8393" y="18637"/>
                    <a:pt x="12049" y="18637"/>
                  </a:cubicBezTo>
                  <a:cubicBezTo>
                    <a:pt x="15239" y="18637"/>
                    <a:pt x="18626" y="18150"/>
                    <a:pt x="20396" y="16422"/>
                  </a:cubicBezTo>
                  <a:cubicBezTo>
                    <a:pt x="20213" y="14355"/>
                    <a:pt x="17782" y="9340"/>
                    <a:pt x="18086" y="9340"/>
                  </a:cubicBezTo>
                  <a:cubicBezTo>
                    <a:pt x="18390" y="9340"/>
                    <a:pt x="20274" y="7395"/>
                    <a:pt x="20396" y="4841"/>
                  </a:cubicBezTo>
                  <a:cubicBezTo>
                    <a:pt x="20487" y="2319"/>
                    <a:pt x="19302" y="556"/>
                    <a:pt x="19302" y="556"/>
                  </a:cubicBezTo>
                  <a:cubicBezTo>
                    <a:pt x="19302" y="556"/>
                    <a:pt x="13630" y="0"/>
                    <a:pt x="111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8"/>
            <p:cNvSpPr/>
            <p:nvPr/>
          </p:nvSpPr>
          <p:spPr>
            <a:xfrm>
              <a:off x="6184275" y="3530075"/>
              <a:ext cx="163400" cy="244600"/>
            </a:xfrm>
            <a:custGeom>
              <a:rect b="b" l="l" r="r" t="t"/>
              <a:pathLst>
                <a:path extrusionOk="0" h="9784" w="6536">
                  <a:moveTo>
                    <a:pt x="2340" y="1"/>
                  </a:moveTo>
                  <a:cubicBezTo>
                    <a:pt x="1790" y="1"/>
                    <a:pt x="1294" y="138"/>
                    <a:pt x="943" y="453"/>
                  </a:cubicBezTo>
                  <a:cubicBezTo>
                    <a:pt x="943" y="453"/>
                    <a:pt x="0" y="3371"/>
                    <a:pt x="548" y="4981"/>
                  </a:cubicBezTo>
                  <a:cubicBezTo>
                    <a:pt x="851" y="5650"/>
                    <a:pt x="1307" y="5377"/>
                    <a:pt x="1551" y="5620"/>
                  </a:cubicBezTo>
                  <a:cubicBezTo>
                    <a:pt x="1794" y="5833"/>
                    <a:pt x="1095" y="9602"/>
                    <a:pt x="1095" y="9602"/>
                  </a:cubicBezTo>
                  <a:lnTo>
                    <a:pt x="4833" y="9784"/>
                  </a:lnTo>
                  <a:cubicBezTo>
                    <a:pt x="4833" y="9784"/>
                    <a:pt x="6535" y="4647"/>
                    <a:pt x="6353" y="2732"/>
                  </a:cubicBezTo>
                  <a:cubicBezTo>
                    <a:pt x="6216" y="1289"/>
                    <a:pt x="4023" y="1"/>
                    <a:pt x="2340" y="1"/>
                  </a:cubicBezTo>
                  <a:close/>
                </a:path>
              </a:pathLst>
            </a:custGeom>
            <a:solidFill>
              <a:srgbClr val="904E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8"/>
            <p:cNvSpPr/>
            <p:nvPr/>
          </p:nvSpPr>
          <p:spPr>
            <a:xfrm>
              <a:off x="6156150" y="3814175"/>
              <a:ext cx="279675" cy="317050"/>
            </a:xfrm>
            <a:custGeom>
              <a:rect b="b" l="l" r="r" t="t"/>
              <a:pathLst>
                <a:path extrusionOk="0" h="12682" w="11187">
                  <a:moveTo>
                    <a:pt x="8937" y="1"/>
                  </a:moveTo>
                  <a:lnTo>
                    <a:pt x="1" y="608"/>
                  </a:lnTo>
                  <a:cubicBezTo>
                    <a:pt x="1" y="608"/>
                    <a:pt x="578" y="7022"/>
                    <a:pt x="1916" y="8967"/>
                  </a:cubicBezTo>
                  <a:cubicBezTo>
                    <a:pt x="1916" y="8967"/>
                    <a:pt x="882" y="11065"/>
                    <a:pt x="882" y="12098"/>
                  </a:cubicBezTo>
                  <a:cubicBezTo>
                    <a:pt x="882" y="12098"/>
                    <a:pt x="4715" y="12682"/>
                    <a:pt x="8457" y="12682"/>
                  </a:cubicBezTo>
                  <a:cubicBezTo>
                    <a:pt x="9393" y="12682"/>
                    <a:pt x="10323" y="12645"/>
                    <a:pt x="11186" y="12554"/>
                  </a:cubicBezTo>
                  <a:cubicBezTo>
                    <a:pt x="8664" y="2645"/>
                    <a:pt x="8937" y="1"/>
                    <a:pt x="893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8"/>
            <p:cNvSpPr/>
            <p:nvPr/>
          </p:nvSpPr>
          <p:spPr>
            <a:xfrm>
              <a:off x="6185025" y="3744275"/>
              <a:ext cx="221925" cy="165675"/>
            </a:xfrm>
            <a:custGeom>
              <a:rect b="b" l="l" r="r" t="t"/>
              <a:pathLst>
                <a:path extrusionOk="0" h="6627" w="8877">
                  <a:moveTo>
                    <a:pt x="1733" y="0"/>
                  </a:moveTo>
                  <a:cubicBezTo>
                    <a:pt x="487" y="0"/>
                    <a:pt x="366" y="882"/>
                    <a:pt x="366" y="882"/>
                  </a:cubicBezTo>
                  <a:lnTo>
                    <a:pt x="1" y="5654"/>
                  </a:lnTo>
                  <a:lnTo>
                    <a:pt x="7904" y="6626"/>
                  </a:lnTo>
                  <a:cubicBezTo>
                    <a:pt x="7904" y="6626"/>
                    <a:pt x="8876" y="1550"/>
                    <a:pt x="7995" y="760"/>
                  </a:cubicBezTo>
                  <a:cubicBezTo>
                    <a:pt x="7113" y="0"/>
                    <a:pt x="3010" y="0"/>
                    <a:pt x="17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8"/>
            <p:cNvSpPr/>
            <p:nvPr/>
          </p:nvSpPr>
          <p:spPr>
            <a:xfrm>
              <a:off x="5753425" y="3750275"/>
              <a:ext cx="509150" cy="293925"/>
            </a:xfrm>
            <a:custGeom>
              <a:rect b="b" l="l" r="r" t="t"/>
              <a:pathLst>
                <a:path extrusionOk="0" h="11757" w="20366">
                  <a:moveTo>
                    <a:pt x="17886" y="0"/>
                  </a:moveTo>
                  <a:cubicBezTo>
                    <a:pt x="17619" y="0"/>
                    <a:pt x="16711" y="87"/>
                    <a:pt x="16019" y="1189"/>
                  </a:cubicBezTo>
                  <a:cubicBezTo>
                    <a:pt x="15198" y="2465"/>
                    <a:pt x="13617" y="7116"/>
                    <a:pt x="13617" y="7116"/>
                  </a:cubicBezTo>
                  <a:cubicBezTo>
                    <a:pt x="13617" y="7116"/>
                    <a:pt x="7143" y="3560"/>
                    <a:pt x="4772" y="3073"/>
                  </a:cubicBezTo>
                  <a:lnTo>
                    <a:pt x="1976" y="1918"/>
                  </a:lnTo>
                  <a:lnTo>
                    <a:pt x="1976" y="1918"/>
                  </a:lnTo>
                  <a:cubicBezTo>
                    <a:pt x="1976" y="1918"/>
                    <a:pt x="1672" y="2587"/>
                    <a:pt x="2189" y="3012"/>
                  </a:cubicBezTo>
                  <a:cubicBezTo>
                    <a:pt x="2705" y="3438"/>
                    <a:pt x="3891" y="3742"/>
                    <a:pt x="3891" y="3742"/>
                  </a:cubicBezTo>
                  <a:lnTo>
                    <a:pt x="0" y="4319"/>
                  </a:lnTo>
                  <a:cubicBezTo>
                    <a:pt x="0" y="4319"/>
                    <a:pt x="881" y="5809"/>
                    <a:pt x="1611" y="6174"/>
                  </a:cubicBezTo>
                  <a:cubicBezTo>
                    <a:pt x="1868" y="6302"/>
                    <a:pt x="2353" y="6344"/>
                    <a:pt x="2873" y="6344"/>
                  </a:cubicBezTo>
                  <a:cubicBezTo>
                    <a:pt x="3825" y="6344"/>
                    <a:pt x="4894" y="6204"/>
                    <a:pt x="4894" y="6204"/>
                  </a:cubicBezTo>
                  <a:cubicBezTo>
                    <a:pt x="4894" y="6204"/>
                    <a:pt x="11102" y="11756"/>
                    <a:pt x="15010" y="11756"/>
                  </a:cubicBezTo>
                  <a:cubicBezTo>
                    <a:pt x="15222" y="11756"/>
                    <a:pt x="15427" y="11740"/>
                    <a:pt x="15623" y="11706"/>
                  </a:cubicBezTo>
                  <a:cubicBezTo>
                    <a:pt x="18207" y="10581"/>
                    <a:pt x="20365" y="2526"/>
                    <a:pt x="19757" y="1310"/>
                  </a:cubicBezTo>
                  <a:cubicBezTo>
                    <a:pt x="19119" y="64"/>
                    <a:pt x="17964" y="3"/>
                    <a:pt x="17964" y="3"/>
                  </a:cubicBezTo>
                  <a:cubicBezTo>
                    <a:pt x="17964" y="3"/>
                    <a:pt x="17936" y="0"/>
                    <a:pt x="17886" y="0"/>
                  </a:cubicBezTo>
                  <a:close/>
                </a:path>
              </a:pathLst>
            </a:custGeom>
            <a:solidFill>
              <a:srgbClr val="904E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8"/>
            <p:cNvSpPr/>
            <p:nvPr/>
          </p:nvSpPr>
          <p:spPr>
            <a:xfrm>
              <a:off x="5954775" y="3744900"/>
              <a:ext cx="335900" cy="306275"/>
            </a:xfrm>
            <a:custGeom>
              <a:rect b="b" l="l" r="r" t="t"/>
              <a:pathLst>
                <a:path extrusionOk="0" h="12251" w="13436">
                  <a:moveTo>
                    <a:pt x="10156" y="1"/>
                  </a:moveTo>
                  <a:cubicBezTo>
                    <a:pt x="9467" y="1"/>
                    <a:pt x="8334" y="235"/>
                    <a:pt x="7539" y="1586"/>
                  </a:cubicBezTo>
                  <a:cubicBezTo>
                    <a:pt x="6323" y="3653"/>
                    <a:pt x="5411" y="7179"/>
                    <a:pt x="5411" y="7179"/>
                  </a:cubicBezTo>
                  <a:cubicBezTo>
                    <a:pt x="5411" y="7179"/>
                    <a:pt x="2585" y="5598"/>
                    <a:pt x="1885" y="5294"/>
                  </a:cubicBezTo>
                  <a:cubicBezTo>
                    <a:pt x="1885" y="5294"/>
                    <a:pt x="1" y="7665"/>
                    <a:pt x="426" y="9459"/>
                  </a:cubicBezTo>
                  <a:cubicBezTo>
                    <a:pt x="426" y="9459"/>
                    <a:pt x="4296" y="12251"/>
                    <a:pt x="6869" y="12251"/>
                  </a:cubicBezTo>
                  <a:cubicBezTo>
                    <a:pt x="7162" y="12251"/>
                    <a:pt x="7439" y="12214"/>
                    <a:pt x="7691" y="12133"/>
                  </a:cubicBezTo>
                  <a:cubicBezTo>
                    <a:pt x="9697" y="11252"/>
                    <a:pt x="11855" y="5021"/>
                    <a:pt x="11855" y="5021"/>
                  </a:cubicBezTo>
                  <a:cubicBezTo>
                    <a:pt x="11855" y="5021"/>
                    <a:pt x="13436" y="1009"/>
                    <a:pt x="10761" y="66"/>
                  </a:cubicBezTo>
                  <a:cubicBezTo>
                    <a:pt x="10761" y="66"/>
                    <a:pt x="10521" y="1"/>
                    <a:pt x="1015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8"/>
            <p:cNvSpPr/>
            <p:nvPr/>
          </p:nvSpPr>
          <p:spPr>
            <a:xfrm>
              <a:off x="6094600" y="3942600"/>
              <a:ext cx="18275" cy="62325"/>
            </a:xfrm>
            <a:custGeom>
              <a:rect b="b" l="l" r="r" t="t"/>
              <a:pathLst>
                <a:path extrusionOk="0" fill="none" h="2493" w="731">
                  <a:moveTo>
                    <a:pt x="1" y="0"/>
                  </a:moveTo>
                  <a:cubicBezTo>
                    <a:pt x="1" y="0"/>
                    <a:pt x="31" y="1490"/>
                    <a:pt x="730" y="2493"/>
                  </a:cubicBez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8"/>
            <p:cNvSpPr/>
            <p:nvPr/>
          </p:nvSpPr>
          <p:spPr>
            <a:xfrm>
              <a:off x="5765575" y="3868900"/>
              <a:ext cx="48650" cy="6100"/>
            </a:xfrm>
            <a:custGeom>
              <a:rect b="b" l="l" r="r" t="t"/>
              <a:pathLst>
                <a:path extrusionOk="0" fill="none" h="244" w="1946">
                  <a:moveTo>
                    <a:pt x="0" y="243"/>
                  </a:moveTo>
                  <a:lnTo>
                    <a:pt x="1946" y="0"/>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8"/>
            <p:cNvSpPr/>
            <p:nvPr/>
          </p:nvSpPr>
          <p:spPr>
            <a:xfrm>
              <a:off x="5779250" y="3887125"/>
              <a:ext cx="38775" cy="4575"/>
            </a:xfrm>
            <a:custGeom>
              <a:rect b="b" l="l" r="r" t="t"/>
              <a:pathLst>
                <a:path extrusionOk="0" fill="none" h="183" w="1551">
                  <a:moveTo>
                    <a:pt x="0" y="183"/>
                  </a:moveTo>
                  <a:lnTo>
                    <a:pt x="1551" y="1"/>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8"/>
            <p:cNvSpPr/>
            <p:nvPr/>
          </p:nvSpPr>
          <p:spPr>
            <a:xfrm>
              <a:off x="5798250" y="3897775"/>
              <a:ext cx="30425" cy="7600"/>
            </a:xfrm>
            <a:custGeom>
              <a:rect b="b" l="l" r="r" t="t"/>
              <a:pathLst>
                <a:path extrusionOk="0" fill="none" h="304" w="1217">
                  <a:moveTo>
                    <a:pt x="0" y="304"/>
                  </a:moveTo>
                  <a:lnTo>
                    <a:pt x="1216" y="0"/>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8"/>
            <p:cNvSpPr/>
            <p:nvPr/>
          </p:nvSpPr>
          <p:spPr>
            <a:xfrm>
              <a:off x="5753425" y="3843050"/>
              <a:ext cx="104125" cy="15225"/>
            </a:xfrm>
            <a:custGeom>
              <a:rect b="b" l="l" r="r" t="t"/>
              <a:pathLst>
                <a:path extrusionOk="0" fill="none" h="609" w="4165">
                  <a:moveTo>
                    <a:pt x="4164" y="1"/>
                  </a:moveTo>
                  <a:lnTo>
                    <a:pt x="0" y="608"/>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8"/>
            <p:cNvSpPr/>
            <p:nvPr/>
          </p:nvSpPr>
          <p:spPr>
            <a:xfrm>
              <a:off x="5873475" y="3874200"/>
              <a:ext cx="6100" cy="31175"/>
            </a:xfrm>
            <a:custGeom>
              <a:rect b="b" l="l" r="r" t="t"/>
              <a:pathLst>
                <a:path extrusionOk="0" fill="none" h="1247" w="244">
                  <a:moveTo>
                    <a:pt x="92" y="1247"/>
                  </a:moveTo>
                  <a:cubicBezTo>
                    <a:pt x="92" y="1247"/>
                    <a:pt x="1" y="426"/>
                    <a:pt x="244" y="1"/>
                  </a:cubicBez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8"/>
            <p:cNvSpPr/>
            <p:nvPr/>
          </p:nvSpPr>
          <p:spPr>
            <a:xfrm>
              <a:off x="6202500" y="3706550"/>
              <a:ext cx="141375" cy="61300"/>
            </a:xfrm>
            <a:custGeom>
              <a:rect b="b" l="l" r="r" t="t"/>
              <a:pathLst>
                <a:path extrusionOk="0" h="2452" w="5655">
                  <a:moveTo>
                    <a:pt x="1007" y="1"/>
                  </a:moveTo>
                  <a:cubicBezTo>
                    <a:pt x="875" y="1"/>
                    <a:pt x="770" y="7"/>
                    <a:pt x="700" y="20"/>
                  </a:cubicBezTo>
                  <a:cubicBezTo>
                    <a:pt x="1" y="111"/>
                    <a:pt x="1" y="1752"/>
                    <a:pt x="1" y="1752"/>
                  </a:cubicBezTo>
                  <a:lnTo>
                    <a:pt x="5442" y="2451"/>
                  </a:lnTo>
                  <a:cubicBezTo>
                    <a:pt x="5442" y="2451"/>
                    <a:pt x="5654" y="1388"/>
                    <a:pt x="5442" y="901"/>
                  </a:cubicBezTo>
                  <a:cubicBezTo>
                    <a:pt x="5197" y="439"/>
                    <a:pt x="2130" y="1"/>
                    <a:pt x="100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8"/>
            <p:cNvSpPr/>
            <p:nvPr/>
          </p:nvSpPr>
          <p:spPr>
            <a:xfrm>
              <a:off x="6197950" y="3495875"/>
              <a:ext cx="225725" cy="237475"/>
            </a:xfrm>
            <a:custGeom>
              <a:rect b="b" l="l" r="r" t="t"/>
              <a:pathLst>
                <a:path extrusionOk="0" h="9499" w="9029">
                  <a:moveTo>
                    <a:pt x="2851" y="0"/>
                  </a:moveTo>
                  <a:cubicBezTo>
                    <a:pt x="1486" y="0"/>
                    <a:pt x="367" y="666"/>
                    <a:pt x="1" y="1729"/>
                  </a:cubicBezTo>
                  <a:cubicBezTo>
                    <a:pt x="1" y="1729"/>
                    <a:pt x="1" y="1821"/>
                    <a:pt x="1" y="2003"/>
                  </a:cubicBezTo>
                  <a:cubicBezTo>
                    <a:pt x="92" y="2672"/>
                    <a:pt x="426" y="4465"/>
                    <a:pt x="1824" y="5924"/>
                  </a:cubicBezTo>
                  <a:lnTo>
                    <a:pt x="1338" y="9055"/>
                  </a:lnTo>
                  <a:cubicBezTo>
                    <a:pt x="1338" y="9055"/>
                    <a:pt x="3015" y="9498"/>
                    <a:pt x="4924" y="9498"/>
                  </a:cubicBezTo>
                  <a:cubicBezTo>
                    <a:pt x="6367" y="9498"/>
                    <a:pt x="7942" y="9245"/>
                    <a:pt x="9028" y="8356"/>
                  </a:cubicBezTo>
                  <a:cubicBezTo>
                    <a:pt x="8754" y="6319"/>
                    <a:pt x="8147" y="2611"/>
                    <a:pt x="5715" y="939"/>
                  </a:cubicBezTo>
                  <a:cubicBezTo>
                    <a:pt x="4750" y="288"/>
                    <a:pt x="3748" y="0"/>
                    <a:pt x="28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8"/>
            <p:cNvSpPr/>
            <p:nvPr/>
          </p:nvSpPr>
          <p:spPr>
            <a:xfrm>
              <a:off x="6194150" y="3837725"/>
              <a:ext cx="59300" cy="152000"/>
            </a:xfrm>
            <a:custGeom>
              <a:rect b="b" l="l" r="r" t="t"/>
              <a:pathLst>
                <a:path extrusionOk="0" fill="none" h="6080" w="2372">
                  <a:moveTo>
                    <a:pt x="2371" y="1"/>
                  </a:moveTo>
                  <a:cubicBezTo>
                    <a:pt x="2371" y="1"/>
                    <a:pt x="943" y="4499"/>
                    <a:pt x="1" y="6080"/>
                  </a:cubicBez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8"/>
            <p:cNvSpPr/>
            <p:nvPr/>
          </p:nvSpPr>
          <p:spPr>
            <a:xfrm>
              <a:off x="6243550" y="3643950"/>
              <a:ext cx="25" cy="25"/>
            </a:xfrm>
            <a:custGeom>
              <a:rect b="b" l="l" r="r" t="t"/>
              <a:pathLst>
                <a:path extrusionOk="0" fill="none" h="1" w="1">
                  <a:moveTo>
                    <a:pt x="0" y="1"/>
                  </a:moveTo>
                  <a:close/>
                </a:path>
              </a:pathLst>
            </a:custGeom>
            <a:noFill/>
            <a:ln cap="flat" cmpd="sng" w="7600">
              <a:solidFill>
                <a:srgbClr val="364769"/>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8"/>
            <p:cNvSpPr/>
            <p:nvPr/>
          </p:nvSpPr>
          <p:spPr>
            <a:xfrm>
              <a:off x="6175925" y="4038350"/>
              <a:ext cx="30400" cy="95775"/>
            </a:xfrm>
            <a:custGeom>
              <a:rect b="b" l="l" r="r" t="t"/>
              <a:pathLst>
                <a:path extrusionOk="0" fill="none" h="3831" w="1216">
                  <a:moveTo>
                    <a:pt x="1125" y="0"/>
                  </a:moveTo>
                  <a:cubicBezTo>
                    <a:pt x="1125" y="0"/>
                    <a:pt x="182" y="2432"/>
                    <a:pt x="91" y="3131"/>
                  </a:cubicBezTo>
                  <a:cubicBezTo>
                    <a:pt x="0" y="3830"/>
                    <a:pt x="61" y="3313"/>
                    <a:pt x="61" y="3313"/>
                  </a:cubicBezTo>
                  <a:lnTo>
                    <a:pt x="1216" y="3313"/>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8"/>
            <p:cNvSpPr/>
            <p:nvPr/>
          </p:nvSpPr>
          <p:spPr>
            <a:xfrm>
              <a:off x="6202500" y="3741225"/>
              <a:ext cx="116300" cy="9150"/>
            </a:xfrm>
            <a:custGeom>
              <a:rect b="b" l="l" r="r" t="t"/>
              <a:pathLst>
                <a:path extrusionOk="0" fill="none" h="366" w="4652">
                  <a:moveTo>
                    <a:pt x="1" y="365"/>
                  </a:moveTo>
                  <a:cubicBezTo>
                    <a:pt x="1" y="365"/>
                    <a:pt x="3010" y="1"/>
                    <a:pt x="4651" y="305"/>
                  </a:cubicBez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8"/>
            <p:cNvSpPr/>
            <p:nvPr/>
          </p:nvSpPr>
          <p:spPr>
            <a:xfrm>
              <a:off x="6096875" y="4346850"/>
              <a:ext cx="31950" cy="441525"/>
            </a:xfrm>
            <a:custGeom>
              <a:rect b="b" l="l" r="r" t="t"/>
              <a:pathLst>
                <a:path extrusionOk="0" fill="none" h="17661" w="1278">
                  <a:moveTo>
                    <a:pt x="1277" y="1"/>
                  </a:moveTo>
                  <a:lnTo>
                    <a:pt x="1" y="17661"/>
                  </a:lnTo>
                </a:path>
              </a:pathLst>
            </a:custGeom>
            <a:noFill/>
            <a:ln cap="rnd" cmpd="sng" w="15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8"/>
            <p:cNvSpPr/>
            <p:nvPr/>
          </p:nvSpPr>
          <p:spPr>
            <a:xfrm>
              <a:off x="6203275" y="4345350"/>
              <a:ext cx="41050" cy="463550"/>
            </a:xfrm>
            <a:custGeom>
              <a:rect b="b" l="l" r="r" t="t"/>
              <a:pathLst>
                <a:path extrusionOk="0" fill="none" h="18542" w="1642">
                  <a:moveTo>
                    <a:pt x="1642" y="0"/>
                  </a:moveTo>
                  <a:lnTo>
                    <a:pt x="0" y="18541"/>
                  </a:lnTo>
                </a:path>
              </a:pathLst>
            </a:custGeom>
            <a:noFill/>
            <a:ln cap="rnd" cmpd="sng" w="15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8"/>
            <p:cNvSpPr/>
            <p:nvPr/>
          </p:nvSpPr>
          <p:spPr>
            <a:xfrm>
              <a:off x="6454025" y="4345350"/>
              <a:ext cx="41825" cy="463550"/>
            </a:xfrm>
            <a:custGeom>
              <a:rect b="b" l="l" r="r" t="t"/>
              <a:pathLst>
                <a:path extrusionOk="0" fill="none" h="18542" w="1673">
                  <a:moveTo>
                    <a:pt x="1" y="0"/>
                  </a:moveTo>
                  <a:lnTo>
                    <a:pt x="1673" y="18541"/>
                  </a:lnTo>
                </a:path>
              </a:pathLst>
            </a:custGeom>
            <a:noFill/>
            <a:ln cap="rnd" cmpd="sng" w="15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8"/>
            <p:cNvSpPr/>
            <p:nvPr/>
          </p:nvSpPr>
          <p:spPr>
            <a:xfrm>
              <a:off x="6185025" y="3884850"/>
              <a:ext cx="386825" cy="468100"/>
            </a:xfrm>
            <a:custGeom>
              <a:rect b="b" l="l" r="r" t="t"/>
              <a:pathLst>
                <a:path extrusionOk="0" h="18724" w="15473">
                  <a:moveTo>
                    <a:pt x="3314" y="0"/>
                  </a:moveTo>
                  <a:cubicBezTo>
                    <a:pt x="2828" y="0"/>
                    <a:pt x="2432" y="335"/>
                    <a:pt x="2372" y="821"/>
                  </a:cubicBezTo>
                  <a:lnTo>
                    <a:pt x="92" y="17630"/>
                  </a:lnTo>
                  <a:cubicBezTo>
                    <a:pt x="1" y="18207"/>
                    <a:pt x="457" y="18724"/>
                    <a:pt x="1034" y="18724"/>
                  </a:cubicBezTo>
                  <a:lnTo>
                    <a:pt x="12189" y="18724"/>
                  </a:lnTo>
                  <a:cubicBezTo>
                    <a:pt x="12676" y="18724"/>
                    <a:pt x="13071" y="18359"/>
                    <a:pt x="13132" y="17903"/>
                  </a:cubicBezTo>
                  <a:lnTo>
                    <a:pt x="15411" y="1064"/>
                  </a:lnTo>
                  <a:cubicBezTo>
                    <a:pt x="15472" y="487"/>
                    <a:pt x="15047" y="0"/>
                    <a:pt x="144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8"/>
            <p:cNvSpPr/>
            <p:nvPr/>
          </p:nvSpPr>
          <p:spPr>
            <a:xfrm>
              <a:off x="6065725" y="4315700"/>
              <a:ext cx="329050" cy="37250"/>
            </a:xfrm>
            <a:custGeom>
              <a:rect b="b" l="l" r="r" t="t"/>
              <a:pathLst>
                <a:path extrusionOk="0" h="1490" w="13162">
                  <a:moveTo>
                    <a:pt x="1520" y="1"/>
                  </a:moveTo>
                  <a:cubicBezTo>
                    <a:pt x="669" y="1"/>
                    <a:pt x="1" y="669"/>
                    <a:pt x="1" y="1490"/>
                  </a:cubicBezTo>
                  <a:lnTo>
                    <a:pt x="13162" y="1490"/>
                  </a:lnTo>
                  <a:lnTo>
                    <a:pt x="1316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8"/>
            <p:cNvSpPr/>
            <p:nvPr/>
          </p:nvSpPr>
          <p:spPr>
            <a:xfrm>
              <a:off x="4740475" y="3798975"/>
              <a:ext cx="85125" cy="116300"/>
            </a:xfrm>
            <a:custGeom>
              <a:rect b="b" l="l" r="r" t="t"/>
              <a:pathLst>
                <a:path extrusionOk="0" h="4652" w="3405">
                  <a:moveTo>
                    <a:pt x="1" y="1"/>
                  </a:moveTo>
                  <a:lnTo>
                    <a:pt x="426" y="4651"/>
                  </a:lnTo>
                  <a:lnTo>
                    <a:pt x="2979" y="4651"/>
                  </a:lnTo>
                  <a:lnTo>
                    <a:pt x="34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8"/>
            <p:cNvSpPr/>
            <p:nvPr/>
          </p:nvSpPr>
          <p:spPr>
            <a:xfrm>
              <a:off x="4730600" y="3780750"/>
              <a:ext cx="104875" cy="18250"/>
            </a:xfrm>
            <a:custGeom>
              <a:rect b="b" l="l" r="r" t="t"/>
              <a:pathLst>
                <a:path extrusionOk="0" h="730" w="4195">
                  <a:moveTo>
                    <a:pt x="0" y="0"/>
                  </a:moveTo>
                  <a:lnTo>
                    <a:pt x="0" y="730"/>
                  </a:lnTo>
                  <a:lnTo>
                    <a:pt x="4195" y="730"/>
                  </a:lnTo>
                  <a:lnTo>
                    <a:pt x="41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8"/>
            <p:cNvSpPr/>
            <p:nvPr/>
          </p:nvSpPr>
          <p:spPr>
            <a:xfrm>
              <a:off x="4753400" y="3764048"/>
              <a:ext cx="57000" cy="60060"/>
            </a:xfrm>
            <a:custGeom>
              <a:rect b="b" l="l" r="r" t="t"/>
              <a:pathLst>
                <a:path extrusionOk="0" h="670" w="2280">
                  <a:moveTo>
                    <a:pt x="0" y="0"/>
                  </a:moveTo>
                  <a:lnTo>
                    <a:pt x="0" y="669"/>
                  </a:lnTo>
                  <a:lnTo>
                    <a:pt x="2280" y="669"/>
                  </a:lnTo>
                  <a:lnTo>
                    <a:pt x="22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8"/>
            <p:cNvSpPr/>
            <p:nvPr/>
          </p:nvSpPr>
          <p:spPr>
            <a:xfrm>
              <a:off x="4738950" y="3830125"/>
              <a:ext cx="86650" cy="43350"/>
            </a:xfrm>
            <a:custGeom>
              <a:rect b="b" l="l" r="r" t="t"/>
              <a:pathLst>
                <a:path extrusionOk="0" h="1734" w="3466">
                  <a:moveTo>
                    <a:pt x="1" y="1"/>
                  </a:moveTo>
                  <a:lnTo>
                    <a:pt x="1" y="1733"/>
                  </a:lnTo>
                  <a:lnTo>
                    <a:pt x="3466" y="1733"/>
                  </a:lnTo>
                  <a:lnTo>
                    <a:pt x="346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8"/>
            <p:cNvSpPr/>
            <p:nvPr/>
          </p:nvSpPr>
          <p:spPr>
            <a:xfrm>
              <a:off x="4238950" y="4754150"/>
              <a:ext cx="114775" cy="83775"/>
            </a:xfrm>
            <a:custGeom>
              <a:rect b="b" l="l" r="r" t="t"/>
              <a:pathLst>
                <a:path extrusionOk="0" h="3351" w="4591">
                  <a:moveTo>
                    <a:pt x="791" y="1"/>
                  </a:moveTo>
                  <a:lnTo>
                    <a:pt x="0" y="2919"/>
                  </a:lnTo>
                  <a:cubicBezTo>
                    <a:pt x="0" y="2919"/>
                    <a:pt x="157" y="2914"/>
                    <a:pt x="396" y="2914"/>
                  </a:cubicBezTo>
                  <a:cubicBezTo>
                    <a:pt x="993" y="2914"/>
                    <a:pt x="2106" y="2945"/>
                    <a:pt x="2584" y="3162"/>
                  </a:cubicBezTo>
                  <a:cubicBezTo>
                    <a:pt x="2892" y="3309"/>
                    <a:pt x="3317" y="3350"/>
                    <a:pt x="3697" y="3350"/>
                  </a:cubicBezTo>
                  <a:cubicBezTo>
                    <a:pt x="4180" y="3350"/>
                    <a:pt x="4590" y="3284"/>
                    <a:pt x="4590" y="3284"/>
                  </a:cubicBezTo>
                  <a:lnTo>
                    <a:pt x="2584" y="1521"/>
                  </a:lnTo>
                  <a:lnTo>
                    <a:pt x="3010" y="62"/>
                  </a:lnTo>
                  <a:lnTo>
                    <a:pt x="791" y="1"/>
                  </a:lnTo>
                  <a:close/>
                </a:path>
              </a:pathLst>
            </a:custGeom>
            <a:solidFill>
              <a:srgbClr val="E6A5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8"/>
            <p:cNvSpPr/>
            <p:nvPr/>
          </p:nvSpPr>
          <p:spPr>
            <a:xfrm>
              <a:off x="4228300" y="4799075"/>
              <a:ext cx="151600" cy="54775"/>
            </a:xfrm>
            <a:custGeom>
              <a:rect b="b" l="l" r="r" t="t"/>
              <a:pathLst>
                <a:path extrusionOk="0" h="2191" w="6064">
                  <a:moveTo>
                    <a:pt x="1191" y="1"/>
                  </a:moveTo>
                  <a:cubicBezTo>
                    <a:pt x="884" y="1"/>
                    <a:pt x="670" y="58"/>
                    <a:pt x="670" y="58"/>
                  </a:cubicBezTo>
                  <a:cubicBezTo>
                    <a:pt x="670" y="58"/>
                    <a:pt x="1" y="1669"/>
                    <a:pt x="274" y="2003"/>
                  </a:cubicBezTo>
                  <a:cubicBezTo>
                    <a:pt x="700" y="2101"/>
                    <a:pt x="2349" y="2191"/>
                    <a:pt x="3776" y="2191"/>
                  </a:cubicBezTo>
                  <a:cubicBezTo>
                    <a:pt x="5001" y="2191"/>
                    <a:pt x="6064" y="2125"/>
                    <a:pt x="6050" y="1943"/>
                  </a:cubicBezTo>
                  <a:cubicBezTo>
                    <a:pt x="5867" y="1395"/>
                    <a:pt x="4743" y="1274"/>
                    <a:pt x="4743" y="1274"/>
                  </a:cubicBezTo>
                  <a:lnTo>
                    <a:pt x="4743" y="1274"/>
                  </a:lnTo>
                  <a:cubicBezTo>
                    <a:pt x="4743" y="1274"/>
                    <a:pt x="4955" y="1395"/>
                    <a:pt x="4743" y="1487"/>
                  </a:cubicBezTo>
                  <a:cubicBezTo>
                    <a:pt x="4686" y="1489"/>
                    <a:pt x="4632" y="1490"/>
                    <a:pt x="4580" y="1490"/>
                  </a:cubicBezTo>
                  <a:cubicBezTo>
                    <a:pt x="3351" y="1490"/>
                    <a:pt x="3070" y="827"/>
                    <a:pt x="2341" y="332"/>
                  </a:cubicBezTo>
                  <a:cubicBezTo>
                    <a:pt x="1950" y="65"/>
                    <a:pt x="1518" y="1"/>
                    <a:pt x="11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8"/>
            <p:cNvSpPr/>
            <p:nvPr/>
          </p:nvSpPr>
          <p:spPr>
            <a:xfrm>
              <a:off x="4244275" y="4206275"/>
              <a:ext cx="253050" cy="559900"/>
            </a:xfrm>
            <a:custGeom>
              <a:rect b="b" l="l" r="r" t="t"/>
              <a:pathLst>
                <a:path extrusionOk="0" h="22396" w="10122">
                  <a:moveTo>
                    <a:pt x="4316" y="1"/>
                  </a:moveTo>
                  <a:cubicBezTo>
                    <a:pt x="4195" y="517"/>
                    <a:pt x="4043" y="1216"/>
                    <a:pt x="3830" y="1976"/>
                  </a:cubicBezTo>
                  <a:cubicBezTo>
                    <a:pt x="4256" y="3466"/>
                    <a:pt x="3800" y="4894"/>
                    <a:pt x="2736" y="5593"/>
                  </a:cubicBezTo>
                  <a:cubicBezTo>
                    <a:pt x="2341" y="6779"/>
                    <a:pt x="1885" y="7873"/>
                    <a:pt x="1429" y="8603"/>
                  </a:cubicBezTo>
                  <a:cubicBezTo>
                    <a:pt x="1034" y="9818"/>
                    <a:pt x="578" y="11490"/>
                    <a:pt x="486" y="12828"/>
                  </a:cubicBezTo>
                  <a:cubicBezTo>
                    <a:pt x="304" y="15290"/>
                    <a:pt x="0" y="21703"/>
                    <a:pt x="0" y="22037"/>
                  </a:cubicBezTo>
                  <a:cubicBezTo>
                    <a:pt x="1014" y="22327"/>
                    <a:pt x="1781" y="22395"/>
                    <a:pt x="2278" y="22395"/>
                  </a:cubicBezTo>
                  <a:cubicBezTo>
                    <a:pt x="2720" y="22395"/>
                    <a:pt x="2949" y="22341"/>
                    <a:pt x="2949" y="22341"/>
                  </a:cubicBezTo>
                  <a:cubicBezTo>
                    <a:pt x="2949" y="22341"/>
                    <a:pt x="10122" y="4590"/>
                    <a:pt x="8177" y="2128"/>
                  </a:cubicBezTo>
                  <a:cubicBezTo>
                    <a:pt x="7417" y="1368"/>
                    <a:pt x="5927" y="609"/>
                    <a:pt x="431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8"/>
            <p:cNvSpPr/>
            <p:nvPr/>
          </p:nvSpPr>
          <p:spPr>
            <a:xfrm>
              <a:off x="4473750" y="4754150"/>
              <a:ext cx="114775" cy="83775"/>
            </a:xfrm>
            <a:custGeom>
              <a:rect b="b" l="l" r="r" t="t"/>
              <a:pathLst>
                <a:path extrusionOk="0" h="3351" w="4591">
                  <a:moveTo>
                    <a:pt x="791" y="1"/>
                  </a:moveTo>
                  <a:lnTo>
                    <a:pt x="1" y="2919"/>
                  </a:lnTo>
                  <a:cubicBezTo>
                    <a:pt x="1" y="2919"/>
                    <a:pt x="154" y="2914"/>
                    <a:pt x="391" y="2914"/>
                  </a:cubicBezTo>
                  <a:cubicBezTo>
                    <a:pt x="981" y="2914"/>
                    <a:pt x="2085" y="2945"/>
                    <a:pt x="2584" y="3162"/>
                  </a:cubicBezTo>
                  <a:cubicBezTo>
                    <a:pt x="2879" y="3309"/>
                    <a:pt x="3302" y="3350"/>
                    <a:pt x="3684" y="3350"/>
                  </a:cubicBezTo>
                  <a:cubicBezTo>
                    <a:pt x="4171" y="3350"/>
                    <a:pt x="4590" y="3284"/>
                    <a:pt x="4590" y="3284"/>
                  </a:cubicBezTo>
                  <a:lnTo>
                    <a:pt x="2584" y="1521"/>
                  </a:lnTo>
                  <a:lnTo>
                    <a:pt x="3010" y="62"/>
                  </a:lnTo>
                  <a:lnTo>
                    <a:pt x="791" y="1"/>
                  </a:lnTo>
                  <a:close/>
                </a:path>
              </a:pathLst>
            </a:custGeom>
            <a:solidFill>
              <a:srgbClr val="E6A5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8"/>
            <p:cNvSpPr/>
            <p:nvPr/>
          </p:nvSpPr>
          <p:spPr>
            <a:xfrm>
              <a:off x="4462350" y="4799075"/>
              <a:ext cx="151950" cy="54775"/>
            </a:xfrm>
            <a:custGeom>
              <a:rect b="b" l="l" r="r" t="t"/>
              <a:pathLst>
                <a:path extrusionOk="0" h="2191" w="6078">
                  <a:moveTo>
                    <a:pt x="1191" y="1"/>
                  </a:moveTo>
                  <a:cubicBezTo>
                    <a:pt x="884" y="1"/>
                    <a:pt x="669" y="58"/>
                    <a:pt x="669" y="58"/>
                  </a:cubicBezTo>
                  <a:cubicBezTo>
                    <a:pt x="669" y="58"/>
                    <a:pt x="1" y="1669"/>
                    <a:pt x="274" y="2003"/>
                  </a:cubicBezTo>
                  <a:cubicBezTo>
                    <a:pt x="700" y="2101"/>
                    <a:pt x="2357" y="2191"/>
                    <a:pt x="3788" y="2191"/>
                  </a:cubicBezTo>
                  <a:cubicBezTo>
                    <a:pt x="5016" y="2191"/>
                    <a:pt x="6078" y="2125"/>
                    <a:pt x="6049" y="1943"/>
                  </a:cubicBezTo>
                  <a:cubicBezTo>
                    <a:pt x="5867" y="1395"/>
                    <a:pt x="4743" y="1274"/>
                    <a:pt x="4742" y="1274"/>
                  </a:cubicBezTo>
                  <a:lnTo>
                    <a:pt x="4742" y="1274"/>
                  </a:lnTo>
                  <a:cubicBezTo>
                    <a:pt x="4742" y="1274"/>
                    <a:pt x="4955" y="1395"/>
                    <a:pt x="4742" y="1487"/>
                  </a:cubicBezTo>
                  <a:cubicBezTo>
                    <a:pt x="4686" y="1489"/>
                    <a:pt x="4632" y="1490"/>
                    <a:pt x="4579" y="1490"/>
                  </a:cubicBezTo>
                  <a:cubicBezTo>
                    <a:pt x="3351" y="1490"/>
                    <a:pt x="3070" y="827"/>
                    <a:pt x="2341" y="332"/>
                  </a:cubicBezTo>
                  <a:cubicBezTo>
                    <a:pt x="1950" y="65"/>
                    <a:pt x="1518" y="1"/>
                    <a:pt x="11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8"/>
            <p:cNvSpPr/>
            <p:nvPr/>
          </p:nvSpPr>
          <p:spPr>
            <a:xfrm>
              <a:off x="4119650" y="4144550"/>
              <a:ext cx="614000" cy="621625"/>
            </a:xfrm>
            <a:custGeom>
              <a:rect b="b" l="l" r="r" t="t"/>
              <a:pathLst>
                <a:path extrusionOk="0" h="24865" w="24560">
                  <a:moveTo>
                    <a:pt x="8086" y="1"/>
                  </a:moveTo>
                  <a:cubicBezTo>
                    <a:pt x="5005" y="1"/>
                    <a:pt x="1398" y="312"/>
                    <a:pt x="1398" y="312"/>
                  </a:cubicBezTo>
                  <a:cubicBezTo>
                    <a:pt x="1398" y="312"/>
                    <a:pt x="0" y="4020"/>
                    <a:pt x="3009" y="6482"/>
                  </a:cubicBezTo>
                  <a:cubicBezTo>
                    <a:pt x="5988" y="8914"/>
                    <a:pt x="11429" y="8579"/>
                    <a:pt x="13374" y="8762"/>
                  </a:cubicBezTo>
                  <a:cubicBezTo>
                    <a:pt x="15289" y="8914"/>
                    <a:pt x="16505" y="9400"/>
                    <a:pt x="16505" y="9400"/>
                  </a:cubicBezTo>
                  <a:cubicBezTo>
                    <a:pt x="16505" y="9400"/>
                    <a:pt x="15107" y="12835"/>
                    <a:pt x="14925" y="15297"/>
                  </a:cubicBezTo>
                  <a:cubicBezTo>
                    <a:pt x="14742" y="17759"/>
                    <a:pt x="14438" y="24172"/>
                    <a:pt x="14438" y="24506"/>
                  </a:cubicBezTo>
                  <a:cubicBezTo>
                    <a:pt x="15468" y="24796"/>
                    <a:pt x="16234" y="24864"/>
                    <a:pt x="16727" y="24864"/>
                  </a:cubicBezTo>
                  <a:cubicBezTo>
                    <a:pt x="17164" y="24864"/>
                    <a:pt x="17387" y="24810"/>
                    <a:pt x="17387" y="24810"/>
                  </a:cubicBezTo>
                  <a:cubicBezTo>
                    <a:pt x="17387" y="24810"/>
                    <a:pt x="24560" y="7059"/>
                    <a:pt x="22645" y="4597"/>
                  </a:cubicBezTo>
                  <a:cubicBezTo>
                    <a:pt x="20335" y="2318"/>
                    <a:pt x="11794" y="312"/>
                    <a:pt x="11794" y="312"/>
                  </a:cubicBezTo>
                  <a:cubicBezTo>
                    <a:pt x="11034" y="79"/>
                    <a:pt x="9626" y="1"/>
                    <a:pt x="80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8"/>
            <p:cNvSpPr/>
            <p:nvPr/>
          </p:nvSpPr>
          <p:spPr>
            <a:xfrm>
              <a:off x="4235150" y="3559275"/>
              <a:ext cx="162650" cy="244275"/>
            </a:xfrm>
            <a:custGeom>
              <a:rect b="b" l="l" r="r" t="t"/>
              <a:pathLst>
                <a:path extrusionOk="0" h="9771" w="6506">
                  <a:moveTo>
                    <a:pt x="4192" y="1"/>
                  </a:moveTo>
                  <a:cubicBezTo>
                    <a:pt x="2503" y="1"/>
                    <a:pt x="320" y="1273"/>
                    <a:pt x="183" y="2719"/>
                  </a:cubicBezTo>
                  <a:cubicBezTo>
                    <a:pt x="0" y="4665"/>
                    <a:pt x="1672" y="9771"/>
                    <a:pt x="1672" y="9771"/>
                  </a:cubicBezTo>
                  <a:lnTo>
                    <a:pt x="5411" y="9589"/>
                  </a:lnTo>
                  <a:cubicBezTo>
                    <a:pt x="5411" y="9589"/>
                    <a:pt x="4742" y="5850"/>
                    <a:pt x="4985" y="5607"/>
                  </a:cubicBezTo>
                  <a:cubicBezTo>
                    <a:pt x="5228" y="5364"/>
                    <a:pt x="5684" y="5637"/>
                    <a:pt x="5988" y="4999"/>
                  </a:cubicBezTo>
                  <a:cubicBezTo>
                    <a:pt x="6505" y="3358"/>
                    <a:pt x="5593" y="440"/>
                    <a:pt x="5593" y="440"/>
                  </a:cubicBezTo>
                  <a:cubicBezTo>
                    <a:pt x="5236" y="134"/>
                    <a:pt x="4740" y="1"/>
                    <a:pt x="4192" y="1"/>
                  </a:cubicBezTo>
                  <a:close/>
                </a:path>
              </a:pathLst>
            </a:custGeom>
            <a:solidFill>
              <a:srgbClr val="E6A5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8"/>
            <p:cNvSpPr/>
            <p:nvPr/>
          </p:nvSpPr>
          <p:spPr>
            <a:xfrm>
              <a:off x="4146250" y="3843050"/>
              <a:ext cx="280425" cy="317125"/>
            </a:xfrm>
            <a:custGeom>
              <a:rect b="b" l="l" r="r" t="t"/>
              <a:pathLst>
                <a:path extrusionOk="0" h="12685" w="11217">
                  <a:moveTo>
                    <a:pt x="2249" y="1"/>
                  </a:moveTo>
                  <a:cubicBezTo>
                    <a:pt x="2249" y="1"/>
                    <a:pt x="2553" y="2645"/>
                    <a:pt x="0" y="12554"/>
                  </a:cubicBezTo>
                  <a:cubicBezTo>
                    <a:pt x="893" y="12648"/>
                    <a:pt x="1854" y="12685"/>
                    <a:pt x="2818" y="12685"/>
                  </a:cubicBezTo>
                  <a:cubicBezTo>
                    <a:pt x="6543" y="12685"/>
                    <a:pt x="10304" y="12128"/>
                    <a:pt x="10304" y="12128"/>
                  </a:cubicBezTo>
                  <a:cubicBezTo>
                    <a:pt x="10304" y="11065"/>
                    <a:pt x="9271" y="8967"/>
                    <a:pt x="9271" y="8967"/>
                  </a:cubicBezTo>
                  <a:cubicBezTo>
                    <a:pt x="10608" y="7052"/>
                    <a:pt x="11216" y="608"/>
                    <a:pt x="11216" y="608"/>
                  </a:cubicBezTo>
                  <a:lnTo>
                    <a:pt x="22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8"/>
            <p:cNvSpPr/>
            <p:nvPr/>
          </p:nvSpPr>
          <p:spPr>
            <a:xfrm>
              <a:off x="4314925" y="3752550"/>
              <a:ext cx="507650" cy="293925"/>
            </a:xfrm>
            <a:custGeom>
              <a:rect b="b" l="l" r="r" t="t"/>
              <a:pathLst>
                <a:path extrusionOk="0" h="11757" w="20306">
                  <a:moveTo>
                    <a:pt x="2480" y="1"/>
                  </a:moveTo>
                  <a:cubicBezTo>
                    <a:pt x="2430" y="1"/>
                    <a:pt x="2402" y="3"/>
                    <a:pt x="2402" y="3"/>
                  </a:cubicBezTo>
                  <a:cubicBezTo>
                    <a:pt x="2402" y="3"/>
                    <a:pt x="1247" y="95"/>
                    <a:pt x="609" y="1311"/>
                  </a:cubicBezTo>
                  <a:cubicBezTo>
                    <a:pt x="1" y="2526"/>
                    <a:pt x="2159" y="10581"/>
                    <a:pt x="4712" y="11706"/>
                  </a:cubicBezTo>
                  <a:cubicBezTo>
                    <a:pt x="4911" y="11740"/>
                    <a:pt x="5117" y="11756"/>
                    <a:pt x="5330" y="11756"/>
                  </a:cubicBezTo>
                  <a:cubicBezTo>
                    <a:pt x="9264" y="11756"/>
                    <a:pt x="15472" y="6204"/>
                    <a:pt x="15472" y="6204"/>
                  </a:cubicBezTo>
                  <a:cubicBezTo>
                    <a:pt x="15472" y="6204"/>
                    <a:pt x="17205" y="6022"/>
                    <a:pt x="18725" y="5809"/>
                  </a:cubicBezTo>
                  <a:cubicBezTo>
                    <a:pt x="20305" y="5353"/>
                    <a:pt x="19880" y="3469"/>
                    <a:pt x="19667" y="3104"/>
                  </a:cubicBezTo>
                  <a:cubicBezTo>
                    <a:pt x="19592" y="2975"/>
                    <a:pt x="19062" y="2933"/>
                    <a:pt x="18409" y="2933"/>
                  </a:cubicBezTo>
                  <a:cubicBezTo>
                    <a:pt x="17210" y="2933"/>
                    <a:pt x="15594" y="3073"/>
                    <a:pt x="15594" y="3073"/>
                  </a:cubicBezTo>
                  <a:cubicBezTo>
                    <a:pt x="13223" y="3560"/>
                    <a:pt x="6749" y="7116"/>
                    <a:pt x="6749" y="7116"/>
                  </a:cubicBezTo>
                  <a:cubicBezTo>
                    <a:pt x="6749" y="7116"/>
                    <a:pt x="5168" y="2466"/>
                    <a:pt x="4348" y="1189"/>
                  </a:cubicBezTo>
                  <a:cubicBezTo>
                    <a:pt x="3656" y="87"/>
                    <a:pt x="2748" y="1"/>
                    <a:pt x="2480" y="1"/>
                  </a:cubicBezTo>
                  <a:close/>
                </a:path>
              </a:pathLst>
            </a:custGeom>
            <a:solidFill>
              <a:srgbClr val="E6A5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8"/>
            <p:cNvSpPr/>
            <p:nvPr/>
          </p:nvSpPr>
          <p:spPr>
            <a:xfrm>
              <a:off x="4749600" y="3839250"/>
              <a:ext cx="60050" cy="775"/>
            </a:xfrm>
            <a:custGeom>
              <a:rect b="b" l="l" r="r" t="t"/>
              <a:pathLst>
                <a:path extrusionOk="0" fill="none" h="31" w="2402">
                  <a:moveTo>
                    <a:pt x="0" y="31"/>
                  </a:moveTo>
                  <a:lnTo>
                    <a:pt x="2402" y="1"/>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8"/>
            <p:cNvSpPr/>
            <p:nvPr/>
          </p:nvSpPr>
          <p:spPr>
            <a:xfrm>
              <a:off x="4757200" y="3853700"/>
              <a:ext cx="55500" cy="3050"/>
            </a:xfrm>
            <a:custGeom>
              <a:rect b="b" l="l" r="r" t="t"/>
              <a:pathLst>
                <a:path extrusionOk="0" fill="none" h="122" w="2220">
                  <a:moveTo>
                    <a:pt x="0" y="122"/>
                  </a:moveTo>
                  <a:lnTo>
                    <a:pt x="2219" y="0"/>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8"/>
            <p:cNvSpPr/>
            <p:nvPr/>
          </p:nvSpPr>
          <p:spPr>
            <a:xfrm>
              <a:off x="4765550" y="3871925"/>
              <a:ext cx="44850" cy="25"/>
            </a:xfrm>
            <a:custGeom>
              <a:rect b="b" l="l" r="r" t="t"/>
              <a:pathLst>
                <a:path extrusionOk="0" fill="none" h="1" w="1794">
                  <a:moveTo>
                    <a:pt x="1" y="1"/>
                  </a:moveTo>
                  <a:lnTo>
                    <a:pt x="1794" y="1"/>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8"/>
            <p:cNvSpPr/>
            <p:nvPr/>
          </p:nvSpPr>
          <p:spPr>
            <a:xfrm>
              <a:off x="4773900" y="3886375"/>
              <a:ext cx="27400" cy="775"/>
            </a:xfrm>
            <a:custGeom>
              <a:rect b="b" l="l" r="r" t="t"/>
              <a:pathLst>
                <a:path extrusionOk="0" fill="none" h="31" w="1096">
                  <a:moveTo>
                    <a:pt x="1095" y="0"/>
                  </a:moveTo>
                  <a:lnTo>
                    <a:pt x="1" y="31"/>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8"/>
            <p:cNvSpPr/>
            <p:nvPr/>
          </p:nvSpPr>
          <p:spPr>
            <a:xfrm>
              <a:off x="4462350" y="3946400"/>
              <a:ext cx="22825" cy="60050"/>
            </a:xfrm>
            <a:custGeom>
              <a:rect b="b" l="l" r="r" t="t"/>
              <a:pathLst>
                <a:path extrusionOk="0" fill="none" h="2402" w="913">
                  <a:moveTo>
                    <a:pt x="913" y="0"/>
                  </a:moveTo>
                  <a:cubicBezTo>
                    <a:pt x="913" y="0"/>
                    <a:pt x="821" y="1520"/>
                    <a:pt x="1" y="2402"/>
                  </a:cubicBez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8"/>
            <p:cNvSpPr/>
            <p:nvPr/>
          </p:nvSpPr>
          <p:spPr>
            <a:xfrm>
              <a:off x="4280750" y="3747575"/>
              <a:ext cx="183100" cy="142700"/>
            </a:xfrm>
            <a:custGeom>
              <a:rect b="b" l="l" r="r" t="t"/>
              <a:pathLst>
                <a:path extrusionOk="0" h="5708" w="7324">
                  <a:moveTo>
                    <a:pt x="3894" y="1"/>
                  </a:moveTo>
                  <a:cubicBezTo>
                    <a:pt x="3546" y="1"/>
                    <a:pt x="3313" y="81"/>
                    <a:pt x="3313" y="81"/>
                  </a:cubicBezTo>
                  <a:cubicBezTo>
                    <a:pt x="3313" y="81"/>
                    <a:pt x="0" y="5522"/>
                    <a:pt x="2401" y="5704"/>
                  </a:cubicBezTo>
                  <a:cubicBezTo>
                    <a:pt x="2458" y="5706"/>
                    <a:pt x="2515" y="5707"/>
                    <a:pt x="2572" y="5707"/>
                  </a:cubicBezTo>
                  <a:cubicBezTo>
                    <a:pt x="4893" y="5707"/>
                    <a:pt x="7323" y="3937"/>
                    <a:pt x="7234" y="3759"/>
                  </a:cubicBezTo>
                  <a:cubicBezTo>
                    <a:pt x="7082" y="3546"/>
                    <a:pt x="6140" y="1114"/>
                    <a:pt x="5228" y="446"/>
                  </a:cubicBezTo>
                  <a:cubicBezTo>
                    <a:pt x="4747" y="88"/>
                    <a:pt x="4257" y="1"/>
                    <a:pt x="38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8"/>
            <p:cNvSpPr/>
            <p:nvPr/>
          </p:nvSpPr>
          <p:spPr>
            <a:xfrm>
              <a:off x="4052025" y="3500950"/>
              <a:ext cx="347275" cy="608400"/>
            </a:xfrm>
            <a:custGeom>
              <a:rect b="b" l="l" r="r" t="t"/>
              <a:pathLst>
                <a:path extrusionOk="0" h="24336" w="13891">
                  <a:moveTo>
                    <a:pt x="9304" y="1"/>
                  </a:moveTo>
                  <a:cubicBezTo>
                    <a:pt x="9168" y="1"/>
                    <a:pt x="9088" y="7"/>
                    <a:pt x="9088" y="7"/>
                  </a:cubicBezTo>
                  <a:cubicBezTo>
                    <a:pt x="7903" y="159"/>
                    <a:pt x="6535" y="827"/>
                    <a:pt x="5866" y="2408"/>
                  </a:cubicBezTo>
                  <a:cubicBezTo>
                    <a:pt x="5228" y="3897"/>
                    <a:pt x="5532" y="5083"/>
                    <a:pt x="5046" y="8274"/>
                  </a:cubicBezTo>
                  <a:cubicBezTo>
                    <a:pt x="4559" y="11466"/>
                    <a:pt x="0" y="15144"/>
                    <a:pt x="912" y="19247"/>
                  </a:cubicBezTo>
                  <a:cubicBezTo>
                    <a:pt x="1603" y="22464"/>
                    <a:pt x="4068" y="24335"/>
                    <a:pt x="7063" y="24335"/>
                  </a:cubicBezTo>
                  <a:cubicBezTo>
                    <a:pt x="7889" y="24335"/>
                    <a:pt x="8755" y="24193"/>
                    <a:pt x="9635" y="23897"/>
                  </a:cubicBezTo>
                  <a:cubicBezTo>
                    <a:pt x="13739" y="22499"/>
                    <a:pt x="13830" y="20068"/>
                    <a:pt x="12645" y="17241"/>
                  </a:cubicBezTo>
                  <a:cubicBezTo>
                    <a:pt x="11459" y="14384"/>
                    <a:pt x="12493" y="13958"/>
                    <a:pt x="12918" y="11526"/>
                  </a:cubicBezTo>
                  <a:cubicBezTo>
                    <a:pt x="13313" y="9095"/>
                    <a:pt x="11094" y="8973"/>
                    <a:pt x="10912" y="6967"/>
                  </a:cubicBezTo>
                  <a:cubicBezTo>
                    <a:pt x="10699" y="4931"/>
                    <a:pt x="13891" y="4049"/>
                    <a:pt x="12979" y="1952"/>
                  </a:cubicBezTo>
                  <a:cubicBezTo>
                    <a:pt x="12167" y="149"/>
                    <a:pt x="9997" y="1"/>
                    <a:pt x="93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8"/>
            <p:cNvSpPr/>
            <p:nvPr/>
          </p:nvSpPr>
          <p:spPr>
            <a:xfrm>
              <a:off x="4480600" y="4757200"/>
              <a:ext cx="73725" cy="7625"/>
            </a:xfrm>
            <a:custGeom>
              <a:rect b="b" l="l" r="r" t="t"/>
              <a:pathLst>
                <a:path extrusionOk="0" fill="none" h="305" w="2949">
                  <a:moveTo>
                    <a:pt x="0" y="0"/>
                  </a:moveTo>
                  <a:cubicBezTo>
                    <a:pt x="0" y="0"/>
                    <a:pt x="1277" y="244"/>
                    <a:pt x="2949" y="304"/>
                  </a:cubicBezTo>
                </a:path>
              </a:pathLst>
            </a:custGeom>
            <a:solidFill>
              <a:schemeClr val="dk1"/>
            </a:solidFill>
            <a:ln cap="flat" cmpd="sng" w="7600">
              <a:solidFill>
                <a:srgbClr val="364769"/>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8"/>
            <p:cNvSpPr/>
            <p:nvPr/>
          </p:nvSpPr>
          <p:spPr>
            <a:xfrm>
              <a:off x="4532275" y="4316475"/>
              <a:ext cx="92725" cy="63075"/>
            </a:xfrm>
            <a:custGeom>
              <a:rect b="b" l="l" r="r" t="t"/>
              <a:pathLst>
                <a:path extrusionOk="0" fill="none" h="2523" w="3709">
                  <a:moveTo>
                    <a:pt x="0" y="2523"/>
                  </a:moveTo>
                  <a:cubicBezTo>
                    <a:pt x="0" y="2523"/>
                    <a:pt x="2462" y="2432"/>
                    <a:pt x="3708" y="0"/>
                  </a:cubicBez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8"/>
            <p:cNvSpPr/>
            <p:nvPr/>
          </p:nvSpPr>
          <p:spPr>
            <a:xfrm>
              <a:off x="4441850" y="4385625"/>
              <a:ext cx="31925" cy="441500"/>
            </a:xfrm>
            <a:custGeom>
              <a:rect b="b" l="l" r="r" t="t"/>
              <a:pathLst>
                <a:path extrusionOk="0" fill="none" h="17660" w="1277">
                  <a:moveTo>
                    <a:pt x="0" y="0"/>
                  </a:moveTo>
                  <a:lnTo>
                    <a:pt x="1277" y="17660"/>
                  </a:lnTo>
                </a:path>
              </a:pathLst>
            </a:custGeom>
            <a:noFill/>
            <a:ln cap="rnd" cmpd="sng" w="15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8"/>
            <p:cNvSpPr/>
            <p:nvPr/>
          </p:nvSpPr>
          <p:spPr>
            <a:xfrm>
              <a:off x="4325575" y="4384100"/>
              <a:ext cx="41825" cy="463550"/>
            </a:xfrm>
            <a:custGeom>
              <a:rect b="b" l="l" r="r" t="t"/>
              <a:pathLst>
                <a:path extrusionOk="0" fill="none" h="18542" w="1673">
                  <a:moveTo>
                    <a:pt x="0" y="0"/>
                  </a:moveTo>
                  <a:lnTo>
                    <a:pt x="1672" y="18542"/>
                  </a:lnTo>
                </a:path>
              </a:pathLst>
            </a:custGeom>
            <a:noFill/>
            <a:ln cap="rnd" cmpd="sng" w="15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8"/>
            <p:cNvSpPr/>
            <p:nvPr/>
          </p:nvSpPr>
          <p:spPr>
            <a:xfrm>
              <a:off x="4074800" y="4384100"/>
              <a:ext cx="41075" cy="463550"/>
            </a:xfrm>
            <a:custGeom>
              <a:rect b="b" l="l" r="r" t="t"/>
              <a:pathLst>
                <a:path extrusionOk="0" fill="none" h="18542" w="1643">
                  <a:moveTo>
                    <a:pt x="1642" y="0"/>
                  </a:moveTo>
                  <a:lnTo>
                    <a:pt x="1" y="18542"/>
                  </a:lnTo>
                </a:path>
              </a:pathLst>
            </a:custGeom>
            <a:noFill/>
            <a:ln cap="rnd" cmpd="sng" w="15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8"/>
            <p:cNvSpPr/>
            <p:nvPr/>
          </p:nvSpPr>
          <p:spPr>
            <a:xfrm>
              <a:off x="3998050" y="3922850"/>
              <a:ext cx="386825" cy="468875"/>
            </a:xfrm>
            <a:custGeom>
              <a:rect b="b" l="l" r="r" t="t"/>
              <a:pathLst>
                <a:path extrusionOk="0" h="18755" w="15473">
                  <a:moveTo>
                    <a:pt x="1034" y="0"/>
                  </a:moveTo>
                  <a:cubicBezTo>
                    <a:pt x="457" y="0"/>
                    <a:pt x="1" y="517"/>
                    <a:pt x="92" y="1094"/>
                  </a:cubicBezTo>
                  <a:lnTo>
                    <a:pt x="2372" y="17933"/>
                  </a:lnTo>
                  <a:cubicBezTo>
                    <a:pt x="2433" y="18389"/>
                    <a:pt x="2828" y="18754"/>
                    <a:pt x="3314" y="18754"/>
                  </a:cubicBezTo>
                  <a:lnTo>
                    <a:pt x="14469" y="18754"/>
                  </a:lnTo>
                  <a:cubicBezTo>
                    <a:pt x="15047" y="18754"/>
                    <a:pt x="15472" y="18237"/>
                    <a:pt x="15412" y="17660"/>
                  </a:cubicBezTo>
                  <a:lnTo>
                    <a:pt x="13132" y="851"/>
                  </a:lnTo>
                  <a:cubicBezTo>
                    <a:pt x="13071" y="365"/>
                    <a:pt x="12646" y="0"/>
                    <a:pt x="121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8"/>
            <p:cNvSpPr/>
            <p:nvPr/>
          </p:nvSpPr>
          <p:spPr>
            <a:xfrm>
              <a:off x="4175125" y="4354450"/>
              <a:ext cx="329800" cy="37275"/>
            </a:xfrm>
            <a:custGeom>
              <a:rect b="b" l="l" r="r" t="t"/>
              <a:pathLst>
                <a:path extrusionOk="0" h="1491" w="13192">
                  <a:moveTo>
                    <a:pt x="0" y="1"/>
                  </a:moveTo>
                  <a:lnTo>
                    <a:pt x="0" y="1490"/>
                  </a:lnTo>
                  <a:lnTo>
                    <a:pt x="13192" y="1490"/>
                  </a:lnTo>
                  <a:cubicBezTo>
                    <a:pt x="13192" y="669"/>
                    <a:pt x="12493" y="1"/>
                    <a:pt x="116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8"/>
            <p:cNvSpPr/>
            <p:nvPr/>
          </p:nvSpPr>
          <p:spPr>
            <a:xfrm>
              <a:off x="4387125" y="4211600"/>
              <a:ext cx="266750" cy="538025"/>
            </a:xfrm>
            <a:custGeom>
              <a:rect b="b" l="l" r="r" t="t"/>
              <a:pathLst>
                <a:path extrusionOk="0" fill="none" h="21521" w="10670">
                  <a:moveTo>
                    <a:pt x="1" y="0"/>
                  </a:moveTo>
                  <a:lnTo>
                    <a:pt x="10122" y="3374"/>
                  </a:lnTo>
                  <a:cubicBezTo>
                    <a:pt x="10457" y="3496"/>
                    <a:pt x="10669" y="3891"/>
                    <a:pt x="10578" y="4256"/>
                  </a:cubicBezTo>
                  <a:lnTo>
                    <a:pt x="5776" y="21520"/>
                  </a:lnTo>
                </a:path>
              </a:pathLst>
            </a:custGeom>
            <a:noFill/>
            <a:ln cap="flat" cmpd="sng" w="38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grpSp>
        <p:nvGrpSpPr>
          <p:cNvPr id="743" name="Google Shape;743;p39"/>
          <p:cNvGrpSpPr/>
          <p:nvPr/>
        </p:nvGrpSpPr>
        <p:grpSpPr>
          <a:xfrm>
            <a:off x="2896878" y="1404675"/>
            <a:ext cx="1735200" cy="3127500"/>
            <a:chOff x="2896878" y="1404675"/>
            <a:chExt cx="1735200" cy="3127500"/>
          </a:xfrm>
        </p:grpSpPr>
        <p:sp>
          <p:nvSpPr>
            <p:cNvPr id="744" name="Google Shape;744;p39"/>
            <p:cNvSpPr/>
            <p:nvPr/>
          </p:nvSpPr>
          <p:spPr>
            <a:xfrm>
              <a:off x="2896878" y="1404675"/>
              <a:ext cx="1735200" cy="312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9"/>
            <p:cNvSpPr/>
            <p:nvPr/>
          </p:nvSpPr>
          <p:spPr>
            <a:xfrm>
              <a:off x="2966928" y="1454650"/>
              <a:ext cx="1595100" cy="95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9"/>
            <p:cNvSpPr/>
            <p:nvPr/>
          </p:nvSpPr>
          <p:spPr>
            <a:xfrm>
              <a:off x="2966928" y="2489233"/>
              <a:ext cx="1595100" cy="95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9"/>
            <p:cNvSpPr/>
            <p:nvPr/>
          </p:nvSpPr>
          <p:spPr>
            <a:xfrm>
              <a:off x="2966928" y="3523817"/>
              <a:ext cx="1595100" cy="95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9"/>
            <p:cNvSpPr/>
            <p:nvPr/>
          </p:nvSpPr>
          <p:spPr>
            <a:xfrm>
              <a:off x="4338653" y="1727675"/>
              <a:ext cx="121800" cy="53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9"/>
            <p:cNvSpPr/>
            <p:nvPr/>
          </p:nvSpPr>
          <p:spPr>
            <a:xfrm>
              <a:off x="4157228" y="2087575"/>
              <a:ext cx="121800" cy="17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9"/>
            <p:cNvSpPr/>
            <p:nvPr/>
          </p:nvSpPr>
          <p:spPr>
            <a:xfrm>
              <a:off x="3975778" y="1861875"/>
              <a:ext cx="121800" cy="402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9"/>
            <p:cNvSpPr/>
            <p:nvPr/>
          </p:nvSpPr>
          <p:spPr>
            <a:xfrm>
              <a:off x="3794362" y="1603950"/>
              <a:ext cx="121800" cy="66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9"/>
            <p:cNvSpPr/>
            <p:nvPr/>
          </p:nvSpPr>
          <p:spPr>
            <a:xfrm>
              <a:off x="3612928" y="1778275"/>
              <a:ext cx="121800" cy="48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9"/>
            <p:cNvSpPr/>
            <p:nvPr/>
          </p:nvSpPr>
          <p:spPr>
            <a:xfrm>
              <a:off x="3431503" y="1654550"/>
              <a:ext cx="121800" cy="60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9"/>
            <p:cNvSpPr/>
            <p:nvPr/>
          </p:nvSpPr>
          <p:spPr>
            <a:xfrm>
              <a:off x="3250078" y="1806750"/>
              <a:ext cx="121800" cy="45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9"/>
            <p:cNvSpPr/>
            <p:nvPr/>
          </p:nvSpPr>
          <p:spPr>
            <a:xfrm>
              <a:off x="3068653" y="2051063"/>
              <a:ext cx="121800" cy="213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9"/>
            <p:cNvSpPr/>
            <p:nvPr/>
          </p:nvSpPr>
          <p:spPr>
            <a:xfrm>
              <a:off x="3068661" y="2882961"/>
              <a:ext cx="390300" cy="390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9"/>
            <p:cNvSpPr/>
            <p:nvPr/>
          </p:nvSpPr>
          <p:spPr>
            <a:xfrm>
              <a:off x="3313792" y="2882961"/>
              <a:ext cx="390300" cy="3903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9"/>
            <p:cNvSpPr/>
            <p:nvPr/>
          </p:nvSpPr>
          <p:spPr>
            <a:xfrm>
              <a:off x="3191218" y="2663825"/>
              <a:ext cx="390300" cy="3903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9" name="Google Shape;759;p39"/>
            <p:cNvGrpSpPr/>
            <p:nvPr/>
          </p:nvGrpSpPr>
          <p:grpSpPr>
            <a:xfrm>
              <a:off x="3803026" y="2649982"/>
              <a:ext cx="673901" cy="659333"/>
              <a:chOff x="8116750" y="2573750"/>
              <a:chExt cx="646800" cy="659333"/>
            </a:xfrm>
          </p:grpSpPr>
          <p:sp>
            <p:nvSpPr>
              <p:cNvPr id="760" name="Google Shape;760;p39"/>
              <p:cNvSpPr/>
              <p:nvPr/>
            </p:nvSpPr>
            <p:spPr>
              <a:xfrm>
                <a:off x="8116750" y="2573750"/>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9"/>
              <p:cNvSpPr/>
              <p:nvPr/>
            </p:nvSpPr>
            <p:spPr>
              <a:xfrm>
                <a:off x="8116750" y="2643283"/>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9"/>
              <p:cNvSpPr/>
              <p:nvPr/>
            </p:nvSpPr>
            <p:spPr>
              <a:xfrm>
                <a:off x="8116750" y="2712808"/>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9"/>
              <p:cNvSpPr/>
              <p:nvPr/>
            </p:nvSpPr>
            <p:spPr>
              <a:xfrm>
                <a:off x="8116750" y="2782333"/>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9"/>
              <p:cNvSpPr/>
              <p:nvPr/>
            </p:nvSpPr>
            <p:spPr>
              <a:xfrm>
                <a:off x="8116750" y="2851858"/>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9"/>
              <p:cNvSpPr/>
              <p:nvPr/>
            </p:nvSpPr>
            <p:spPr>
              <a:xfrm>
                <a:off x="8116750" y="2921383"/>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9"/>
              <p:cNvSpPr/>
              <p:nvPr/>
            </p:nvSpPr>
            <p:spPr>
              <a:xfrm>
                <a:off x="8116750" y="2990908"/>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9"/>
              <p:cNvSpPr/>
              <p:nvPr/>
            </p:nvSpPr>
            <p:spPr>
              <a:xfrm>
                <a:off x="8116750" y="3060433"/>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9"/>
              <p:cNvSpPr/>
              <p:nvPr/>
            </p:nvSpPr>
            <p:spPr>
              <a:xfrm>
                <a:off x="8116750" y="3129958"/>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9"/>
              <p:cNvSpPr/>
              <p:nvPr/>
            </p:nvSpPr>
            <p:spPr>
              <a:xfrm>
                <a:off x="8116750" y="3199483"/>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0" name="Google Shape;770;p39"/>
            <p:cNvSpPr/>
            <p:nvPr/>
          </p:nvSpPr>
          <p:spPr>
            <a:xfrm>
              <a:off x="3845728" y="3660025"/>
              <a:ext cx="268350" cy="686100"/>
            </a:xfrm>
            <a:prstGeom prst="flowChartCollat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9"/>
            <p:cNvSpPr/>
            <p:nvPr/>
          </p:nvSpPr>
          <p:spPr>
            <a:xfrm>
              <a:off x="4208578" y="3660025"/>
              <a:ext cx="268350" cy="686100"/>
            </a:xfrm>
            <a:prstGeom prst="flowChartCollat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2" name="Google Shape;772;p39"/>
            <p:cNvGrpSpPr/>
            <p:nvPr/>
          </p:nvGrpSpPr>
          <p:grpSpPr>
            <a:xfrm>
              <a:off x="3049426" y="3672882"/>
              <a:ext cx="673901" cy="659333"/>
              <a:chOff x="8116750" y="2573750"/>
              <a:chExt cx="646800" cy="659333"/>
            </a:xfrm>
          </p:grpSpPr>
          <p:sp>
            <p:nvSpPr>
              <p:cNvPr id="773" name="Google Shape;773;p39"/>
              <p:cNvSpPr/>
              <p:nvPr/>
            </p:nvSpPr>
            <p:spPr>
              <a:xfrm>
                <a:off x="8116750" y="2573750"/>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9"/>
              <p:cNvSpPr/>
              <p:nvPr/>
            </p:nvSpPr>
            <p:spPr>
              <a:xfrm>
                <a:off x="8116750" y="2643283"/>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9"/>
              <p:cNvSpPr/>
              <p:nvPr/>
            </p:nvSpPr>
            <p:spPr>
              <a:xfrm>
                <a:off x="8116750" y="2712808"/>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9"/>
              <p:cNvSpPr/>
              <p:nvPr/>
            </p:nvSpPr>
            <p:spPr>
              <a:xfrm>
                <a:off x="8116750" y="2782333"/>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9"/>
              <p:cNvSpPr/>
              <p:nvPr/>
            </p:nvSpPr>
            <p:spPr>
              <a:xfrm>
                <a:off x="8116750" y="2851858"/>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9"/>
              <p:cNvSpPr/>
              <p:nvPr/>
            </p:nvSpPr>
            <p:spPr>
              <a:xfrm>
                <a:off x="8116750" y="2921383"/>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9"/>
              <p:cNvSpPr/>
              <p:nvPr/>
            </p:nvSpPr>
            <p:spPr>
              <a:xfrm>
                <a:off x="8116750" y="2990908"/>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9"/>
              <p:cNvSpPr/>
              <p:nvPr/>
            </p:nvSpPr>
            <p:spPr>
              <a:xfrm>
                <a:off x="8116750" y="3060433"/>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39"/>
              <p:cNvSpPr/>
              <p:nvPr/>
            </p:nvSpPr>
            <p:spPr>
              <a:xfrm>
                <a:off x="8116750" y="3129958"/>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9"/>
              <p:cNvSpPr/>
              <p:nvPr/>
            </p:nvSpPr>
            <p:spPr>
              <a:xfrm>
                <a:off x="8116750" y="3199483"/>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83" name="Google Shape;783;p39"/>
          <p:cNvGrpSpPr/>
          <p:nvPr/>
        </p:nvGrpSpPr>
        <p:grpSpPr>
          <a:xfrm>
            <a:off x="1332967" y="1480630"/>
            <a:ext cx="1977109" cy="3048606"/>
            <a:chOff x="2206348" y="1404430"/>
            <a:chExt cx="1977109" cy="3048606"/>
          </a:xfrm>
        </p:grpSpPr>
        <p:sp>
          <p:nvSpPr>
            <p:cNvPr id="784" name="Google Shape;784;p39"/>
            <p:cNvSpPr/>
            <p:nvPr/>
          </p:nvSpPr>
          <p:spPr>
            <a:xfrm>
              <a:off x="2588083" y="2026261"/>
              <a:ext cx="381826" cy="381781"/>
            </a:xfrm>
            <a:custGeom>
              <a:rect b="b" l="l" r="r" t="t"/>
              <a:pathLst>
                <a:path extrusionOk="0" h="8329" w="8330">
                  <a:moveTo>
                    <a:pt x="1" y="0"/>
                  </a:moveTo>
                  <a:lnTo>
                    <a:pt x="1" y="8328"/>
                  </a:lnTo>
                  <a:lnTo>
                    <a:pt x="8329" y="8328"/>
                  </a:lnTo>
                  <a:lnTo>
                    <a:pt x="8329" y="0"/>
                  </a:lnTo>
                  <a:close/>
                </a:path>
              </a:pathLst>
            </a:custGeom>
            <a:solidFill>
              <a:srgbClr val="E9A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9"/>
            <p:cNvSpPr/>
            <p:nvPr/>
          </p:nvSpPr>
          <p:spPr>
            <a:xfrm>
              <a:off x="2588083" y="2551513"/>
              <a:ext cx="381826" cy="381781"/>
            </a:xfrm>
            <a:custGeom>
              <a:rect b="b" l="l" r="r" t="t"/>
              <a:pathLst>
                <a:path extrusionOk="0" h="8329" w="8330">
                  <a:moveTo>
                    <a:pt x="1" y="0"/>
                  </a:moveTo>
                  <a:lnTo>
                    <a:pt x="1" y="8329"/>
                  </a:lnTo>
                  <a:lnTo>
                    <a:pt x="8329" y="8329"/>
                  </a:lnTo>
                  <a:lnTo>
                    <a:pt x="8329" y="0"/>
                  </a:lnTo>
                  <a:close/>
                </a:path>
              </a:pathLst>
            </a:custGeom>
            <a:solidFill>
              <a:srgbClr val="E9A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9"/>
            <p:cNvSpPr/>
            <p:nvPr/>
          </p:nvSpPr>
          <p:spPr>
            <a:xfrm>
              <a:off x="2224454" y="2863575"/>
              <a:ext cx="190913" cy="90621"/>
            </a:xfrm>
            <a:custGeom>
              <a:rect b="b" l="l" r="r" t="t"/>
              <a:pathLst>
                <a:path extrusionOk="0" h="1977" w="4165">
                  <a:moveTo>
                    <a:pt x="517" y="1"/>
                  </a:moveTo>
                  <a:lnTo>
                    <a:pt x="426" y="973"/>
                  </a:lnTo>
                  <a:lnTo>
                    <a:pt x="1" y="1673"/>
                  </a:lnTo>
                  <a:lnTo>
                    <a:pt x="1" y="1977"/>
                  </a:lnTo>
                  <a:lnTo>
                    <a:pt x="4165" y="1977"/>
                  </a:lnTo>
                  <a:lnTo>
                    <a:pt x="3648" y="1156"/>
                  </a:lnTo>
                  <a:lnTo>
                    <a:pt x="2341" y="518"/>
                  </a:lnTo>
                  <a:lnTo>
                    <a:pt x="517" y="1"/>
                  </a:lnTo>
                  <a:close/>
                </a:path>
              </a:pathLst>
            </a:custGeom>
            <a:solidFill>
              <a:srgbClr val="B45F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9"/>
            <p:cNvSpPr/>
            <p:nvPr/>
          </p:nvSpPr>
          <p:spPr>
            <a:xfrm>
              <a:off x="2206348" y="1775301"/>
              <a:ext cx="405479" cy="633978"/>
            </a:xfrm>
            <a:custGeom>
              <a:rect b="b" l="l" r="r" t="t"/>
              <a:pathLst>
                <a:path extrusionOk="0" h="13831" w="8846">
                  <a:moveTo>
                    <a:pt x="6019" y="1"/>
                  </a:moveTo>
                  <a:cubicBezTo>
                    <a:pt x="5347" y="1"/>
                    <a:pt x="4664" y="232"/>
                    <a:pt x="4104" y="703"/>
                  </a:cubicBezTo>
                  <a:cubicBezTo>
                    <a:pt x="3557" y="1129"/>
                    <a:pt x="3010" y="1767"/>
                    <a:pt x="2736" y="2648"/>
                  </a:cubicBezTo>
                  <a:cubicBezTo>
                    <a:pt x="2250" y="4168"/>
                    <a:pt x="1034" y="8606"/>
                    <a:pt x="305" y="11250"/>
                  </a:cubicBezTo>
                  <a:cubicBezTo>
                    <a:pt x="1" y="12344"/>
                    <a:pt x="669" y="13500"/>
                    <a:pt x="1794" y="13773"/>
                  </a:cubicBezTo>
                  <a:cubicBezTo>
                    <a:pt x="1953" y="13812"/>
                    <a:pt x="2113" y="13830"/>
                    <a:pt x="2272" y="13830"/>
                  </a:cubicBezTo>
                  <a:cubicBezTo>
                    <a:pt x="2990" y="13830"/>
                    <a:pt x="3670" y="13448"/>
                    <a:pt x="4043" y="12800"/>
                  </a:cubicBezTo>
                  <a:cubicBezTo>
                    <a:pt x="5502" y="10247"/>
                    <a:pt x="8511" y="4776"/>
                    <a:pt x="8755" y="3135"/>
                  </a:cubicBezTo>
                  <a:cubicBezTo>
                    <a:pt x="8846" y="2436"/>
                    <a:pt x="8694" y="1828"/>
                    <a:pt x="8390" y="1311"/>
                  </a:cubicBezTo>
                  <a:cubicBezTo>
                    <a:pt x="7860" y="445"/>
                    <a:pt x="6950" y="1"/>
                    <a:pt x="60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9"/>
            <p:cNvSpPr/>
            <p:nvPr/>
          </p:nvSpPr>
          <p:spPr>
            <a:xfrm>
              <a:off x="3765419" y="1698981"/>
              <a:ext cx="418038" cy="268791"/>
            </a:xfrm>
            <a:custGeom>
              <a:rect b="b" l="l" r="r" t="t"/>
              <a:pathLst>
                <a:path extrusionOk="0" h="5864" w="9120">
                  <a:moveTo>
                    <a:pt x="5402" y="1"/>
                  </a:moveTo>
                  <a:cubicBezTo>
                    <a:pt x="5364" y="1"/>
                    <a:pt x="5326" y="9"/>
                    <a:pt x="5289" y="28"/>
                  </a:cubicBezTo>
                  <a:lnTo>
                    <a:pt x="2584" y="1274"/>
                  </a:lnTo>
                  <a:lnTo>
                    <a:pt x="1581" y="2763"/>
                  </a:lnTo>
                  <a:lnTo>
                    <a:pt x="0" y="3918"/>
                  </a:lnTo>
                  <a:lnTo>
                    <a:pt x="1642" y="5863"/>
                  </a:lnTo>
                  <a:lnTo>
                    <a:pt x="2341" y="4800"/>
                  </a:lnTo>
                  <a:cubicBezTo>
                    <a:pt x="2341" y="4800"/>
                    <a:pt x="3740" y="5121"/>
                    <a:pt x="4713" y="5121"/>
                  </a:cubicBezTo>
                  <a:cubicBezTo>
                    <a:pt x="5078" y="5121"/>
                    <a:pt x="5383" y="5076"/>
                    <a:pt x="5532" y="4952"/>
                  </a:cubicBezTo>
                  <a:cubicBezTo>
                    <a:pt x="6079" y="4465"/>
                    <a:pt x="6627" y="2672"/>
                    <a:pt x="6627" y="2672"/>
                  </a:cubicBezTo>
                  <a:lnTo>
                    <a:pt x="8967" y="2125"/>
                  </a:lnTo>
                  <a:lnTo>
                    <a:pt x="9119" y="1274"/>
                  </a:lnTo>
                  <a:lnTo>
                    <a:pt x="4377" y="1669"/>
                  </a:lnTo>
                  <a:cubicBezTo>
                    <a:pt x="4377" y="1669"/>
                    <a:pt x="4985" y="1426"/>
                    <a:pt x="5380" y="879"/>
                  </a:cubicBezTo>
                  <a:cubicBezTo>
                    <a:pt x="5532" y="666"/>
                    <a:pt x="5624" y="453"/>
                    <a:pt x="5654" y="301"/>
                  </a:cubicBezTo>
                  <a:cubicBezTo>
                    <a:pt x="5678" y="131"/>
                    <a:pt x="5548" y="1"/>
                    <a:pt x="5402" y="1"/>
                  </a:cubicBezTo>
                  <a:close/>
                </a:path>
              </a:pathLst>
            </a:custGeom>
            <a:solidFill>
              <a:srgbClr val="B45F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9"/>
            <p:cNvSpPr/>
            <p:nvPr/>
          </p:nvSpPr>
          <p:spPr>
            <a:xfrm>
              <a:off x="2863979" y="4242917"/>
              <a:ext cx="111477" cy="182571"/>
            </a:xfrm>
            <a:custGeom>
              <a:rect b="b" l="l" r="r" t="t"/>
              <a:pathLst>
                <a:path extrusionOk="0" h="3983" w="2432">
                  <a:moveTo>
                    <a:pt x="487" y="0"/>
                  </a:moveTo>
                  <a:lnTo>
                    <a:pt x="0" y="3891"/>
                  </a:lnTo>
                  <a:lnTo>
                    <a:pt x="2432" y="3982"/>
                  </a:lnTo>
                  <a:lnTo>
                    <a:pt x="2432" y="92"/>
                  </a:lnTo>
                  <a:lnTo>
                    <a:pt x="487" y="0"/>
                  </a:lnTo>
                  <a:close/>
                </a:path>
              </a:pathLst>
            </a:custGeom>
            <a:solidFill>
              <a:srgbClr val="B45F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9"/>
            <p:cNvSpPr/>
            <p:nvPr/>
          </p:nvSpPr>
          <p:spPr>
            <a:xfrm>
              <a:off x="2653585" y="4345318"/>
              <a:ext cx="344194" cy="107718"/>
            </a:xfrm>
            <a:custGeom>
              <a:rect b="b" l="l" r="r" t="t"/>
              <a:pathLst>
                <a:path extrusionOk="0" h="2350" w="7509">
                  <a:moveTo>
                    <a:pt x="4162" y="0"/>
                  </a:moveTo>
                  <a:cubicBezTo>
                    <a:pt x="3853" y="0"/>
                    <a:pt x="3604" y="280"/>
                    <a:pt x="3496" y="441"/>
                  </a:cubicBezTo>
                  <a:cubicBezTo>
                    <a:pt x="3435" y="502"/>
                    <a:pt x="3344" y="563"/>
                    <a:pt x="3253" y="563"/>
                  </a:cubicBezTo>
                  <a:cubicBezTo>
                    <a:pt x="1916" y="897"/>
                    <a:pt x="1" y="1900"/>
                    <a:pt x="213" y="2204"/>
                  </a:cubicBezTo>
                  <a:cubicBezTo>
                    <a:pt x="310" y="2314"/>
                    <a:pt x="1423" y="2350"/>
                    <a:pt x="2754" y="2350"/>
                  </a:cubicBezTo>
                  <a:cubicBezTo>
                    <a:pt x="4360" y="2350"/>
                    <a:pt x="6282" y="2298"/>
                    <a:pt x="7113" y="2265"/>
                  </a:cubicBezTo>
                  <a:cubicBezTo>
                    <a:pt x="7356" y="2265"/>
                    <a:pt x="7508" y="2052"/>
                    <a:pt x="7478" y="1839"/>
                  </a:cubicBezTo>
                  <a:lnTo>
                    <a:pt x="7387" y="1292"/>
                  </a:lnTo>
                  <a:cubicBezTo>
                    <a:pt x="7362" y="1098"/>
                    <a:pt x="7182" y="962"/>
                    <a:pt x="7003" y="962"/>
                  </a:cubicBezTo>
                  <a:cubicBezTo>
                    <a:pt x="6958" y="962"/>
                    <a:pt x="6913" y="970"/>
                    <a:pt x="6870" y="988"/>
                  </a:cubicBezTo>
                  <a:cubicBezTo>
                    <a:pt x="6809" y="1019"/>
                    <a:pt x="6748" y="1049"/>
                    <a:pt x="6657" y="1080"/>
                  </a:cubicBezTo>
                  <a:cubicBezTo>
                    <a:pt x="6556" y="1113"/>
                    <a:pt x="6457" y="1128"/>
                    <a:pt x="6363" y="1128"/>
                  </a:cubicBezTo>
                  <a:cubicBezTo>
                    <a:pt x="6034" y="1128"/>
                    <a:pt x="5759" y="955"/>
                    <a:pt x="5593" y="836"/>
                  </a:cubicBezTo>
                  <a:cubicBezTo>
                    <a:pt x="5502" y="776"/>
                    <a:pt x="5411" y="745"/>
                    <a:pt x="5289" y="745"/>
                  </a:cubicBezTo>
                  <a:cubicBezTo>
                    <a:pt x="5251" y="758"/>
                    <a:pt x="5213" y="764"/>
                    <a:pt x="5176" y="764"/>
                  </a:cubicBezTo>
                  <a:cubicBezTo>
                    <a:pt x="5036" y="764"/>
                    <a:pt x="4912" y="677"/>
                    <a:pt x="4864" y="532"/>
                  </a:cubicBezTo>
                  <a:cubicBezTo>
                    <a:pt x="4773" y="320"/>
                    <a:pt x="4590" y="77"/>
                    <a:pt x="4286" y="16"/>
                  </a:cubicBezTo>
                  <a:cubicBezTo>
                    <a:pt x="4244" y="5"/>
                    <a:pt x="4202" y="0"/>
                    <a:pt x="41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9"/>
            <p:cNvSpPr/>
            <p:nvPr/>
          </p:nvSpPr>
          <p:spPr>
            <a:xfrm>
              <a:off x="2524002" y="4128690"/>
              <a:ext cx="160294" cy="206223"/>
            </a:xfrm>
            <a:custGeom>
              <a:rect b="b" l="l" r="r" t="t"/>
              <a:pathLst>
                <a:path extrusionOk="0" h="4499" w="3497">
                  <a:moveTo>
                    <a:pt x="1794" y="0"/>
                  </a:moveTo>
                  <a:lnTo>
                    <a:pt x="1" y="790"/>
                  </a:lnTo>
                  <a:lnTo>
                    <a:pt x="1308" y="4499"/>
                  </a:lnTo>
                  <a:lnTo>
                    <a:pt x="3496" y="3496"/>
                  </a:lnTo>
                  <a:lnTo>
                    <a:pt x="1794" y="0"/>
                  </a:lnTo>
                  <a:close/>
                </a:path>
              </a:pathLst>
            </a:custGeom>
            <a:solidFill>
              <a:srgbClr val="B45F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9"/>
            <p:cNvSpPr/>
            <p:nvPr/>
          </p:nvSpPr>
          <p:spPr>
            <a:xfrm>
              <a:off x="2398636" y="4254926"/>
              <a:ext cx="313529" cy="190271"/>
            </a:xfrm>
            <a:custGeom>
              <a:rect b="b" l="l" r="r" t="t"/>
              <a:pathLst>
                <a:path extrusionOk="0" h="4151" w="6840">
                  <a:moveTo>
                    <a:pt x="6078" y="0"/>
                  </a:moveTo>
                  <a:cubicBezTo>
                    <a:pt x="5972" y="0"/>
                    <a:pt x="5863" y="46"/>
                    <a:pt x="5775" y="134"/>
                  </a:cubicBezTo>
                  <a:cubicBezTo>
                    <a:pt x="5745" y="194"/>
                    <a:pt x="5684" y="225"/>
                    <a:pt x="5623" y="286"/>
                  </a:cubicBezTo>
                  <a:cubicBezTo>
                    <a:pt x="5400" y="529"/>
                    <a:pt x="5124" y="583"/>
                    <a:pt x="4892" y="583"/>
                  </a:cubicBezTo>
                  <a:cubicBezTo>
                    <a:pt x="4776" y="583"/>
                    <a:pt x="4671" y="569"/>
                    <a:pt x="4590" y="559"/>
                  </a:cubicBezTo>
                  <a:cubicBezTo>
                    <a:pt x="4557" y="551"/>
                    <a:pt x="4525" y="547"/>
                    <a:pt x="4493" y="547"/>
                  </a:cubicBezTo>
                  <a:cubicBezTo>
                    <a:pt x="4405" y="547"/>
                    <a:pt x="4322" y="575"/>
                    <a:pt x="4256" y="620"/>
                  </a:cubicBezTo>
                  <a:cubicBezTo>
                    <a:pt x="4185" y="676"/>
                    <a:pt x="4108" y="700"/>
                    <a:pt x="4030" y="700"/>
                  </a:cubicBezTo>
                  <a:cubicBezTo>
                    <a:pt x="3941" y="700"/>
                    <a:pt x="3851" y="669"/>
                    <a:pt x="3769" y="620"/>
                  </a:cubicBezTo>
                  <a:cubicBezTo>
                    <a:pt x="3615" y="491"/>
                    <a:pt x="3418" y="363"/>
                    <a:pt x="3177" y="363"/>
                  </a:cubicBezTo>
                  <a:cubicBezTo>
                    <a:pt x="3132" y="363"/>
                    <a:pt x="3087" y="367"/>
                    <a:pt x="3040" y="377"/>
                  </a:cubicBezTo>
                  <a:cubicBezTo>
                    <a:pt x="2645" y="468"/>
                    <a:pt x="2523" y="893"/>
                    <a:pt x="2493" y="1106"/>
                  </a:cubicBezTo>
                  <a:cubicBezTo>
                    <a:pt x="2462" y="1197"/>
                    <a:pt x="2432" y="1289"/>
                    <a:pt x="2371" y="1349"/>
                  </a:cubicBezTo>
                  <a:cubicBezTo>
                    <a:pt x="1277" y="2231"/>
                    <a:pt x="0" y="3994"/>
                    <a:pt x="335" y="4146"/>
                  </a:cubicBezTo>
                  <a:cubicBezTo>
                    <a:pt x="342" y="4149"/>
                    <a:pt x="352" y="4150"/>
                    <a:pt x="365" y="4150"/>
                  </a:cubicBezTo>
                  <a:cubicBezTo>
                    <a:pt x="864" y="4150"/>
                    <a:pt x="5232" y="1878"/>
                    <a:pt x="6566" y="1167"/>
                  </a:cubicBezTo>
                  <a:cubicBezTo>
                    <a:pt x="6778" y="1076"/>
                    <a:pt x="6839" y="802"/>
                    <a:pt x="6687" y="620"/>
                  </a:cubicBezTo>
                  <a:lnTo>
                    <a:pt x="6383" y="164"/>
                  </a:lnTo>
                  <a:cubicBezTo>
                    <a:pt x="6304" y="54"/>
                    <a:pt x="6193" y="0"/>
                    <a:pt x="60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9"/>
            <p:cNvSpPr/>
            <p:nvPr/>
          </p:nvSpPr>
          <p:spPr>
            <a:xfrm>
              <a:off x="2316404" y="2655106"/>
              <a:ext cx="496053" cy="1551279"/>
            </a:xfrm>
            <a:custGeom>
              <a:rect b="b" l="l" r="r" t="t"/>
              <a:pathLst>
                <a:path extrusionOk="0" h="33843" w="10822">
                  <a:moveTo>
                    <a:pt x="6444" y="1"/>
                  </a:moveTo>
                  <a:cubicBezTo>
                    <a:pt x="4970" y="1"/>
                    <a:pt x="3441" y="954"/>
                    <a:pt x="2706" y="2300"/>
                  </a:cubicBezTo>
                  <a:cubicBezTo>
                    <a:pt x="2706" y="2300"/>
                    <a:pt x="1" y="16464"/>
                    <a:pt x="1" y="18865"/>
                  </a:cubicBezTo>
                  <a:cubicBezTo>
                    <a:pt x="1" y="21236"/>
                    <a:pt x="4378" y="33607"/>
                    <a:pt x="4378" y="33607"/>
                  </a:cubicBezTo>
                  <a:cubicBezTo>
                    <a:pt x="4378" y="33607"/>
                    <a:pt x="4629" y="33843"/>
                    <a:pt x="5068" y="33843"/>
                  </a:cubicBezTo>
                  <a:cubicBezTo>
                    <a:pt x="5493" y="33843"/>
                    <a:pt x="6092" y="33622"/>
                    <a:pt x="6809" y="32756"/>
                  </a:cubicBezTo>
                  <a:cubicBezTo>
                    <a:pt x="6809" y="32756"/>
                    <a:pt x="7174" y="24580"/>
                    <a:pt x="6961" y="22817"/>
                  </a:cubicBezTo>
                  <a:cubicBezTo>
                    <a:pt x="6749" y="21023"/>
                    <a:pt x="5198" y="18744"/>
                    <a:pt x="5198" y="18744"/>
                  </a:cubicBezTo>
                  <a:lnTo>
                    <a:pt x="8937" y="6980"/>
                  </a:lnTo>
                  <a:cubicBezTo>
                    <a:pt x="8937" y="6677"/>
                    <a:pt x="10822" y="4275"/>
                    <a:pt x="9150" y="1570"/>
                  </a:cubicBezTo>
                  <a:cubicBezTo>
                    <a:pt x="8465" y="461"/>
                    <a:pt x="7468" y="1"/>
                    <a:pt x="64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9"/>
            <p:cNvSpPr/>
            <p:nvPr/>
          </p:nvSpPr>
          <p:spPr>
            <a:xfrm>
              <a:off x="2717665" y="2659827"/>
              <a:ext cx="383201" cy="1626544"/>
            </a:xfrm>
            <a:custGeom>
              <a:rect b="b" l="l" r="r" t="t"/>
              <a:pathLst>
                <a:path extrusionOk="0" h="35485" w="8360">
                  <a:moveTo>
                    <a:pt x="3848" y="0"/>
                  </a:moveTo>
                  <a:cubicBezTo>
                    <a:pt x="2077" y="0"/>
                    <a:pt x="306" y="802"/>
                    <a:pt x="1" y="3139"/>
                  </a:cubicBezTo>
                  <a:cubicBezTo>
                    <a:pt x="1" y="3139"/>
                    <a:pt x="1460" y="17941"/>
                    <a:pt x="1460" y="19309"/>
                  </a:cubicBezTo>
                  <a:cubicBezTo>
                    <a:pt x="1490" y="20677"/>
                    <a:pt x="3284" y="35085"/>
                    <a:pt x="3284" y="35085"/>
                  </a:cubicBezTo>
                  <a:cubicBezTo>
                    <a:pt x="3709" y="35385"/>
                    <a:pt x="4144" y="35484"/>
                    <a:pt x="4534" y="35484"/>
                  </a:cubicBezTo>
                  <a:cubicBezTo>
                    <a:pt x="5287" y="35484"/>
                    <a:pt x="5867" y="35115"/>
                    <a:pt x="5867" y="35115"/>
                  </a:cubicBezTo>
                  <a:cubicBezTo>
                    <a:pt x="5867" y="35115"/>
                    <a:pt x="7539" y="25936"/>
                    <a:pt x="7448" y="23838"/>
                  </a:cubicBezTo>
                  <a:cubicBezTo>
                    <a:pt x="7326" y="21741"/>
                    <a:pt x="6566" y="18428"/>
                    <a:pt x="6566" y="18428"/>
                  </a:cubicBezTo>
                  <a:cubicBezTo>
                    <a:pt x="6627" y="15723"/>
                    <a:pt x="8360" y="3352"/>
                    <a:pt x="7691" y="1649"/>
                  </a:cubicBezTo>
                  <a:cubicBezTo>
                    <a:pt x="7358" y="787"/>
                    <a:pt x="5603" y="0"/>
                    <a:pt x="38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9"/>
            <p:cNvSpPr/>
            <p:nvPr/>
          </p:nvSpPr>
          <p:spPr>
            <a:xfrm>
              <a:off x="2349865" y="1749403"/>
              <a:ext cx="810911" cy="1078602"/>
            </a:xfrm>
            <a:custGeom>
              <a:rect b="b" l="l" r="r" t="t"/>
              <a:pathLst>
                <a:path extrusionOk="0" h="23531" w="17691">
                  <a:moveTo>
                    <a:pt x="12778" y="0"/>
                  </a:moveTo>
                  <a:cubicBezTo>
                    <a:pt x="9590" y="0"/>
                    <a:pt x="3800" y="417"/>
                    <a:pt x="3800" y="417"/>
                  </a:cubicBezTo>
                  <a:cubicBezTo>
                    <a:pt x="3800" y="417"/>
                    <a:pt x="3752" y="413"/>
                    <a:pt x="3667" y="413"/>
                  </a:cubicBezTo>
                  <a:cubicBezTo>
                    <a:pt x="3208" y="413"/>
                    <a:pt x="1682" y="521"/>
                    <a:pt x="912" y="1906"/>
                  </a:cubicBezTo>
                  <a:cubicBezTo>
                    <a:pt x="0" y="3548"/>
                    <a:pt x="1672" y="22514"/>
                    <a:pt x="1672" y="22514"/>
                  </a:cubicBezTo>
                  <a:cubicBezTo>
                    <a:pt x="1672" y="22514"/>
                    <a:pt x="4865" y="23530"/>
                    <a:pt x="9770" y="23530"/>
                  </a:cubicBezTo>
                  <a:cubicBezTo>
                    <a:pt x="11600" y="23530"/>
                    <a:pt x="13668" y="23389"/>
                    <a:pt x="15897" y="23001"/>
                  </a:cubicBezTo>
                  <a:cubicBezTo>
                    <a:pt x="15897" y="23001"/>
                    <a:pt x="17691" y="3882"/>
                    <a:pt x="17539" y="2575"/>
                  </a:cubicBezTo>
                  <a:cubicBezTo>
                    <a:pt x="17387" y="1238"/>
                    <a:pt x="16323" y="417"/>
                    <a:pt x="14499" y="83"/>
                  </a:cubicBezTo>
                  <a:cubicBezTo>
                    <a:pt x="14148" y="24"/>
                    <a:pt x="13537" y="0"/>
                    <a:pt x="127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9"/>
            <p:cNvSpPr/>
            <p:nvPr/>
          </p:nvSpPr>
          <p:spPr>
            <a:xfrm>
              <a:off x="2700981" y="1417585"/>
              <a:ext cx="256369" cy="310824"/>
            </a:xfrm>
            <a:custGeom>
              <a:rect b="b" l="l" r="r" t="t"/>
              <a:pathLst>
                <a:path extrusionOk="0" h="6781" w="5593">
                  <a:moveTo>
                    <a:pt x="2829" y="0"/>
                  </a:moveTo>
                  <a:cubicBezTo>
                    <a:pt x="1929" y="0"/>
                    <a:pt x="854" y="256"/>
                    <a:pt x="517" y="1030"/>
                  </a:cubicBezTo>
                  <a:cubicBezTo>
                    <a:pt x="0" y="2215"/>
                    <a:pt x="243" y="4160"/>
                    <a:pt x="1246" y="5346"/>
                  </a:cubicBezTo>
                  <a:cubicBezTo>
                    <a:pt x="1995" y="6183"/>
                    <a:pt x="3318" y="6780"/>
                    <a:pt x="4186" y="6780"/>
                  </a:cubicBezTo>
                  <a:cubicBezTo>
                    <a:pt x="4517" y="6780"/>
                    <a:pt x="4782" y="6694"/>
                    <a:pt x="4924" y="6501"/>
                  </a:cubicBezTo>
                  <a:cubicBezTo>
                    <a:pt x="5593" y="4951"/>
                    <a:pt x="5198" y="1942"/>
                    <a:pt x="5198" y="1942"/>
                  </a:cubicBezTo>
                  <a:cubicBezTo>
                    <a:pt x="5167" y="1455"/>
                    <a:pt x="4681" y="452"/>
                    <a:pt x="3982" y="179"/>
                  </a:cubicBezTo>
                  <a:cubicBezTo>
                    <a:pt x="3739" y="73"/>
                    <a:pt x="3309" y="0"/>
                    <a:pt x="2829" y="0"/>
                  </a:cubicBezTo>
                  <a:close/>
                </a:path>
              </a:pathLst>
            </a:custGeom>
            <a:solidFill>
              <a:srgbClr val="B45F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9"/>
            <p:cNvSpPr/>
            <p:nvPr/>
          </p:nvSpPr>
          <p:spPr>
            <a:xfrm>
              <a:off x="2684250" y="1587367"/>
              <a:ext cx="156077" cy="276308"/>
            </a:xfrm>
            <a:custGeom>
              <a:rect b="b" l="l" r="r" t="t"/>
              <a:pathLst>
                <a:path extrusionOk="0" h="6028" w="3405">
                  <a:moveTo>
                    <a:pt x="1186" y="0"/>
                  </a:moveTo>
                  <a:lnTo>
                    <a:pt x="0" y="3344"/>
                  </a:lnTo>
                  <a:cubicBezTo>
                    <a:pt x="0" y="3344"/>
                    <a:pt x="395" y="4317"/>
                    <a:pt x="912" y="5107"/>
                  </a:cubicBezTo>
                  <a:cubicBezTo>
                    <a:pt x="1151" y="5452"/>
                    <a:pt x="1390" y="6028"/>
                    <a:pt x="1669" y="6028"/>
                  </a:cubicBezTo>
                  <a:cubicBezTo>
                    <a:pt x="1709" y="6028"/>
                    <a:pt x="1751" y="6016"/>
                    <a:pt x="1794" y="5988"/>
                  </a:cubicBezTo>
                  <a:cubicBezTo>
                    <a:pt x="3070" y="5198"/>
                    <a:pt x="3161" y="4742"/>
                    <a:pt x="3161" y="4742"/>
                  </a:cubicBezTo>
                  <a:lnTo>
                    <a:pt x="3405" y="2645"/>
                  </a:lnTo>
                  <a:lnTo>
                    <a:pt x="1186" y="0"/>
                  </a:lnTo>
                  <a:close/>
                </a:path>
              </a:pathLst>
            </a:custGeom>
            <a:solidFill>
              <a:srgbClr val="B45F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9"/>
            <p:cNvSpPr/>
            <p:nvPr/>
          </p:nvSpPr>
          <p:spPr>
            <a:xfrm>
              <a:off x="2798477" y="1750365"/>
              <a:ext cx="1072873" cy="576223"/>
            </a:xfrm>
            <a:custGeom>
              <a:rect b="b" l="l" r="r" t="t"/>
              <a:pathLst>
                <a:path extrusionOk="0" h="12571" w="23406">
                  <a:moveTo>
                    <a:pt x="4287" y="1"/>
                  </a:moveTo>
                  <a:cubicBezTo>
                    <a:pt x="1" y="2068"/>
                    <a:pt x="2706" y="5928"/>
                    <a:pt x="2706" y="5928"/>
                  </a:cubicBezTo>
                  <a:cubicBezTo>
                    <a:pt x="2706" y="5928"/>
                    <a:pt x="10672" y="12570"/>
                    <a:pt x="13496" y="12570"/>
                  </a:cubicBezTo>
                  <a:cubicBezTo>
                    <a:pt x="13668" y="12570"/>
                    <a:pt x="13821" y="12546"/>
                    <a:pt x="13952" y="12493"/>
                  </a:cubicBezTo>
                  <a:cubicBezTo>
                    <a:pt x="16232" y="11551"/>
                    <a:pt x="23405" y="4378"/>
                    <a:pt x="23405" y="4378"/>
                  </a:cubicBezTo>
                  <a:lnTo>
                    <a:pt x="21642" y="2098"/>
                  </a:lnTo>
                  <a:cubicBezTo>
                    <a:pt x="20396" y="2706"/>
                    <a:pt x="13436" y="7296"/>
                    <a:pt x="13436" y="7296"/>
                  </a:cubicBezTo>
                  <a:cubicBezTo>
                    <a:pt x="13436" y="7296"/>
                    <a:pt x="8542" y="1885"/>
                    <a:pt x="7508" y="1034"/>
                  </a:cubicBezTo>
                  <a:cubicBezTo>
                    <a:pt x="6475" y="214"/>
                    <a:pt x="4287" y="1"/>
                    <a:pt x="42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9"/>
            <p:cNvSpPr/>
            <p:nvPr/>
          </p:nvSpPr>
          <p:spPr>
            <a:xfrm>
              <a:off x="3385059" y="2112619"/>
              <a:ext cx="29290" cy="133800"/>
            </a:xfrm>
            <a:custGeom>
              <a:rect b="b" l="l" r="r" t="t"/>
              <a:pathLst>
                <a:path extrusionOk="0" fill="none" h="2919" w="639">
                  <a:moveTo>
                    <a:pt x="639" y="1"/>
                  </a:moveTo>
                  <a:cubicBezTo>
                    <a:pt x="639" y="1"/>
                    <a:pt x="0" y="943"/>
                    <a:pt x="335" y="2919"/>
                  </a:cubicBez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9"/>
            <p:cNvSpPr/>
            <p:nvPr/>
          </p:nvSpPr>
          <p:spPr>
            <a:xfrm>
              <a:off x="3729207" y="1845111"/>
              <a:ext cx="142142" cy="157498"/>
            </a:xfrm>
            <a:custGeom>
              <a:rect b="b" l="l" r="r" t="t"/>
              <a:pathLst>
                <a:path extrusionOk="0" fill="none" h="3436" w="3101">
                  <a:moveTo>
                    <a:pt x="1337" y="1"/>
                  </a:moveTo>
                  <a:lnTo>
                    <a:pt x="3100" y="2311"/>
                  </a:lnTo>
                  <a:lnTo>
                    <a:pt x="2067" y="3435"/>
                  </a:lnTo>
                  <a:lnTo>
                    <a:pt x="0" y="426"/>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9"/>
            <p:cNvSpPr/>
            <p:nvPr/>
          </p:nvSpPr>
          <p:spPr>
            <a:xfrm>
              <a:off x="3132861" y="1985833"/>
              <a:ext cx="7013" cy="197880"/>
            </a:xfrm>
            <a:custGeom>
              <a:rect b="b" l="l" r="r" t="t"/>
              <a:pathLst>
                <a:path extrusionOk="0" fill="none" h="4317" w="153">
                  <a:moveTo>
                    <a:pt x="153" y="1"/>
                  </a:moveTo>
                  <a:lnTo>
                    <a:pt x="1" y="4317"/>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9"/>
            <p:cNvSpPr/>
            <p:nvPr/>
          </p:nvSpPr>
          <p:spPr>
            <a:xfrm>
              <a:off x="3921450" y="1705811"/>
              <a:ext cx="105930" cy="147734"/>
            </a:xfrm>
            <a:custGeom>
              <a:rect b="b" l="l" r="r" t="t"/>
              <a:pathLst>
                <a:path extrusionOk="0" fill="none" h="3223" w="2311">
                  <a:moveTo>
                    <a:pt x="2311" y="0"/>
                  </a:moveTo>
                  <a:cubicBezTo>
                    <a:pt x="2311" y="0"/>
                    <a:pt x="2098" y="1064"/>
                    <a:pt x="973" y="1520"/>
                  </a:cubicBezTo>
                  <a:cubicBezTo>
                    <a:pt x="973" y="1520"/>
                    <a:pt x="943" y="2736"/>
                    <a:pt x="1" y="3222"/>
                  </a:cubicBez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9"/>
            <p:cNvSpPr/>
            <p:nvPr/>
          </p:nvSpPr>
          <p:spPr>
            <a:xfrm>
              <a:off x="4000886" y="1757333"/>
              <a:ext cx="182571" cy="79482"/>
            </a:xfrm>
            <a:custGeom>
              <a:rect b="b" l="l" r="r" t="t"/>
              <a:pathLst>
                <a:path extrusionOk="0" fill="none" h="1734" w="3983">
                  <a:moveTo>
                    <a:pt x="3982" y="1"/>
                  </a:moveTo>
                  <a:lnTo>
                    <a:pt x="3830" y="852"/>
                  </a:lnTo>
                  <a:lnTo>
                    <a:pt x="0" y="1733"/>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9"/>
            <p:cNvSpPr/>
            <p:nvPr/>
          </p:nvSpPr>
          <p:spPr>
            <a:xfrm>
              <a:off x="3977188" y="1821413"/>
              <a:ext cx="91996" cy="52988"/>
            </a:xfrm>
            <a:custGeom>
              <a:rect b="b" l="l" r="r" t="t"/>
              <a:pathLst>
                <a:path extrusionOk="0" fill="none" h="1156" w="2007">
                  <a:moveTo>
                    <a:pt x="2007" y="1"/>
                  </a:moveTo>
                  <a:lnTo>
                    <a:pt x="1642" y="852"/>
                  </a:lnTo>
                  <a:lnTo>
                    <a:pt x="0" y="1156"/>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9"/>
            <p:cNvSpPr/>
            <p:nvPr/>
          </p:nvSpPr>
          <p:spPr>
            <a:xfrm>
              <a:off x="3974392" y="1895258"/>
              <a:ext cx="61376" cy="9809"/>
            </a:xfrm>
            <a:custGeom>
              <a:rect b="b" l="l" r="r" t="t"/>
              <a:pathLst>
                <a:path extrusionOk="0" fill="none" h="214" w="1339">
                  <a:moveTo>
                    <a:pt x="1" y="214"/>
                  </a:moveTo>
                  <a:lnTo>
                    <a:pt x="1338" y="1"/>
                  </a:lnTo>
                </a:path>
              </a:pathLst>
            </a:custGeom>
            <a:noFill/>
            <a:ln cap="flat" cmpd="sng" w="7600">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9"/>
            <p:cNvSpPr/>
            <p:nvPr/>
          </p:nvSpPr>
          <p:spPr>
            <a:xfrm>
              <a:off x="2634104" y="1737852"/>
              <a:ext cx="124036" cy="186742"/>
            </a:xfrm>
            <a:custGeom>
              <a:rect b="b" l="l" r="r" t="t"/>
              <a:pathLst>
                <a:path extrusionOk="0" fill="none" h="4074" w="2706">
                  <a:moveTo>
                    <a:pt x="1094" y="0"/>
                  </a:moveTo>
                  <a:cubicBezTo>
                    <a:pt x="1094" y="0"/>
                    <a:pt x="1672" y="1946"/>
                    <a:pt x="2705" y="2675"/>
                  </a:cubicBezTo>
                  <a:lnTo>
                    <a:pt x="669" y="4073"/>
                  </a:lnTo>
                  <a:lnTo>
                    <a:pt x="0" y="639"/>
                  </a:lnTo>
                  <a:close/>
                </a:path>
              </a:pathLst>
            </a:custGeom>
            <a:noFill/>
            <a:ln cap="rnd" cmpd="sng" w="76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9"/>
            <p:cNvSpPr/>
            <p:nvPr/>
          </p:nvSpPr>
          <p:spPr>
            <a:xfrm>
              <a:off x="2766436" y="1746194"/>
              <a:ext cx="101759" cy="181196"/>
            </a:xfrm>
            <a:custGeom>
              <a:rect b="b" l="l" r="r" t="t"/>
              <a:pathLst>
                <a:path extrusionOk="0" fill="none" h="3953" w="2220">
                  <a:moveTo>
                    <a:pt x="1581" y="1"/>
                  </a:moveTo>
                  <a:cubicBezTo>
                    <a:pt x="1581" y="1"/>
                    <a:pt x="1703" y="1885"/>
                    <a:pt x="1" y="2523"/>
                  </a:cubicBezTo>
                  <a:lnTo>
                    <a:pt x="1581" y="3952"/>
                  </a:lnTo>
                  <a:lnTo>
                    <a:pt x="2220" y="669"/>
                  </a:lnTo>
                  <a:close/>
                </a:path>
              </a:pathLst>
            </a:custGeom>
            <a:noFill/>
            <a:ln cap="rnd" cmpd="sng" w="76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9"/>
            <p:cNvSpPr/>
            <p:nvPr/>
          </p:nvSpPr>
          <p:spPr>
            <a:xfrm>
              <a:off x="2539357" y="2097309"/>
              <a:ext cx="504396" cy="324667"/>
            </a:xfrm>
            <a:custGeom>
              <a:rect b="b" l="l" r="r" t="t"/>
              <a:pathLst>
                <a:path extrusionOk="0" fill="none" h="7083" w="11004">
                  <a:moveTo>
                    <a:pt x="0" y="0"/>
                  </a:moveTo>
                  <a:cubicBezTo>
                    <a:pt x="0" y="0"/>
                    <a:pt x="5137" y="6626"/>
                    <a:pt x="11003" y="7082"/>
                  </a:cubicBezTo>
                </a:path>
              </a:pathLst>
            </a:custGeom>
            <a:noFill/>
            <a:ln cap="rnd" cmpd="sng" w="76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9"/>
            <p:cNvSpPr/>
            <p:nvPr/>
          </p:nvSpPr>
          <p:spPr>
            <a:xfrm>
              <a:off x="2517035" y="2697781"/>
              <a:ext cx="490507" cy="72515"/>
            </a:xfrm>
            <a:custGeom>
              <a:rect b="b" l="l" r="r" t="t"/>
              <a:pathLst>
                <a:path extrusionOk="0" fill="none" h="1582" w="10701">
                  <a:moveTo>
                    <a:pt x="1" y="1"/>
                  </a:moveTo>
                  <a:cubicBezTo>
                    <a:pt x="1" y="1"/>
                    <a:pt x="6961" y="1581"/>
                    <a:pt x="10700" y="943"/>
                  </a:cubicBezTo>
                </a:path>
              </a:pathLst>
            </a:custGeom>
            <a:noFill/>
            <a:ln cap="rnd" cmpd="sng" w="76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9"/>
            <p:cNvSpPr/>
            <p:nvPr/>
          </p:nvSpPr>
          <p:spPr>
            <a:xfrm>
              <a:off x="2210519" y="2266221"/>
              <a:ext cx="192334" cy="625269"/>
            </a:xfrm>
            <a:custGeom>
              <a:rect b="b" l="l" r="r" t="t"/>
              <a:pathLst>
                <a:path extrusionOk="0" h="13641" w="4196">
                  <a:moveTo>
                    <a:pt x="2128" y="1"/>
                  </a:moveTo>
                  <a:cubicBezTo>
                    <a:pt x="1126" y="1"/>
                    <a:pt x="181" y="790"/>
                    <a:pt x="92" y="1908"/>
                  </a:cubicBezTo>
                  <a:cubicBezTo>
                    <a:pt x="31" y="2455"/>
                    <a:pt x="1" y="3093"/>
                    <a:pt x="1" y="3580"/>
                  </a:cubicBezTo>
                  <a:cubicBezTo>
                    <a:pt x="1" y="4674"/>
                    <a:pt x="396" y="13641"/>
                    <a:pt x="396" y="13641"/>
                  </a:cubicBezTo>
                  <a:lnTo>
                    <a:pt x="3040" y="13641"/>
                  </a:lnTo>
                  <a:cubicBezTo>
                    <a:pt x="3040" y="13641"/>
                    <a:pt x="4195" y="3337"/>
                    <a:pt x="4043" y="1786"/>
                  </a:cubicBezTo>
                  <a:cubicBezTo>
                    <a:pt x="3983" y="1148"/>
                    <a:pt x="3648" y="662"/>
                    <a:pt x="3192" y="327"/>
                  </a:cubicBezTo>
                  <a:cubicBezTo>
                    <a:pt x="2855" y="103"/>
                    <a:pt x="2488" y="1"/>
                    <a:pt x="21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9"/>
            <p:cNvSpPr/>
            <p:nvPr/>
          </p:nvSpPr>
          <p:spPr>
            <a:xfrm>
              <a:off x="2252323" y="2272867"/>
              <a:ext cx="132425" cy="43225"/>
            </a:xfrm>
            <a:custGeom>
              <a:rect b="b" l="l" r="r" t="t"/>
              <a:pathLst>
                <a:path extrusionOk="0" fill="none" h="943" w="2889">
                  <a:moveTo>
                    <a:pt x="1" y="547"/>
                  </a:moveTo>
                  <a:cubicBezTo>
                    <a:pt x="1" y="547"/>
                    <a:pt x="1490" y="0"/>
                    <a:pt x="2888" y="942"/>
                  </a:cubicBezTo>
                </a:path>
              </a:pathLst>
            </a:custGeom>
            <a:noFill/>
            <a:ln cap="rnd" cmpd="sng" w="76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9"/>
            <p:cNvSpPr/>
            <p:nvPr/>
          </p:nvSpPr>
          <p:spPr>
            <a:xfrm>
              <a:off x="2395840" y="1944029"/>
              <a:ext cx="13980" cy="299594"/>
            </a:xfrm>
            <a:custGeom>
              <a:rect b="b" l="l" r="r" t="t"/>
              <a:pathLst>
                <a:path extrusionOk="0" fill="none" h="6536" w="305">
                  <a:moveTo>
                    <a:pt x="304" y="1"/>
                  </a:moveTo>
                  <a:cubicBezTo>
                    <a:pt x="304" y="1"/>
                    <a:pt x="92" y="4043"/>
                    <a:pt x="0" y="6536"/>
                  </a:cubicBezTo>
                </a:path>
              </a:pathLst>
            </a:custGeom>
            <a:noFill/>
            <a:ln cap="rnd" cmpd="sng" w="76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9"/>
            <p:cNvSpPr/>
            <p:nvPr/>
          </p:nvSpPr>
          <p:spPr>
            <a:xfrm>
              <a:off x="2228625" y="2842673"/>
              <a:ext cx="133800" cy="48817"/>
            </a:xfrm>
            <a:custGeom>
              <a:rect b="b" l="l" r="r" t="t"/>
              <a:pathLst>
                <a:path extrusionOk="0" fill="none" h="1065" w="2919">
                  <a:moveTo>
                    <a:pt x="1" y="1065"/>
                  </a:moveTo>
                  <a:lnTo>
                    <a:pt x="2645" y="1065"/>
                  </a:lnTo>
                  <a:lnTo>
                    <a:pt x="2919" y="1"/>
                  </a:lnTo>
                  <a:lnTo>
                    <a:pt x="639" y="92"/>
                  </a:lnTo>
                </a:path>
              </a:pathLst>
            </a:custGeom>
            <a:noFill/>
            <a:ln cap="rnd" cmpd="sng" w="76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9"/>
            <p:cNvSpPr/>
            <p:nvPr/>
          </p:nvSpPr>
          <p:spPr>
            <a:xfrm>
              <a:off x="2666144" y="1404430"/>
              <a:ext cx="298173" cy="241518"/>
            </a:xfrm>
            <a:custGeom>
              <a:rect b="b" l="l" r="r" t="t"/>
              <a:pathLst>
                <a:path extrusionOk="0" h="5269" w="6505">
                  <a:moveTo>
                    <a:pt x="3941" y="1"/>
                  </a:moveTo>
                  <a:cubicBezTo>
                    <a:pt x="2704" y="1"/>
                    <a:pt x="1520" y="496"/>
                    <a:pt x="1520" y="496"/>
                  </a:cubicBezTo>
                  <a:lnTo>
                    <a:pt x="1520" y="709"/>
                  </a:lnTo>
                  <a:cubicBezTo>
                    <a:pt x="1520" y="709"/>
                    <a:pt x="730" y="739"/>
                    <a:pt x="365" y="1590"/>
                  </a:cubicBezTo>
                  <a:cubicBezTo>
                    <a:pt x="0" y="2411"/>
                    <a:pt x="942" y="4265"/>
                    <a:pt x="942" y="4265"/>
                  </a:cubicBezTo>
                  <a:lnTo>
                    <a:pt x="1094" y="5268"/>
                  </a:lnTo>
                  <a:lnTo>
                    <a:pt x="1854" y="4873"/>
                  </a:lnTo>
                  <a:cubicBezTo>
                    <a:pt x="1854" y="4873"/>
                    <a:pt x="1945" y="4630"/>
                    <a:pt x="1763" y="4235"/>
                  </a:cubicBezTo>
                  <a:cubicBezTo>
                    <a:pt x="1611" y="3809"/>
                    <a:pt x="1976" y="3475"/>
                    <a:pt x="1976" y="3475"/>
                  </a:cubicBezTo>
                  <a:lnTo>
                    <a:pt x="2553" y="4143"/>
                  </a:lnTo>
                  <a:lnTo>
                    <a:pt x="2827" y="4022"/>
                  </a:lnTo>
                  <a:lnTo>
                    <a:pt x="2553" y="3080"/>
                  </a:lnTo>
                  <a:lnTo>
                    <a:pt x="2553" y="3080"/>
                  </a:lnTo>
                  <a:cubicBezTo>
                    <a:pt x="2553" y="3080"/>
                    <a:pt x="2572" y="3080"/>
                    <a:pt x="2607" y="3080"/>
                  </a:cubicBezTo>
                  <a:cubicBezTo>
                    <a:pt x="2781" y="3080"/>
                    <a:pt x="3364" y="3059"/>
                    <a:pt x="4073" y="2806"/>
                  </a:cubicBezTo>
                  <a:cubicBezTo>
                    <a:pt x="5988" y="2198"/>
                    <a:pt x="6505" y="1317"/>
                    <a:pt x="5654" y="466"/>
                  </a:cubicBezTo>
                  <a:cubicBezTo>
                    <a:pt x="5157" y="118"/>
                    <a:pt x="4542" y="1"/>
                    <a:pt x="39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9"/>
            <p:cNvSpPr/>
            <p:nvPr/>
          </p:nvSpPr>
          <p:spPr>
            <a:xfrm>
              <a:off x="2778996" y="1651448"/>
              <a:ext cx="55784" cy="64127"/>
            </a:xfrm>
            <a:custGeom>
              <a:rect b="b" l="l" r="r" t="t"/>
              <a:pathLst>
                <a:path extrusionOk="0" fill="none" h="1399" w="1217">
                  <a:moveTo>
                    <a:pt x="0" y="1"/>
                  </a:moveTo>
                  <a:cubicBezTo>
                    <a:pt x="0" y="1"/>
                    <a:pt x="61" y="669"/>
                    <a:pt x="1216" y="1399"/>
                  </a:cubicBezTo>
                </a:path>
              </a:pathLst>
            </a:custGeom>
            <a:noFill/>
            <a:ln cap="rnd" cmpd="sng" w="76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6" name="Google Shape;816;p39"/>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817" name="Google Shape;817;p39"/>
          <p:cNvSpPr txBox="1"/>
          <p:nvPr>
            <p:ph idx="2" type="title"/>
          </p:nvPr>
        </p:nvSpPr>
        <p:spPr>
          <a:xfrm>
            <a:off x="4818333" y="1404683"/>
            <a:ext cx="7347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818" name="Google Shape;818;p39"/>
          <p:cNvSpPr txBox="1"/>
          <p:nvPr>
            <p:ph idx="3" type="title"/>
          </p:nvPr>
        </p:nvSpPr>
        <p:spPr>
          <a:xfrm>
            <a:off x="4818333" y="3006928"/>
            <a:ext cx="7347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819" name="Google Shape;819;p39"/>
          <p:cNvSpPr txBox="1"/>
          <p:nvPr>
            <p:ph idx="4" type="title"/>
          </p:nvPr>
        </p:nvSpPr>
        <p:spPr>
          <a:xfrm>
            <a:off x="4818333" y="1938765"/>
            <a:ext cx="7347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820" name="Google Shape;820;p39"/>
          <p:cNvSpPr txBox="1"/>
          <p:nvPr>
            <p:ph idx="6" type="title"/>
          </p:nvPr>
        </p:nvSpPr>
        <p:spPr>
          <a:xfrm>
            <a:off x="4818333" y="2472846"/>
            <a:ext cx="7347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821" name="Google Shape;821;p39"/>
          <p:cNvSpPr txBox="1"/>
          <p:nvPr>
            <p:ph idx="1" type="subTitle"/>
          </p:nvPr>
        </p:nvSpPr>
        <p:spPr>
          <a:xfrm>
            <a:off x="5553033" y="1404675"/>
            <a:ext cx="23055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Aggregate Planning</a:t>
            </a:r>
            <a:endParaRPr/>
          </a:p>
        </p:txBody>
      </p:sp>
      <p:sp>
        <p:nvSpPr>
          <p:cNvPr id="822" name="Google Shape;822;p39"/>
          <p:cNvSpPr txBox="1"/>
          <p:nvPr>
            <p:ph idx="8" type="subTitle"/>
          </p:nvPr>
        </p:nvSpPr>
        <p:spPr>
          <a:xfrm>
            <a:off x="5553025" y="1938750"/>
            <a:ext cx="35910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Sales and Operations Planning</a:t>
            </a:r>
            <a:endParaRPr/>
          </a:p>
        </p:txBody>
      </p:sp>
      <p:sp>
        <p:nvSpPr>
          <p:cNvPr id="823" name="Google Shape;823;p39"/>
          <p:cNvSpPr txBox="1"/>
          <p:nvPr>
            <p:ph idx="9" type="subTitle"/>
          </p:nvPr>
        </p:nvSpPr>
        <p:spPr>
          <a:xfrm>
            <a:off x="5553021" y="2472850"/>
            <a:ext cx="35910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Material Requirement Planning</a:t>
            </a:r>
            <a:endParaRPr/>
          </a:p>
        </p:txBody>
      </p:sp>
      <p:sp>
        <p:nvSpPr>
          <p:cNvPr id="824" name="Google Shape;824;p39"/>
          <p:cNvSpPr txBox="1"/>
          <p:nvPr>
            <p:ph idx="13" type="subTitle"/>
          </p:nvPr>
        </p:nvSpPr>
        <p:spPr>
          <a:xfrm>
            <a:off x="5553021" y="3006925"/>
            <a:ext cx="34764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Enterprise Resource Planning</a:t>
            </a:r>
            <a:endParaRPr/>
          </a:p>
        </p:txBody>
      </p:sp>
      <p:grpSp>
        <p:nvGrpSpPr>
          <p:cNvPr id="825" name="Google Shape;825;p39"/>
          <p:cNvGrpSpPr/>
          <p:nvPr/>
        </p:nvGrpSpPr>
        <p:grpSpPr>
          <a:xfrm>
            <a:off x="8037994" y="4243188"/>
            <a:ext cx="390900" cy="286025"/>
            <a:chOff x="719994" y="4310738"/>
            <a:chExt cx="390900" cy="286025"/>
          </a:xfrm>
        </p:grpSpPr>
        <p:sp>
          <p:nvSpPr>
            <p:cNvPr id="826" name="Google Shape;826;p39"/>
            <p:cNvSpPr/>
            <p:nvPr/>
          </p:nvSpPr>
          <p:spPr>
            <a:xfrm rot="5400000">
              <a:off x="102509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9"/>
            <p:cNvSpPr/>
            <p:nvPr/>
          </p:nvSpPr>
          <p:spPr>
            <a:xfrm rot="5400000">
              <a:off x="102509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9"/>
            <p:cNvSpPr/>
            <p:nvPr/>
          </p:nvSpPr>
          <p:spPr>
            <a:xfrm rot="5400000">
              <a:off x="87254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9"/>
            <p:cNvSpPr/>
            <p:nvPr/>
          </p:nvSpPr>
          <p:spPr>
            <a:xfrm rot="5400000">
              <a:off x="87254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9"/>
            <p:cNvSpPr/>
            <p:nvPr/>
          </p:nvSpPr>
          <p:spPr>
            <a:xfrm rot="5400000">
              <a:off x="719994" y="4310738"/>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9"/>
            <p:cNvSpPr/>
            <p:nvPr/>
          </p:nvSpPr>
          <p:spPr>
            <a:xfrm rot="5400000">
              <a:off x="719994" y="4510963"/>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2" name="Google Shape;832;p39"/>
          <p:cNvGrpSpPr/>
          <p:nvPr/>
        </p:nvGrpSpPr>
        <p:grpSpPr>
          <a:xfrm rot="10800000">
            <a:off x="715106" y="1480625"/>
            <a:ext cx="286025" cy="1306200"/>
            <a:chOff x="978925" y="1314225"/>
            <a:chExt cx="286025" cy="1306200"/>
          </a:xfrm>
        </p:grpSpPr>
        <p:sp>
          <p:nvSpPr>
            <p:cNvPr id="833" name="Google Shape;833;p39"/>
            <p:cNvSpPr/>
            <p:nvPr/>
          </p:nvSpPr>
          <p:spPr>
            <a:xfrm>
              <a:off x="978925"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9"/>
            <p:cNvSpPr/>
            <p:nvPr/>
          </p:nvSpPr>
          <p:spPr>
            <a:xfrm>
              <a:off x="1179150" y="13142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9"/>
            <p:cNvSpPr/>
            <p:nvPr/>
          </p:nvSpPr>
          <p:spPr>
            <a:xfrm>
              <a:off x="978925"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9"/>
            <p:cNvSpPr/>
            <p:nvPr/>
          </p:nvSpPr>
          <p:spPr>
            <a:xfrm>
              <a:off x="1179150" y="14667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9"/>
            <p:cNvSpPr/>
            <p:nvPr/>
          </p:nvSpPr>
          <p:spPr>
            <a:xfrm>
              <a:off x="978925"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9"/>
            <p:cNvSpPr/>
            <p:nvPr/>
          </p:nvSpPr>
          <p:spPr>
            <a:xfrm>
              <a:off x="1179150" y="1619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9"/>
            <p:cNvSpPr/>
            <p:nvPr/>
          </p:nvSpPr>
          <p:spPr>
            <a:xfrm>
              <a:off x="978925"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9"/>
            <p:cNvSpPr/>
            <p:nvPr/>
          </p:nvSpPr>
          <p:spPr>
            <a:xfrm>
              <a:off x="1179150" y="17718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9"/>
            <p:cNvSpPr/>
            <p:nvPr/>
          </p:nvSpPr>
          <p:spPr>
            <a:xfrm>
              <a:off x="978925"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9"/>
            <p:cNvSpPr/>
            <p:nvPr/>
          </p:nvSpPr>
          <p:spPr>
            <a:xfrm>
              <a:off x="1179150" y="19244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9"/>
            <p:cNvSpPr/>
            <p:nvPr/>
          </p:nvSpPr>
          <p:spPr>
            <a:xfrm>
              <a:off x="978925"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9"/>
            <p:cNvSpPr/>
            <p:nvPr/>
          </p:nvSpPr>
          <p:spPr>
            <a:xfrm>
              <a:off x="1179150" y="20769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9"/>
            <p:cNvSpPr/>
            <p:nvPr/>
          </p:nvSpPr>
          <p:spPr>
            <a:xfrm>
              <a:off x="978925"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9"/>
            <p:cNvSpPr/>
            <p:nvPr/>
          </p:nvSpPr>
          <p:spPr>
            <a:xfrm>
              <a:off x="1179150" y="22295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9"/>
            <p:cNvSpPr/>
            <p:nvPr/>
          </p:nvSpPr>
          <p:spPr>
            <a:xfrm>
              <a:off x="978925"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9"/>
            <p:cNvSpPr/>
            <p:nvPr/>
          </p:nvSpPr>
          <p:spPr>
            <a:xfrm>
              <a:off x="1179150" y="238207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9"/>
            <p:cNvSpPr/>
            <p:nvPr/>
          </p:nvSpPr>
          <p:spPr>
            <a:xfrm>
              <a:off x="978925"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9"/>
            <p:cNvSpPr/>
            <p:nvPr/>
          </p:nvSpPr>
          <p:spPr>
            <a:xfrm>
              <a:off x="1179150" y="25346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40"/>
          <p:cNvSpPr txBox="1"/>
          <p:nvPr>
            <p:ph type="title"/>
          </p:nvPr>
        </p:nvSpPr>
        <p:spPr>
          <a:xfrm>
            <a:off x="4681675" y="1973300"/>
            <a:ext cx="3749100" cy="1626600"/>
          </a:xfrm>
          <a:prstGeom prst="rect">
            <a:avLst/>
          </a:prstGeom>
          <a:noFill/>
          <a:ln>
            <a:noFill/>
          </a:ln>
        </p:spPr>
        <p:txBody>
          <a:bodyPr anchorCtr="0" anchor="t" bIns="91425" lIns="91425" spcFirstLastPara="1" rIns="91425" wrap="square" tIns="91425">
            <a:noAutofit/>
          </a:bodyPr>
          <a:lstStyle/>
          <a:p>
            <a:pPr indent="0" lvl="0" marL="0" rtl="0" algn="r">
              <a:lnSpc>
                <a:spcPct val="90000"/>
              </a:lnSpc>
              <a:spcBef>
                <a:spcPts val="0"/>
              </a:spcBef>
              <a:spcAft>
                <a:spcPts val="0"/>
              </a:spcAft>
              <a:buClr>
                <a:srgbClr val="EDEDED"/>
              </a:buClr>
              <a:buSzPts val="3600"/>
              <a:buFont typeface="Corbel"/>
              <a:buNone/>
            </a:pPr>
            <a:r>
              <a:rPr lang="en"/>
              <a:t>Aggregate Planning</a:t>
            </a:r>
            <a:endParaRPr/>
          </a:p>
        </p:txBody>
      </p:sp>
      <p:sp>
        <p:nvSpPr>
          <p:cNvPr id="856" name="Google Shape;856;p40"/>
          <p:cNvSpPr txBox="1"/>
          <p:nvPr>
            <p:ph idx="2" type="title"/>
          </p:nvPr>
        </p:nvSpPr>
        <p:spPr>
          <a:xfrm>
            <a:off x="6630025" y="539500"/>
            <a:ext cx="1800600" cy="12801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Clr>
                <a:schemeClr val="lt1"/>
              </a:buClr>
              <a:buSzPts val="6000"/>
              <a:buFont typeface="Corbel"/>
              <a:buNone/>
            </a:pPr>
            <a:r>
              <a:rPr lang="en"/>
              <a:t>01</a:t>
            </a:r>
            <a:endParaRPr/>
          </a:p>
        </p:txBody>
      </p:sp>
      <p:pic>
        <p:nvPicPr>
          <p:cNvPr id="857" name="Google Shape;857;p40"/>
          <p:cNvPicPr preferRelativeResize="0"/>
          <p:nvPr>
            <p:ph idx="3" type="pic"/>
          </p:nvPr>
        </p:nvPicPr>
        <p:blipFill rotWithShape="1">
          <a:blip r:embed="rId3">
            <a:alphaModFix/>
          </a:blip>
          <a:srcRect b="0" l="16299" r="16292" t="0"/>
          <a:stretch/>
        </p:blipFill>
        <p:spPr>
          <a:xfrm>
            <a:off x="484188" y="539750"/>
            <a:ext cx="3657600" cy="4064100"/>
          </a:xfrm>
          <a:prstGeom prst="roundRect">
            <a:avLst>
              <a:gd fmla="val 6478" name="adj"/>
            </a:avLst>
          </a:prstGeom>
          <a:noFill/>
          <a:ln cap="flat" cmpd="sng" w="9525">
            <a:solidFill>
              <a:schemeClr val="dk1"/>
            </a:solidFill>
            <a:prstDash val="solid"/>
            <a:round/>
            <a:headEnd len="sm" w="sm" type="none"/>
            <a:tailEnd len="sm" w="sm" type="none"/>
          </a:ln>
        </p:spPr>
      </p:pic>
      <p:sp>
        <p:nvSpPr>
          <p:cNvPr id="858" name="Google Shape;858;p40"/>
          <p:cNvSpPr txBox="1"/>
          <p:nvPr/>
        </p:nvSpPr>
        <p:spPr>
          <a:xfrm>
            <a:off x="6842175" y="4608500"/>
            <a:ext cx="20349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Mihir</a:t>
            </a:r>
            <a:endParaRPr sz="1200">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41"/>
          <p:cNvSpPr txBox="1"/>
          <p:nvPr>
            <p:ph idx="14" type="subTitle"/>
          </p:nvPr>
        </p:nvSpPr>
        <p:spPr>
          <a:xfrm>
            <a:off x="660349" y="2281750"/>
            <a:ext cx="26469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900"/>
              <a:t>Production Planning </a:t>
            </a:r>
            <a:endParaRPr sz="1900"/>
          </a:p>
        </p:txBody>
      </p:sp>
      <p:sp>
        <p:nvSpPr>
          <p:cNvPr id="864" name="Google Shape;864;p41"/>
          <p:cNvSpPr txBox="1"/>
          <p:nvPr>
            <p:ph idx="13" type="subTitle"/>
          </p:nvPr>
        </p:nvSpPr>
        <p:spPr>
          <a:xfrm>
            <a:off x="3181474" y="1091000"/>
            <a:ext cx="27576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900"/>
              <a:t>Inventory Management</a:t>
            </a:r>
            <a:endParaRPr sz="1900"/>
          </a:p>
        </p:txBody>
      </p:sp>
      <p:sp>
        <p:nvSpPr>
          <p:cNvPr id="865" name="Google Shape;865;p41"/>
          <p:cNvSpPr txBox="1"/>
          <p:nvPr>
            <p:ph idx="15" type="subTitle"/>
          </p:nvPr>
        </p:nvSpPr>
        <p:spPr>
          <a:xfrm>
            <a:off x="5092791" y="2474173"/>
            <a:ext cx="23658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Financial Planning</a:t>
            </a:r>
            <a:endParaRPr/>
          </a:p>
        </p:txBody>
      </p:sp>
      <p:sp>
        <p:nvSpPr>
          <p:cNvPr id="866" name="Google Shape;866;p41"/>
          <p:cNvSpPr txBox="1"/>
          <p:nvPr>
            <p:ph idx="7" type="subTitle"/>
          </p:nvPr>
        </p:nvSpPr>
        <p:spPr>
          <a:xfrm>
            <a:off x="494050" y="1091000"/>
            <a:ext cx="23658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900"/>
              <a:t>Demand Forecast</a:t>
            </a:r>
            <a:endParaRPr sz="1900"/>
          </a:p>
        </p:txBody>
      </p:sp>
      <p:sp>
        <p:nvSpPr>
          <p:cNvPr id="867" name="Google Shape;867;p41"/>
          <p:cNvSpPr txBox="1"/>
          <p:nvPr>
            <p:ph idx="8" type="subTitle"/>
          </p:nvPr>
        </p:nvSpPr>
        <p:spPr>
          <a:xfrm>
            <a:off x="6260700" y="1091000"/>
            <a:ext cx="26469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900"/>
              <a:t>Production</a:t>
            </a:r>
            <a:r>
              <a:rPr lang="en" sz="1900"/>
              <a:t> Capacity</a:t>
            </a:r>
            <a:endParaRPr sz="1900"/>
          </a:p>
        </p:txBody>
      </p:sp>
      <p:sp>
        <p:nvSpPr>
          <p:cNvPr id="868" name="Google Shape;868;p41"/>
          <p:cNvSpPr txBox="1"/>
          <p:nvPr>
            <p:ph type="title"/>
          </p:nvPr>
        </p:nvSpPr>
        <p:spPr>
          <a:xfrm>
            <a:off x="720000" y="778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Aggregate Planning</a:t>
            </a:r>
            <a:endParaRPr/>
          </a:p>
        </p:txBody>
      </p:sp>
      <p:sp>
        <p:nvSpPr>
          <p:cNvPr id="869" name="Google Shape;869;p41"/>
          <p:cNvSpPr txBox="1"/>
          <p:nvPr>
            <p:ph idx="1" type="subTitle"/>
          </p:nvPr>
        </p:nvSpPr>
        <p:spPr>
          <a:xfrm>
            <a:off x="494048" y="1356640"/>
            <a:ext cx="2365800" cy="5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500"/>
              <a:t>1000</a:t>
            </a:r>
            <a:r>
              <a:rPr lang="en" sz="1500"/>
              <a:t> units of water management systems anticipated.</a:t>
            </a:r>
            <a:endParaRPr sz="1500"/>
          </a:p>
        </p:txBody>
      </p:sp>
      <p:sp>
        <p:nvSpPr>
          <p:cNvPr id="870" name="Google Shape;870;p41"/>
          <p:cNvSpPr txBox="1"/>
          <p:nvPr>
            <p:ph idx="4" type="subTitle"/>
          </p:nvPr>
        </p:nvSpPr>
        <p:spPr>
          <a:xfrm>
            <a:off x="3389098" y="1480375"/>
            <a:ext cx="2365800" cy="5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500"/>
              <a:t>200</a:t>
            </a:r>
            <a:r>
              <a:rPr lang="en" sz="1500"/>
              <a:t> units of inventory.</a:t>
            </a:r>
            <a:endParaRPr sz="1500"/>
          </a:p>
        </p:txBody>
      </p:sp>
      <p:sp>
        <p:nvSpPr>
          <p:cNvPr id="871" name="Google Shape;871;p41"/>
          <p:cNvSpPr txBox="1"/>
          <p:nvPr>
            <p:ph idx="2" type="subTitle"/>
          </p:nvPr>
        </p:nvSpPr>
        <p:spPr>
          <a:xfrm>
            <a:off x="6401247" y="1356640"/>
            <a:ext cx="2365800" cy="5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400"/>
              <a:t>400</a:t>
            </a:r>
            <a:r>
              <a:rPr lang="en" sz="1400"/>
              <a:t> units per month. </a:t>
            </a:r>
            <a:r>
              <a:rPr b="1" lang="en" sz="1400"/>
              <a:t>20</a:t>
            </a:r>
            <a:r>
              <a:rPr lang="en" sz="1400"/>
              <a:t> full time employees. Equipment is </a:t>
            </a:r>
            <a:r>
              <a:rPr lang="en" sz="1400"/>
              <a:t>sufficient</a:t>
            </a:r>
            <a:r>
              <a:rPr lang="en" sz="1400"/>
              <a:t> to meet production </a:t>
            </a:r>
            <a:r>
              <a:rPr lang="en" sz="1400"/>
              <a:t>capacity</a:t>
            </a:r>
            <a:r>
              <a:rPr lang="en" sz="1400"/>
              <a:t>.</a:t>
            </a:r>
            <a:endParaRPr sz="1400"/>
          </a:p>
        </p:txBody>
      </p:sp>
      <p:graphicFrame>
        <p:nvGraphicFramePr>
          <p:cNvPr id="872" name="Google Shape;872;p41"/>
          <p:cNvGraphicFramePr/>
          <p:nvPr/>
        </p:nvGraphicFramePr>
        <p:xfrm>
          <a:off x="269300" y="2810288"/>
          <a:ext cx="3000000" cy="3000000"/>
        </p:xfrm>
        <a:graphic>
          <a:graphicData uri="http://schemas.openxmlformats.org/drawingml/2006/table">
            <a:tbl>
              <a:tblPr>
                <a:noFill/>
                <a:tableStyleId>{C95261C1-B47D-4F3A-990F-1163A49DBA2E}</a:tableStyleId>
              </a:tblPr>
              <a:tblGrid>
                <a:gridCol w="1847850"/>
                <a:gridCol w="1581150"/>
              </a:tblGrid>
              <a:tr h="190500">
                <a:tc>
                  <a:txBody>
                    <a:bodyPr/>
                    <a:lstStyle/>
                    <a:p>
                      <a:pPr indent="0" lvl="0" marL="0" rtl="0" algn="l">
                        <a:lnSpc>
                          <a:spcPct val="115000"/>
                        </a:lnSpc>
                        <a:spcBef>
                          <a:spcPts val="0"/>
                        </a:spcBef>
                        <a:spcAft>
                          <a:spcPts val="0"/>
                        </a:spcAft>
                        <a:buNone/>
                      </a:pPr>
                      <a:r>
                        <a:rPr lang="en" sz="1200"/>
                        <a:t>Q1: January to March</a:t>
                      </a:r>
                      <a:endParaRPr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200"/>
                        <a:t>250</a:t>
                      </a:r>
                      <a:endParaRPr b="1"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 sz="1200"/>
                        <a:t>Q2: April to June</a:t>
                      </a:r>
                      <a:endParaRPr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200"/>
                        <a:t>246</a:t>
                      </a:r>
                      <a:endParaRPr b="1"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 sz="1200"/>
                        <a:t>Q3: July to September</a:t>
                      </a:r>
                      <a:endParaRPr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200"/>
                        <a:t>262</a:t>
                      </a:r>
                      <a:endParaRPr b="1"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 sz="1200"/>
                        <a:t>Q4: October to December</a:t>
                      </a:r>
                      <a:endParaRPr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200"/>
                        <a:t>242</a:t>
                      </a:r>
                      <a:endParaRPr b="1"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873" name="Google Shape;873;p41"/>
          <p:cNvGraphicFramePr/>
          <p:nvPr/>
        </p:nvGraphicFramePr>
        <p:xfrm>
          <a:off x="4178725" y="2984050"/>
          <a:ext cx="3000000" cy="3000000"/>
        </p:xfrm>
        <a:graphic>
          <a:graphicData uri="http://schemas.openxmlformats.org/drawingml/2006/table">
            <a:tbl>
              <a:tblPr>
                <a:noFill/>
                <a:tableStyleId>{C95261C1-B47D-4F3A-990F-1163A49DBA2E}</a:tableStyleId>
              </a:tblPr>
              <a:tblGrid>
                <a:gridCol w="3141275"/>
                <a:gridCol w="1052675"/>
              </a:tblGrid>
              <a:tr h="209550">
                <a:tc>
                  <a:txBody>
                    <a:bodyPr/>
                    <a:lstStyle/>
                    <a:p>
                      <a:pPr indent="0" lvl="0" marL="0" rtl="0" algn="l">
                        <a:lnSpc>
                          <a:spcPct val="115000"/>
                        </a:lnSpc>
                        <a:spcBef>
                          <a:spcPts val="0"/>
                        </a:spcBef>
                        <a:spcAft>
                          <a:spcPts val="0"/>
                        </a:spcAft>
                        <a:buNone/>
                      </a:pPr>
                      <a:r>
                        <a:rPr lang="en" sz="1200"/>
                        <a:t>Total Cost per Unit</a:t>
                      </a:r>
                      <a:endParaRPr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200"/>
                        <a:t>$158.62</a:t>
                      </a:r>
                      <a:endParaRPr b="1"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874" name="Google Shape;874;p41"/>
          <p:cNvGraphicFramePr/>
          <p:nvPr/>
        </p:nvGraphicFramePr>
        <p:xfrm>
          <a:off x="4178725" y="3376450"/>
          <a:ext cx="3000000" cy="3000000"/>
        </p:xfrm>
        <a:graphic>
          <a:graphicData uri="http://schemas.openxmlformats.org/drawingml/2006/table">
            <a:tbl>
              <a:tblPr>
                <a:noFill/>
                <a:tableStyleId>{C95261C1-B47D-4F3A-990F-1163A49DBA2E}</a:tableStyleId>
              </a:tblPr>
              <a:tblGrid>
                <a:gridCol w="3141275"/>
                <a:gridCol w="1052675"/>
              </a:tblGrid>
              <a:tr h="190500">
                <a:tc>
                  <a:txBody>
                    <a:bodyPr/>
                    <a:lstStyle/>
                    <a:p>
                      <a:pPr indent="0" lvl="0" marL="0" rtl="0" algn="l">
                        <a:lnSpc>
                          <a:spcPct val="115000"/>
                        </a:lnSpc>
                        <a:spcBef>
                          <a:spcPts val="0"/>
                        </a:spcBef>
                        <a:spcAft>
                          <a:spcPts val="0"/>
                        </a:spcAft>
                        <a:buNone/>
                      </a:pPr>
                      <a:r>
                        <a:rPr lang="en" sz="1200"/>
                        <a:t>Selling Price (Cost Plus Pricing Model)</a:t>
                      </a:r>
                      <a:endParaRPr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200"/>
                        <a:t>$174.48</a:t>
                      </a:r>
                      <a:endParaRPr b="1"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875" name="Google Shape;875;p41"/>
          <p:cNvGraphicFramePr/>
          <p:nvPr/>
        </p:nvGraphicFramePr>
        <p:xfrm>
          <a:off x="4178725" y="3768850"/>
          <a:ext cx="3000000" cy="3000000"/>
        </p:xfrm>
        <a:graphic>
          <a:graphicData uri="http://schemas.openxmlformats.org/drawingml/2006/table">
            <a:tbl>
              <a:tblPr>
                <a:noFill/>
                <a:tableStyleId>{C95261C1-B47D-4F3A-990F-1163A49DBA2E}</a:tableStyleId>
              </a:tblPr>
              <a:tblGrid>
                <a:gridCol w="3141275"/>
                <a:gridCol w="1052675"/>
              </a:tblGrid>
              <a:tr h="190500">
                <a:tc>
                  <a:txBody>
                    <a:bodyPr/>
                    <a:lstStyle/>
                    <a:p>
                      <a:pPr indent="0" lvl="0" marL="0" rtl="0" algn="l">
                        <a:lnSpc>
                          <a:spcPct val="115000"/>
                        </a:lnSpc>
                        <a:spcBef>
                          <a:spcPts val="0"/>
                        </a:spcBef>
                        <a:spcAft>
                          <a:spcPts val="0"/>
                        </a:spcAft>
                        <a:buNone/>
                      </a:pPr>
                      <a:r>
                        <a:rPr lang="en" sz="1200"/>
                        <a:t>Net Sales</a:t>
                      </a:r>
                      <a:endParaRPr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200"/>
                        <a:t>$174,480.00</a:t>
                      </a:r>
                      <a:endParaRPr b="1"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876" name="Google Shape;876;p41"/>
          <p:cNvGraphicFramePr/>
          <p:nvPr/>
        </p:nvGraphicFramePr>
        <p:xfrm>
          <a:off x="4178725" y="4161250"/>
          <a:ext cx="3000000" cy="3000000"/>
        </p:xfrm>
        <a:graphic>
          <a:graphicData uri="http://schemas.openxmlformats.org/drawingml/2006/table">
            <a:tbl>
              <a:tblPr>
                <a:noFill/>
                <a:tableStyleId>{C95261C1-B47D-4F3A-990F-1163A49DBA2E}</a:tableStyleId>
              </a:tblPr>
              <a:tblGrid>
                <a:gridCol w="3141275"/>
                <a:gridCol w="1052675"/>
              </a:tblGrid>
              <a:tr h="190500">
                <a:tc>
                  <a:txBody>
                    <a:bodyPr/>
                    <a:lstStyle/>
                    <a:p>
                      <a:pPr indent="0" lvl="0" marL="0" rtl="0" algn="l">
                        <a:lnSpc>
                          <a:spcPct val="115000"/>
                        </a:lnSpc>
                        <a:spcBef>
                          <a:spcPts val="0"/>
                        </a:spcBef>
                        <a:spcAft>
                          <a:spcPts val="0"/>
                        </a:spcAft>
                        <a:buNone/>
                      </a:pPr>
                      <a:r>
                        <a:rPr lang="en" sz="1200"/>
                        <a:t>Net Income</a:t>
                      </a:r>
                      <a:endParaRPr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200"/>
                        <a:t>-$492,290.93</a:t>
                      </a:r>
                      <a:endParaRPr b="1" sz="1200"/>
                    </a:p>
                  </a:txBody>
                  <a:tcPr marT="91425" marB="91425" marR="28575" marL="28575" anchor="b">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77" name="Google Shape;877;p41"/>
          <p:cNvSpPr txBox="1"/>
          <p:nvPr/>
        </p:nvSpPr>
        <p:spPr>
          <a:xfrm>
            <a:off x="6842175" y="4608500"/>
            <a:ext cx="20349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Mihir</a:t>
            </a:r>
            <a:endParaRPr sz="12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42"/>
          <p:cNvSpPr txBox="1"/>
          <p:nvPr/>
        </p:nvSpPr>
        <p:spPr>
          <a:xfrm>
            <a:off x="551100" y="1415650"/>
            <a:ext cx="3885900" cy="255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en" sz="2100">
                <a:latin typeface="Kanit"/>
                <a:ea typeface="Kanit"/>
                <a:cs typeface="Kanit"/>
                <a:sym typeface="Kanit"/>
              </a:rPr>
              <a:t>Risk Management</a:t>
            </a:r>
            <a:endParaRPr sz="2100">
              <a:latin typeface="Kanit"/>
              <a:ea typeface="Kanit"/>
              <a:cs typeface="Kanit"/>
              <a:sym typeface="Kanit"/>
            </a:endParaRPr>
          </a:p>
          <a:p>
            <a:pPr indent="0" lvl="0" marL="0" rtl="0" algn="l">
              <a:lnSpc>
                <a:spcPct val="115000"/>
              </a:lnSpc>
              <a:spcBef>
                <a:spcPts val="1600"/>
              </a:spcBef>
              <a:spcAft>
                <a:spcPts val="0"/>
              </a:spcAft>
              <a:buNone/>
            </a:pPr>
            <a:r>
              <a:rPr lang="en" sz="1900">
                <a:latin typeface="Kanit"/>
                <a:ea typeface="Kanit"/>
                <a:cs typeface="Kanit"/>
                <a:sym typeface="Kanit"/>
              </a:rPr>
              <a:t>Risks</a:t>
            </a:r>
            <a:endParaRPr sz="1900">
              <a:latin typeface="Kanit"/>
              <a:ea typeface="Kanit"/>
              <a:cs typeface="Kanit"/>
              <a:sym typeface="Kanit"/>
            </a:endParaRPr>
          </a:p>
          <a:p>
            <a:pPr indent="-330200" lvl="0" marL="457200" rtl="0" algn="l">
              <a:lnSpc>
                <a:spcPct val="115000"/>
              </a:lnSpc>
              <a:spcBef>
                <a:spcPts val="400"/>
              </a:spcBef>
              <a:spcAft>
                <a:spcPts val="0"/>
              </a:spcAft>
              <a:buSzPts val="1600"/>
              <a:buFont typeface="Roboto"/>
              <a:buChar char="●"/>
            </a:pPr>
            <a:r>
              <a:rPr lang="en" sz="1600">
                <a:latin typeface="Roboto"/>
                <a:ea typeface="Roboto"/>
                <a:cs typeface="Roboto"/>
                <a:sym typeface="Roboto"/>
              </a:rPr>
              <a:t>Supply chain disruptions</a:t>
            </a:r>
            <a:endParaRPr sz="1600">
              <a:latin typeface="Roboto"/>
              <a:ea typeface="Roboto"/>
              <a:cs typeface="Roboto"/>
              <a:sym typeface="Roboto"/>
            </a:endParaRPr>
          </a:p>
          <a:p>
            <a:pPr indent="-330200" lvl="0" marL="457200" rtl="0" algn="l">
              <a:lnSpc>
                <a:spcPct val="115000"/>
              </a:lnSpc>
              <a:spcBef>
                <a:spcPts val="0"/>
              </a:spcBef>
              <a:spcAft>
                <a:spcPts val="0"/>
              </a:spcAft>
              <a:buSzPts val="1600"/>
              <a:buFont typeface="Roboto"/>
              <a:buChar char="●"/>
            </a:pPr>
            <a:r>
              <a:rPr lang="en" sz="1600">
                <a:latin typeface="Roboto"/>
                <a:ea typeface="Roboto"/>
                <a:cs typeface="Roboto"/>
                <a:sym typeface="Roboto"/>
              </a:rPr>
              <a:t>Regulatory changes</a:t>
            </a:r>
            <a:endParaRPr sz="1600">
              <a:latin typeface="Roboto"/>
              <a:ea typeface="Roboto"/>
              <a:cs typeface="Roboto"/>
              <a:sym typeface="Roboto"/>
            </a:endParaRPr>
          </a:p>
          <a:p>
            <a:pPr indent="0" lvl="0" marL="0" rtl="0" algn="l">
              <a:lnSpc>
                <a:spcPct val="115000"/>
              </a:lnSpc>
              <a:spcBef>
                <a:spcPts val="1600"/>
              </a:spcBef>
              <a:spcAft>
                <a:spcPts val="0"/>
              </a:spcAft>
              <a:buNone/>
            </a:pPr>
            <a:r>
              <a:rPr lang="en" sz="1900">
                <a:latin typeface="Kanit"/>
                <a:ea typeface="Kanit"/>
                <a:cs typeface="Kanit"/>
                <a:sym typeface="Kanit"/>
              </a:rPr>
              <a:t>Contingency Plans</a:t>
            </a:r>
            <a:endParaRPr sz="1900">
              <a:latin typeface="Kanit"/>
              <a:ea typeface="Kanit"/>
              <a:cs typeface="Kanit"/>
              <a:sym typeface="Kanit"/>
            </a:endParaRPr>
          </a:p>
          <a:p>
            <a:pPr indent="-330200" lvl="0" marL="457200" rtl="0" algn="l">
              <a:lnSpc>
                <a:spcPct val="115000"/>
              </a:lnSpc>
              <a:spcBef>
                <a:spcPts val="400"/>
              </a:spcBef>
              <a:spcAft>
                <a:spcPts val="0"/>
              </a:spcAft>
              <a:buSzPts val="1600"/>
              <a:buFont typeface="Roboto"/>
              <a:buChar char="●"/>
            </a:pPr>
            <a:r>
              <a:rPr lang="en" sz="1600">
                <a:latin typeface="Roboto"/>
                <a:ea typeface="Roboto"/>
                <a:cs typeface="Roboto"/>
                <a:sym typeface="Roboto"/>
              </a:rPr>
              <a:t>Alternative suppliers</a:t>
            </a:r>
            <a:endParaRPr sz="1900">
              <a:latin typeface="Roboto"/>
              <a:ea typeface="Roboto"/>
              <a:cs typeface="Roboto"/>
              <a:sym typeface="Roboto"/>
            </a:endParaRPr>
          </a:p>
        </p:txBody>
      </p:sp>
      <p:sp>
        <p:nvSpPr>
          <p:cNvPr id="883" name="Google Shape;883;p42"/>
          <p:cNvSpPr txBox="1"/>
          <p:nvPr/>
        </p:nvSpPr>
        <p:spPr>
          <a:xfrm>
            <a:off x="4437000" y="1415650"/>
            <a:ext cx="3987000" cy="205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en" sz="2100">
                <a:latin typeface="Kanit"/>
                <a:ea typeface="Kanit"/>
                <a:cs typeface="Kanit"/>
                <a:sym typeface="Kanit"/>
              </a:rPr>
              <a:t>Performance Measurement and Monitoring</a:t>
            </a:r>
            <a:endParaRPr sz="2100">
              <a:latin typeface="Kanit"/>
              <a:ea typeface="Kanit"/>
              <a:cs typeface="Kanit"/>
              <a:sym typeface="Kanit"/>
            </a:endParaRPr>
          </a:p>
          <a:p>
            <a:pPr indent="0" lvl="0" marL="0" rtl="0" algn="l">
              <a:lnSpc>
                <a:spcPct val="115000"/>
              </a:lnSpc>
              <a:spcBef>
                <a:spcPts val="1600"/>
              </a:spcBef>
              <a:spcAft>
                <a:spcPts val="0"/>
              </a:spcAft>
              <a:buNone/>
            </a:pPr>
            <a:r>
              <a:rPr lang="en" sz="1900">
                <a:latin typeface="Kanit"/>
                <a:ea typeface="Kanit"/>
                <a:cs typeface="Kanit"/>
                <a:sym typeface="Kanit"/>
              </a:rPr>
              <a:t>Key Performance Indicators</a:t>
            </a:r>
            <a:endParaRPr sz="1900">
              <a:latin typeface="Kanit"/>
              <a:ea typeface="Kanit"/>
              <a:cs typeface="Kanit"/>
              <a:sym typeface="Kanit"/>
            </a:endParaRPr>
          </a:p>
          <a:p>
            <a:pPr indent="-330200" lvl="0" marL="457200" rtl="0" algn="l">
              <a:lnSpc>
                <a:spcPct val="115000"/>
              </a:lnSpc>
              <a:spcBef>
                <a:spcPts val="400"/>
              </a:spcBef>
              <a:spcAft>
                <a:spcPts val="0"/>
              </a:spcAft>
              <a:buSzPts val="1600"/>
              <a:buFont typeface="Roboto"/>
              <a:buChar char="●"/>
            </a:pPr>
            <a:r>
              <a:rPr lang="en" sz="1600">
                <a:latin typeface="Roboto"/>
                <a:ea typeface="Roboto"/>
                <a:cs typeface="Roboto"/>
                <a:sym typeface="Roboto"/>
              </a:rPr>
              <a:t>Production Efficiency: </a:t>
            </a:r>
            <a:r>
              <a:rPr b="1" lang="en" sz="1600">
                <a:latin typeface="Roboto"/>
                <a:ea typeface="Roboto"/>
                <a:cs typeface="Roboto"/>
                <a:sym typeface="Roboto"/>
              </a:rPr>
              <a:t>90%</a:t>
            </a:r>
            <a:endParaRPr b="1" sz="1600">
              <a:latin typeface="Roboto"/>
              <a:ea typeface="Roboto"/>
              <a:cs typeface="Roboto"/>
              <a:sym typeface="Roboto"/>
            </a:endParaRPr>
          </a:p>
          <a:p>
            <a:pPr indent="-330200" lvl="0" marL="457200" rtl="0" algn="l">
              <a:lnSpc>
                <a:spcPct val="115000"/>
              </a:lnSpc>
              <a:spcBef>
                <a:spcPts val="0"/>
              </a:spcBef>
              <a:spcAft>
                <a:spcPts val="0"/>
              </a:spcAft>
              <a:buSzPts val="1600"/>
              <a:buFont typeface="Roboto"/>
              <a:buChar char="●"/>
            </a:pPr>
            <a:r>
              <a:rPr lang="en" sz="1600">
                <a:latin typeface="Roboto"/>
                <a:ea typeface="Roboto"/>
                <a:cs typeface="Roboto"/>
                <a:sym typeface="Roboto"/>
              </a:rPr>
              <a:t>Customer Satisfaction: </a:t>
            </a:r>
            <a:r>
              <a:rPr b="1" lang="en" sz="1600">
                <a:latin typeface="Roboto"/>
                <a:ea typeface="Roboto"/>
                <a:cs typeface="Roboto"/>
                <a:sym typeface="Roboto"/>
              </a:rPr>
              <a:t>95%</a:t>
            </a:r>
            <a:endParaRPr b="1" sz="1900">
              <a:latin typeface="Roboto"/>
              <a:ea typeface="Roboto"/>
              <a:cs typeface="Roboto"/>
              <a:sym typeface="Roboto"/>
            </a:endParaRPr>
          </a:p>
        </p:txBody>
      </p:sp>
      <p:sp>
        <p:nvSpPr>
          <p:cNvPr id="884" name="Google Shape;884;p42"/>
          <p:cNvSpPr txBox="1"/>
          <p:nvPr>
            <p:ph type="title"/>
          </p:nvPr>
        </p:nvSpPr>
        <p:spPr>
          <a:xfrm>
            <a:off x="720000" y="3064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Aggregate Planning</a:t>
            </a:r>
            <a:endParaRPr/>
          </a:p>
        </p:txBody>
      </p:sp>
      <p:sp>
        <p:nvSpPr>
          <p:cNvPr id="885" name="Google Shape;885;p42"/>
          <p:cNvSpPr txBox="1"/>
          <p:nvPr/>
        </p:nvSpPr>
        <p:spPr>
          <a:xfrm>
            <a:off x="6842175" y="4608500"/>
            <a:ext cx="20349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Mihir</a:t>
            </a:r>
            <a:endParaRPr sz="1200">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43"/>
          <p:cNvSpPr txBox="1"/>
          <p:nvPr>
            <p:ph type="title"/>
          </p:nvPr>
        </p:nvSpPr>
        <p:spPr>
          <a:xfrm>
            <a:off x="5293858" y="2058541"/>
            <a:ext cx="3749100" cy="1626600"/>
          </a:xfrm>
          <a:prstGeom prst="rect">
            <a:avLst/>
          </a:prstGeom>
          <a:noFill/>
          <a:ln>
            <a:noFill/>
          </a:ln>
        </p:spPr>
        <p:txBody>
          <a:bodyPr anchorCtr="0" anchor="t" bIns="91425" lIns="91425" spcFirstLastPara="1" rIns="91425" wrap="square" tIns="91425">
            <a:noAutofit/>
          </a:bodyPr>
          <a:lstStyle/>
          <a:p>
            <a:pPr indent="0" lvl="0" marL="0" rtl="0" algn="r">
              <a:lnSpc>
                <a:spcPct val="90000"/>
              </a:lnSpc>
              <a:spcBef>
                <a:spcPts val="0"/>
              </a:spcBef>
              <a:spcAft>
                <a:spcPts val="0"/>
              </a:spcAft>
              <a:buClr>
                <a:srgbClr val="EDEDED"/>
              </a:buClr>
              <a:buSzPts val="3600"/>
              <a:buFont typeface="Corbel"/>
              <a:buNone/>
            </a:pPr>
            <a:r>
              <a:rPr lang="en"/>
              <a:t>Sales and Operations Planning </a:t>
            </a:r>
            <a:br>
              <a:rPr lang="en"/>
            </a:br>
            <a:endParaRPr/>
          </a:p>
        </p:txBody>
      </p:sp>
      <p:sp>
        <p:nvSpPr>
          <p:cNvPr id="891" name="Google Shape;891;p43"/>
          <p:cNvSpPr txBox="1"/>
          <p:nvPr>
            <p:ph idx="2" type="title"/>
          </p:nvPr>
        </p:nvSpPr>
        <p:spPr>
          <a:xfrm>
            <a:off x="6189149" y="539500"/>
            <a:ext cx="2241600" cy="12801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Clr>
                <a:schemeClr val="lt1"/>
              </a:buClr>
              <a:buSzPts val="6000"/>
              <a:buFont typeface="Corbel"/>
              <a:buNone/>
            </a:pPr>
            <a:r>
              <a:rPr lang="en"/>
              <a:t>02</a:t>
            </a:r>
            <a:endParaRPr/>
          </a:p>
        </p:txBody>
      </p:sp>
      <p:pic>
        <p:nvPicPr>
          <p:cNvPr id="892" name="Google Shape;892;p43"/>
          <p:cNvPicPr preferRelativeResize="0"/>
          <p:nvPr/>
        </p:nvPicPr>
        <p:blipFill rotWithShape="1">
          <a:blip r:embed="rId3">
            <a:alphaModFix/>
          </a:blip>
          <a:srcRect b="0" l="31587" r="31587" t="0"/>
          <a:stretch/>
        </p:blipFill>
        <p:spPr>
          <a:xfrm>
            <a:off x="413075" y="496675"/>
            <a:ext cx="3545450" cy="3924725"/>
          </a:xfrm>
          <a:prstGeom prst="rect">
            <a:avLst/>
          </a:prstGeom>
          <a:noFill/>
          <a:ln>
            <a:noFill/>
          </a:ln>
        </p:spPr>
      </p:pic>
      <p:sp>
        <p:nvSpPr>
          <p:cNvPr id="893" name="Google Shape;893;p43"/>
          <p:cNvSpPr txBox="1"/>
          <p:nvPr/>
        </p:nvSpPr>
        <p:spPr>
          <a:xfrm>
            <a:off x="6842175" y="4608500"/>
            <a:ext cx="20349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Shruti</a:t>
            </a:r>
            <a:endParaRPr sz="1200">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44"/>
          <p:cNvSpPr txBox="1"/>
          <p:nvPr/>
        </p:nvSpPr>
        <p:spPr>
          <a:xfrm>
            <a:off x="100050" y="428450"/>
            <a:ext cx="4382400" cy="453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200">
              <a:solidFill>
                <a:schemeClr val="dk1"/>
              </a:solidFill>
              <a:latin typeface="Roboto"/>
              <a:ea typeface="Roboto"/>
              <a:cs typeface="Roboto"/>
              <a:sym typeface="Roboto"/>
            </a:endParaRPr>
          </a:p>
          <a:p>
            <a:pPr indent="0" lvl="0" marL="0" rtl="0" algn="ctr">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b="1" lang="en" sz="1800">
                <a:solidFill>
                  <a:schemeClr val="dk1"/>
                </a:solidFill>
                <a:latin typeface="Kanit"/>
                <a:ea typeface="Kanit"/>
                <a:cs typeface="Kanit"/>
                <a:sym typeface="Kanit"/>
              </a:rPr>
              <a:t>SALES FORECAST </a:t>
            </a:r>
            <a:endParaRPr b="1" sz="1800">
              <a:solidFill>
                <a:schemeClr val="dk1"/>
              </a:solidFill>
              <a:latin typeface="Kanit"/>
              <a:ea typeface="Kanit"/>
              <a:cs typeface="Kanit"/>
              <a:sym typeface="Kanit"/>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b="1" lang="en">
                <a:solidFill>
                  <a:schemeClr val="dk1"/>
                </a:solidFill>
                <a:latin typeface="Kanit"/>
                <a:ea typeface="Kanit"/>
                <a:cs typeface="Kanit"/>
                <a:sym typeface="Kanit"/>
              </a:rPr>
              <a:t>TARGET UNITS - 1000</a:t>
            </a:r>
            <a:endParaRPr b="1">
              <a:solidFill>
                <a:schemeClr val="dk1"/>
              </a:solidFill>
              <a:latin typeface="Kanit"/>
              <a:ea typeface="Kanit"/>
              <a:cs typeface="Kanit"/>
              <a:sym typeface="Kanit"/>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b="1" lang="en">
                <a:solidFill>
                  <a:schemeClr val="dk1"/>
                </a:solidFill>
                <a:latin typeface="Kanit"/>
                <a:ea typeface="Kanit"/>
                <a:cs typeface="Kanit"/>
                <a:sym typeface="Kanit"/>
              </a:rPr>
              <a:t>TARGET MARKET </a:t>
            </a:r>
            <a:endParaRPr b="1">
              <a:solidFill>
                <a:schemeClr val="dk1"/>
              </a:solidFill>
              <a:latin typeface="Kanit"/>
              <a:ea typeface="Kanit"/>
              <a:cs typeface="Kanit"/>
              <a:sym typeface="Kanit"/>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Primary - Utility Company</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Secondary - Municipality</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b="1" lang="en">
                <a:solidFill>
                  <a:schemeClr val="dk1"/>
                </a:solidFill>
                <a:latin typeface="Kanit"/>
                <a:ea typeface="Kanit"/>
                <a:cs typeface="Kanit"/>
                <a:sym typeface="Kanit"/>
              </a:rPr>
              <a:t>COMPETITOR ANALYSIS </a:t>
            </a:r>
            <a:endParaRPr b="1">
              <a:solidFill>
                <a:schemeClr val="dk1"/>
              </a:solidFill>
              <a:latin typeface="Kanit"/>
              <a:ea typeface="Kanit"/>
              <a:cs typeface="Kanit"/>
              <a:sym typeface="Kanit"/>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Sensus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Aquasight</a:t>
            </a:r>
            <a:endParaRPr sz="1200">
              <a:solidFill>
                <a:schemeClr val="dk1"/>
              </a:solidFill>
              <a:latin typeface="Roboto"/>
              <a:ea typeface="Roboto"/>
              <a:cs typeface="Roboto"/>
              <a:sym typeface="Roboto"/>
            </a:endParaRPr>
          </a:p>
          <a:p>
            <a:pPr indent="0" lvl="0" marL="45720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b="1" lang="en">
                <a:solidFill>
                  <a:schemeClr val="dk1"/>
                </a:solidFill>
                <a:latin typeface="Kanit"/>
                <a:ea typeface="Kanit"/>
                <a:cs typeface="Kanit"/>
                <a:sym typeface="Kanit"/>
              </a:rPr>
              <a:t>SALES CHANNELS</a:t>
            </a:r>
            <a:endParaRPr b="1">
              <a:solidFill>
                <a:schemeClr val="dk1"/>
              </a:solidFill>
              <a:latin typeface="Kanit"/>
              <a:ea typeface="Kanit"/>
              <a:cs typeface="Kanit"/>
              <a:sym typeface="Kanit"/>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Direct Sales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Partnerships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b="1" lang="en">
                <a:solidFill>
                  <a:schemeClr val="dk1"/>
                </a:solidFill>
                <a:latin typeface="Kanit"/>
                <a:ea typeface="Kanit"/>
                <a:cs typeface="Kanit"/>
                <a:sym typeface="Kanit"/>
              </a:rPr>
              <a:t>FORECASTING OUTPUTS </a:t>
            </a:r>
            <a:endParaRPr b="1">
              <a:solidFill>
                <a:schemeClr val="dk1"/>
              </a:solidFill>
              <a:latin typeface="Kanit"/>
              <a:ea typeface="Kanit"/>
              <a:cs typeface="Kanit"/>
              <a:sym typeface="Kanit"/>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Primary Market - 9000 target utilities &amp; 10% adoption</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Secondary Market - 1000 municipalities &amp; 1% adoption</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High Forecast —&gt; + 5%   &amp;  Low Forecast —&gt; -1%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
        <p:nvSpPr>
          <p:cNvPr id="899" name="Google Shape;899;p44"/>
          <p:cNvSpPr txBox="1"/>
          <p:nvPr/>
        </p:nvSpPr>
        <p:spPr>
          <a:xfrm>
            <a:off x="4775950" y="428375"/>
            <a:ext cx="4208100" cy="453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200">
              <a:solidFill>
                <a:schemeClr val="dk1"/>
              </a:solidFill>
              <a:latin typeface="Roboto"/>
              <a:ea typeface="Roboto"/>
              <a:cs typeface="Roboto"/>
              <a:sym typeface="Roboto"/>
            </a:endParaRPr>
          </a:p>
          <a:p>
            <a:pPr indent="0" lvl="0" marL="0" rtl="0" algn="ctr">
              <a:spcBef>
                <a:spcPts val="0"/>
              </a:spcBef>
              <a:spcAft>
                <a:spcPts val="0"/>
              </a:spcAft>
              <a:buNone/>
            </a:pPr>
            <a:r>
              <a:t/>
            </a:r>
            <a:endParaRPr b="1" sz="1200">
              <a:solidFill>
                <a:schemeClr val="dk1"/>
              </a:solidFill>
              <a:latin typeface="Roboto"/>
              <a:ea typeface="Roboto"/>
              <a:cs typeface="Roboto"/>
              <a:sym typeface="Roboto"/>
            </a:endParaRPr>
          </a:p>
          <a:p>
            <a:pPr indent="0" lvl="0" marL="0" rtl="0" algn="l">
              <a:spcBef>
                <a:spcPts val="0"/>
              </a:spcBef>
              <a:spcAft>
                <a:spcPts val="0"/>
              </a:spcAft>
              <a:buNone/>
            </a:pPr>
            <a:r>
              <a:rPr b="1" lang="en" sz="1800">
                <a:solidFill>
                  <a:schemeClr val="dk1"/>
                </a:solidFill>
                <a:latin typeface="Kanit"/>
                <a:ea typeface="Kanit"/>
                <a:cs typeface="Kanit"/>
                <a:sym typeface="Kanit"/>
              </a:rPr>
              <a:t>OPERATIONS</a:t>
            </a:r>
            <a:endParaRPr b="1" sz="1800">
              <a:solidFill>
                <a:schemeClr val="dk1"/>
              </a:solidFill>
              <a:latin typeface="Kanit"/>
              <a:ea typeface="Kanit"/>
              <a:cs typeface="Kanit"/>
              <a:sym typeface="Kanit"/>
            </a:endParaRPr>
          </a:p>
          <a:p>
            <a:pPr indent="0" lvl="0" marL="0" rtl="0" algn="ctr">
              <a:spcBef>
                <a:spcPts val="0"/>
              </a:spcBef>
              <a:spcAft>
                <a:spcPts val="0"/>
              </a:spcAft>
              <a:buNone/>
            </a:pPr>
            <a:r>
              <a:t/>
            </a:r>
            <a:endParaRPr b="1" sz="1200">
              <a:solidFill>
                <a:schemeClr val="dk1"/>
              </a:solidFill>
              <a:latin typeface="Roboto"/>
              <a:ea typeface="Roboto"/>
              <a:cs typeface="Roboto"/>
              <a:sym typeface="Roboto"/>
            </a:endParaRPr>
          </a:p>
          <a:p>
            <a:pPr indent="0" lvl="0" marL="0" rtl="0" algn="l">
              <a:spcBef>
                <a:spcPts val="0"/>
              </a:spcBef>
              <a:spcAft>
                <a:spcPts val="0"/>
              </a:spcAft>
              <a:buNone/>
            </a:pPr>
            <a:r>
              <a:rPr b="1" lang="en">
                <a:solidFill>
                  <a:schemeClr val="dk1"/>
                </a:solidFill>
                <a:latin typeface="Kanit"/>
                <a:ea typeface="Kanit"/>
                <a:cs typeface="Kanit"/>
                <a:sym typeface="Kanit"/>
              </a:rPr>
              <a:t>CAPACITY AND CAPABILITY PLANNING</a:t>
            </a:r>
            <a:endParaRPr b="1">
              <a:solidFill>
                <a:schemeClr val="dk1"/>
              </a:solidFill>
              <a:latin typeface="Kanit"/>
              <a:ea typeface="Kanit"/>
              <a:cs typeface="Kanit"/>
              <a:sym typeface="Kanit"/>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3 - 5 additional software developers.</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Upgrade server infrastructure.</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Secure a partnership with a cloud service provider.</a:t>
            </a:r>
            <a:endParaRPr sz="1200">
              <a:latin typeface="Roboto"/>
              <a:ea typeface="Roboto"/>
              <a:cs typeface="Roboto"/>
              <a:sym typeface="Roboto"/>
            </a:endParaRPr>
          </a:p>
          <a:p>
            <a:pPr indent="0" lvl="0" marL="457200" rtl="0" algn="l">
              <a:lnSpc>
                <a:spcPct val="115000"/>
              </a:lnSpc>
              <a:spcBef>
                <a:spcPts val="0"/>
              </a:spcBef>
              <a:spcAft>
                <a:spcPts val="0"/>
              </a:spcAft>
              <a:buNone/>
            </a:pPr>
            <a:r>
              <a:t/>
            </a:r>
            <a:endParaRPr sz="1200">
              <a:latin typeface="Roboto"/>
              <a:ea typeface="Roboto"/>
              <a:cs typeface="Roboto"/>
              <a:sym typeface="Roboto"/>
            </a:endParaRPr>
          </a:p>
          <a:p>
            <a:pPr indent="0" lvl="0" marL="0" rtl="0" algn="l">
              <a:spcBef>
                <a:spcPts val="0"/>
              </a:spcBef>
              <a:spcAft>
                <a:spcPts val="0"/>
              </a:spcAft>
              <a:buNone/>
            </a:pPr>
            <a:r>
              <a:rPr b="1" lang="en">
                <a:solidFill>
                  <a:schemeClr val="dk1"/>
                </a:solidFill>
                <a:latin typeface="Kanit"/>
                <a:ea typeface="Kanit"/>
                <a:cs typeface="Kanit"/>
                <a:sym typeface="Kanit"/>
              </a:rPr>
              <a:t>MASTER PRODUCTION SCHEDULE</a:t>
            </a:r>
            <a:endParaRPr b="1">
              <a:solidFill>
                <a:schemeClr val="dk1"/>
              </a:solidFill>
              <a:latin typeface="Kanit"/>
              <a:ea typeface="Kanit"/>
              <a:cs typeface="Kanit"/>
              <a:sym typeface="Kanit"/>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Schedule sensor procurement based on confirmed customer orders. (2 month lead time)</a:t>
            </a:r>
            <a:endParaRPr sz="1200">
              <a:latin typeface="Roboto"/>
              <a:ea typeface="Roboto"/>
              <a:cs typeface="Roboto"/>
              <a:sym typeface="Roboto"/>
            </a:endParaRPr>
          </a:p>
          <a:p>
            <a:pPr indent="0" lvl="0" marL="457200" rtl="0" algn="l">
              <a:lnSpc>
                <a:spcPct val="115000"/>
              </a:lnSpc>
              <a:spcBef>
                <a:spcPts val="0"/>
              </a:spcBef>
              <a:spcAft>
                <a:spcPts val="0"/>
              </a:spcAft>
              <a:buNone/>
            </a:pPr>
            <a:r>
              <a:t/>
            </a:r>
            <a:endParaRPr sz="1200">
              <a:latin typeface="Roboto"/>
              <a:ea typeface="Roboto"/>
              <a:cs typeface="Roboto"/>
              <a:sym typeface="Roboto"/>
            </a:endParaRPr>
          </a:p>
          <a:p>
            <a:pPr indent="0" lvl="0" marL="0" rtl="0" algn="l">
              <a:lnSpc>
                <a:spcPct val="115000"/>
              </a:lnSpc>
              <a:spcBef>
                <a:spcPts val="0"/>
              </a:spcBef>
              <a:spcAft>
                <a:spcPts val="0"/>
              </a:spcAft>
              <a:buNone/>
            </a:pPr>
            <a:r>
              <a:rPr b="1" lang="en">
                <a:latin typeface="Kanit"/>
                <a:ea typeface="Kanit"/>
                <a:cs typeface="Kanit"/>
                <a:sym typeface="Kanit"/>
              </a:rPr>
              <a:t>DETAILED PLANNING AND EXECUTION</a:t>
            </a:r>
            <a:endParaRPr b="1">
              <a:latin typeface="Kanit"/>
              <a:ea typeface="Kanit"/>
              <a:cs typeface="Kanit"/>
              <a:sym typeface="Kanit"/>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Develop detailed project plans for customer deployment, with a 4-week window from contract signing / installation / training.</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Execute deployments according to the established plan, with a target 95% on-time completion rate.</a:t>
            </a:r>
            <a:endParaRPr sz="1200">
              <a:latin typeface="Roboto"/>
              <a:ea typeface="Roboto"/>
              <a:cs typeface="Roboto"/>
              <a:sym typeface="Roboto"/>
            </a:endParaRPr>
          </a:p>
        </p:txBody>
      </p:sp>
      <p:sp>
        <p:nvSpPr>
          <p:cNvPr id="900" name="Google Shape;900;p44"/>
          <p:cNvSpPr txBox="1"/>
          <p:nvPr/>
        </p:nvSpPr>
        <p:spPr>
          <a:xfrm>
            <a:off x="1847950" y="54375"/>
            <a:ext cx="7136100" cy="6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dk1"/>
                </a:solidFill>
                <a:latin typeface="Kanit"/>
                <a:ea typeface="Kanit"/>
                <a:cs typeface="Kanit"/>
                <a:sym typeface="Kanit"/>
              </a:rPr>
              <a:t>SALES &amp; OPERATIONS PLANNING </a:t>
            </a:r>
            <a:endParaRPr b="1" sz="3000">
              <a:solidFill>
                <a:schemeClr val="dk1"/>
              </a:solidFill>
              <a:latin typeface="Kanit"/>
              <a:ea typeface="Kanit"/>
              <a:cs typeface="Kanit"/>
              <a:sym typeface="Kanit"/>
            </a:endParaRPr>
          </a:p>
        </p:txBody>
      </p:sp>
      <p:pic>
        <p:nvPicPr>
          <p:cNvPr id="901" name="Google Shape;901;p44"/>
          <p:cNvPicPr preferRelativeResize="0"/>
          <p:nvPr/>
        </p:nvPicPr>
        <p:blipFill>
          <a:blip r:embed="rId3">
            <a:alphaModFix/>
          </a:blip>
          <a:stretch>
            <a:fillRect/>
          </a:stretch>
        </p:blipFill>
        <p:spPr>
          <a:xfrm>
            <a:off x="2369825" y="941125"/>
            <a:ext cx="2459023" cy="2941798"/>
          </a:xfrm>
          <a:prstGeom prst="rect">
            <a:avLst/>
          </a:prstGeom>
          <a:noFill/>
          <a:ln>
            <a:noFill/>
          </a:ln>
        </p:spPr>
      </p:pic>
      <p:sp>
        <p:nvSpPr>
          <p:cNvPr id="902" name="Google Shape;902;p44"/>
          <p:cNvSpPr txBox="1"/>
          <p:nvPr/>
        </p:nvSpPr>
        <p:spPr>
          <a:xfrm>
            <a:off x="6842175" y="4608500"/>
            <a:ext cx="20349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Shruti</a:t>
            </a:r>
            <a:endParaRPr sz="12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45"/>
          <p:cNvSpPr txBox="1"/>
          <p:nvPr/>
        </p:nvSpPr>
        <p:spPr>
          <a:xfrm>
            <a:off x="268600" y="635050"/>
            <a:ext cx="5872200" cy="426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a:latin typeface="Kanit"/>
                <a:ea typeface="Kanit"/>
                <a:cs typeface="Kanit"/>
                <a:sym typeface="Kanit"/>
              </a:rPr>
              <a:t>MARKETING AND SALES</a:t>
            </a:r>
            <a:endParaRPr b="1">
              <a:latin typeface="Kanit"/>
              <a:ea typeface="Kanit"/>
              <a:cs typeface="Kanit"/>
              <a:sym typeface="Kanit"/>
            </a:endParaRPr>
          </a:p>
          <a:p>
            <a:pPr indent="-304800" lvl="0" marL="457200" rtl="0" algn="l">
              <a:lnSpc>
                <a:spcPct val="115000"/>
              </a:lnSpc>
              <a:spcBef>
                <a:spcPts val="600"/>
              </a:spcBef>
              <a:spcAft>
                <a:spcPts val="0"/>
              </a:spcAft>
              <a:buSzPts val="1200"/>
              <a:buFont typeface="Roboto"/>
              <a:buChar char="●"/>
            </a:pPr>
            <a:r>
              <a:rPr lang="en" sz="1200">
                <a:latin typeface="Roboto"/>
                <a:ea typeface="Roboto"/>
                <a:cs typeface="Roboto"/>
                <a:sym typeface="Roboto"/>
              </a:rPr>
              <a:t>Develop case studies showcasing successful pilot deployments.</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Train the sales team to highlight AquaChain's USP.</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Identify and qualify 70 potential customers through events.</a:t>
            </a:r>
            <a:endParaRPr sz="1200">
              <a:latin typeface="Roboto"/>
              <a:ea typeface="Roboto"/>
              <a:cs typeface="Roboto"/>
              <a:sym typeface="Roboto"/>
            </a:endParaRPr>
          </a:p>
          <a:p>
            <a:pPr indent="0" lvl="0" marL="0" rtl="0" algn="l">
              <a:lnSpc>
                <a:spcPct val="115000"/>
              </a:lnSpc>
              <a:spcBef>
                <a:spcPts val="1600"/>
              </a:spcBef>
              <a:spcAft>
                <a:spcPts val="0"/>
              </a:spcAft>
              <a:buNone/>
            </a:pPr>
            <a:r>
              <a:rPr b="1" lang="en">
                <a:latin typeface="Kanit"/>
                <a:ea typeface="Kanit"/>
                <a:cs typeface="Kanit"/>
                <a:sym typeface="Kanit"/>
              </a:rPr>
              <a:t>PILOT DEPLOYMENTS</a:t>
            </a:r>
            <a:endParaRPr b="1">
              <a:latin typeface="Kanit"/>
              <a:ea typeface="Kanit"/>
              <a:cs typeface="Kanit"/>
              <a:sym typeface="Kanit"/>
            </a:endParaRPr>
          </a:p>
          <a:p>
            <a:pPr indent="-304800" lvl="0" marL="457200" rtl="0" algn="l">
              <a:lnSpc>
                <a:spcPct val="115000"/>
              </a:lnSpc>
              <a:spcBef>
                <a:spcPts val="400"/>
              </a:spcBef>
              <a:spcAft>
                <a:spcPts val="0"/>
              </a:spcAft>
              <a:buSzPts val="1200"/>
              <a:buFont typeface="Roboto"/>
              <a:buChar char="●"/>
            </a:pPr>
            <a:r>
              <a:rPr lang="en" sz="1200">
                <a:latin typeface="Roboto"/>
                <a:ea typeface="Roboto"/>
                <a:cs typeface="Roboto"/>
                <a:sym typeface="Roboto"/>
              </a:rPr>
              <a:t>Secure 5 pilot deployments with utility companies.</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Collaborate with partners to implement AquaChain.</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Gather feedback through user surveys with high satisfaction rate.</a:t>
            </a:r>
            <a:endParaRPr sz="1200">
              <a:latin typeface="Roboto"/>
              <a:ea typeface="Roboto"/>
              <a:cs typeface="Roboto"/>
              <a:sym typeface="Roboto"/>
            </a:endParaRPr>
          </a:p>
          <a:p>
            <a:pPr indent="0" lvl="0" marL="0" rtl="0" algn="l">
              <a:lnSpc>
                <a:spcPct val="115000"/>
              </a:lnSpc>
              <a:spcBef>
                <a:spcPts val="1600"/>
              </a:spcBef>
              <a:spcAft>
                <a:spcPts val="0"/>
              </a:spcAft>
              <a:buNone/>
            </a:pPr>
            <a:r>
              <a:rPr b="1" lang="en">
                <a:latin typeface="Kanit"/>
                <a:ea typeface="Kanit"/>
                <a:cs typeface="Kanit"/>
                <a:sym typeface="Kanit"/>
              </a:rPr>
              <a:t>PRODUCT DEVELOPMENT AND IMPROVEMENT</a:t>
            </a:r>
            <a:endParaRPr b="1">
              <a:latin typeface="Kanit"/>
              <a:ea typeface="Kanit"/>
              <a:cs typeface="Kanit"/>
              <a:sym typeface="Kanit"/>
            </a:endParaRPr>
          </a:p>
          <a:p>
            <a:pPr indent="-304800" lvl="0" marL="457200" rtl="0" algn="l">
              <a:lnSpc>
                <a:spcPct val="115000"/>
              </a:lnSpc>
              <a:spcBef>
                <a:spcPts val="400"/>
              </a:spcBef>
              <a:spcAft>
                <a:spcPts val="0"/>
              </a:spcAft>
              <a:buSzPts val="1200"/>
              <a:buFont typeface="Roboto"/>
              <a:buChar char="●"/>
            </a:pPr>
            <a:r>
              <a:rPr lang="en" sz="1200">
                <a:latin typeface="Roboto"/>
                <a:ea typeface="Roboto"/>
                <a:cs typeface="Roboto"/>
                <a:sym typeface="Roboto"/>
              </a:rPr>
              <a:t>Integrate a new feature - leak detection.</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Develop a mobile app for real-time monitoring.</a:t>
            </a:r>
            <a:endParaRPr sz="1200">
              <a:latin typeface="Roboto"/>
              <a:ea typeface="Roboto"/>
              <a:cs typeface="Roboto"/>
              <a:sym typeface="Roboto"/>
            </a:endParaRPr>
          </a:p>
          <a:p>
            <a:pPr indent="0" lvl="0" marL="0" rtl="0" algn="l">
              <a:lnSpc>
                <a:spcPct val="115000"/>
              </a:lnSpc>
              <a:spcBef>
                <a:spcPts val="1600"/>
              </a:spcBef>
              <a:spcAft>
                <a:spcPts val="0"/>
              </a:spcAft>
              <a:buNone/>
            </a:pPr>
            <a:r>
              <a:rPr b="1" lang="en">
                <a:latin typeface="Kanit"/>
                <a:ea typeface="Kanit"/>
                <a:cs typeface="Kanit"/>
                <a:sym typeface="Kanit"/>
              </a:rPr>
              <a:t>CUSTOMER ONBOARDING AND SUPPORT</a:t>
            </a:r>
            <a:endParaRPr b="1">
              <a:latin typeface="Kanit"/>
              <a:ea typeface="Kanit"/>
              <a:cs typeface="Kanit"/>
              <a:sym typeface="Kanit"/>
            </a:endParaRPr>
          </a:p>
          <a:p>
            <a:pPr indent="-304800" lvl="0" marL="457200" rtl="0" algn="l">
              <a:lnSpc>
                <a:spcPct val="115000"/>
              </a:lnSpc>
              <a:spcBef>
                <a:spcPts val="400"/>
              </a:spcBef>
              <a:spcAft>
                <a:spcPts val="0"/>
              </a:spcAft>
              <a:buSzPts val="1200"/>
              <a:buFont typeface="Roboto"/>
              <a:buChar char="●"/>
            </a:pPr>
            <a:r>
              <a:rPr lang="en" sz="1200">
                <a:latin typeface="Roboto"/>
                <a:ea typeface="Roboto"/>
                <a:cs typeface="Roboto"/>
                <a:sym typeface="Roboto"/>
              </a:rPr>
              <a:t>Develop a streamlined onboarding process.</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Establish a dedicated customer support team.</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Conduct in-person training sessions for key customer personnel.</a:t>
            </a:r>
            <a:endParaRPr sz="1200">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
        <p:nvSpPr>
          <p:cNvPr id="908" name="Google Shape;908;p45"/>
          <p:cNvSpPr txBox="1"/>
          <p:nvPr/>
        </p:nvSpPr>
        <p:spPr>
          <a:xfrm>
            <a:off x="2231375" y="210975"/>
            <a:ext cx="4404000" cy="37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dk1"/>
                </a:solidFill>
                <a:latin typeface="Kanit"/>
                <a:ea typeface="Kanit"/>
                <a:cs typeface="Kanit"/>
                <a:sym typeface="Kanit"/>
              </a:rPr>
              <a:t>KEY INITIATIVES</a:t>
            </a:r>
            <a:endParaRPr b="1" sz="2000">
              <a:solidFill>
                <a:schemeClr val="dk1"/>
              </a:solidFill>
              <a:latin typeface="Kanit"/>
              <a:ea typeface="Kanit"/>
              <a:cs typeface="Kanit"/>
              <a:sym typeface="Kanit"/>
            </a:endParaRPr>
          </a:p>
        </p:txBody>
      </p:sp>
      <p:pic>
        <p:nvPicPr>
          <p:cNvPr id="909" name="Google Shape;909;p45"/>
          <p:cNvPicPr preferRelativeResize="0"/>
          <p:nvPr/>
        </p:nvPicPr>
        <p:blipFill>
          <a:blip r:embed="rId3">
            <a:alphaModFix/>
          </a:blip>
          <a:stretch>
            <a:fillRect/>
          </a:stretch>
        </p:blipFill>
        <p:spPr>
          <a:xfrm>
            <a:off x="5237375" y="635050"/>
            <a:ext cx="3841626" cy="3973451"/>
          </a:xfrm>
          <a:prstGeom prst="rect">
            <a:avLst/>
          </a:prstGeom>
          <a:noFill/>
          <a:ln>
            <a:noFill/>
          </a:ln>
        </p:spPr>
      </p:pic>
      <p:sp>
        <p:nvSpPr>
          <p:cNvPr id="910" name="Google Shape;910;p45"/>
          <p:cNvSpPr txBox="1"/>
          <p:nvPr/>
        </p:nvSpPr>
        <p:spPr>
          <a:xfrm>
            <a:off x="7407500" y="4695475"/>
            <a:ext cx="13608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Shruti</a:t>
            </a:r>
            <a:endParaRPr sz="12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46"/>
          <p:cNvSpPr txBox="1"/>
          <p:nvPr>
            <p:ph type="title"/>
          </p:nvPr>
        </p:nvSpPr>
        <p:spPr>
          <a:xfrm>
            <a:off x="4331776" y="1973301"/>
            <a:ext cx="4098900" cy="1626600"/>
          </a:xfrm>
          <a:prstGeom prst="rect">
            <a:avLst/>
          </a:prstGeom>
          <a:noFill/>
          <a:ln>
            <a:noFill/>
          </a:ln>
        </p:spPr>
        <p:txBody>
          <a:bodyPr anchorCtr="0" anchor="t" bIns="91425" lIns="91425" spcFirstLastPara="1" rIns="91425" wrap="square" tIns="91425">
            <a:noAutofit/>
          </a:bodyPr>
          <a:lstStyle/>
          <a:p>
            <a:pPr indent="0" lvl="0" marL="0" rtl="0" algn="r">
              <a:lnSpc>
                <a:spcPct val="90000"/>
              </a:lnSpc>
              <a:spcBef>
                <a:spcPts val="0"/>
              </a:spcBef>
              <a:spcAft>
                <a:spcPts val="0"/>
              </a:spcAft>
              <a:buClr>
                <a:srgbClr val="EDEDED"/>
              </a:buClr>
              <a:buSzPts val="3600"/>
              <a:buFont typeface="Corbel"/>
              <a:buNone/>
            </a:pPr>
            <a:r>
              <a:rPr lang="en"/>
              <a:t>Material Requirement Planning </a:t>
            </a:r>
            <a:endParaRPr/>
          </a:p>
        </p:txBody>
      </p:sp>
      <p:sp>
        <p:nvSpPr>
          <p:cNvPr id="916" name="Google Shape;916;p46"/>
          <p:cNvSpPr txBox="1"/>
          <p:nvPr>
            <p:ph idx="2" type="title"/>
          </p:nvPr>
        </p:nvSpPr>
        <p:spPr>
          <a:xfrm>
            <a:off x="6672020" y="539507"/>
            <a:ext cx="1758900" cy="12801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Clr>
                <a:schemeClr val="lt1"/>
              </a:buClr>
              <a:buSzPts val="6000"/>
              <a:buFont typeface="Corbel"/>
              <a:buNone/>
            </a:pPr>
            <a:r>
              <a:rPr lang="en"/>
              <a:t>03</a:t>
            </a:r>
            <a:endParaRPr/>
          </a:p>
        </p:txBody>
      </p:sp>
      <p:sp>
        <p:nvSpPr>
          <p:cNvPr id="917" name="Google Shape;917;p46"/>
          <p:cNvSpPr txBox="1"/>
          <p:nvPr/>
        </p:nvSpPr>
        <p:spPr>
          <a:xfrm>
            <a:off x="455950" y="549825"/>
            <a:ext cx="4150200" cy="38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100">
              <a:solidFill>
                <a:srgbClr val="EDEDED"/>
              </a:solidFill>
              <a:latin typeface="Corbel"/>
              <a:ea typeface="Corbel"/>
              <a:cs typeface="Corbel"/>
              <a:sym typeface="Corbel"/>
            </a:endParaRPr>
          </a:p>
        </p:txBody>
      </p:sp>
      <p:pic>
        <p:nvPicPr>
          <p:cNvPr id="918" name="Google Shape;918;p46"/>
          <p:cNvPicPr preferRelativeResize="0"/>
          <p:nvPr/>
        </p:nvPicPr>
        <p:blipFill rotWithShape="1">
          <a:blip r:embed="rId3">
            <a:alphaModFix/>
          </a:blip>
          <a:srcRect b="12104" l="0" r="0" t="12097"/>
          <a:stretch/>
        </p:blipFill>
        <p:spPr>
          <a:xfrm>
            <a:off x="256399" y="232100"/>
            <a:ext cx="4349750" cy="4396098"/>
          </a:xfrm>
          <a:prstGeom prst="rect">
            <a:avLst/>
          </a:prstGeom>
          <a:noFill/>
          <a:ln>
            <a:noFill/>
          </a:ln>
        </p:spPr>
      </p:pic>
      <p:sp>
        <p:nvSpPr>
          <p:cNvPr id="919" name="Google Shape;919;p46"/>
          <p:cNvSpPr txBox="1"/>
          <p:nvPr/>
        </p:nvSpPr>
        <p:spPr>
          <a:xfrm>
            <a:off x="6842175" y="4608500"/>
            <a:ext cx="20349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William</a:t>
            </a:r>
            <a:endParaRPr sz="1200">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47"/>
          <p:cNvSpPr txBox="1"/>
          <p:nvPr>
            <p:ph type="title"/>
          </p:nvPr>
        </p:nvSpPr>
        <p:spPr>
          <a:xfrm>
            <a:off x="673575" y="1069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rgbClr val="EDEDED"/>
              </a:buClr>
              <a:buSzPts val="3000"/>
              <a:buFont typeface="Corbel"/>
              <a:buNone/>
            </a:pPr>
            <a:r>
              <a:rPr lang="en"/>
              <a:t>Master Production Schedule</a:t>
            </a:r>
            <a:r>
              <a:rPr lang="en"/>
              <a:t> </a:t>
            </a:r>
            <a:endParaRPr/>
          </a:p>
        </p:txBody>
      </p:sp>
      <p:pic>
        <p:nvPicPr>
          <p:cNvPr id="925" name="Google Shape;925;p47"/>
          <p:cNvPicPr preferRelativeResize="0"/>
          <p:nvPr/>
        </p:nvPicPr>
        <p:blipFill>
          <a:blip r:embed="rId3">
            <a:alphaModFix/>
          </a:blip>
          <a:stretch>
            <a:fillRect/>
          </a:stretch>
        </p:blipFill>
        <p:spPr>
          <a:xfrm>
            <a:off x="1143000" y="1430750"/>
            <a:ext cx="6858000" cy="3419475"/>
          </a:xfrm>
          <a:prstGeom prst="rect">
            <a:avLst/>
          </a:prstGeom>
          <a:noFill/>
          <a:ln>
            <a:noFill/>
          </a:ln>
        </p:spPr>
      </p:pic>
      <p:sp>
        <p:nvSpPr>
          <p:cNvPr id="926" name="Google Shape;926;p47"/>
          <p:cNvSpPr txBox="1"/>
          <p:nvPr/>
        </p:nvSpPr>
        <p:spPr>
          <a:xfrm>
            <a:off x="252450" y="702400"/>
            <a:ext cx="8816700" cy="554100"/>
          </a:xfrm>
          <a:prstGeom prst="rect">
            <a:avLst/>
          </a:prstGeom>
          <a:solidFill>
            <a:srgbClr val="D0E0E3"/>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1F1F1F"/>
                </a:solidFill>
                <a:latin typeface="Roboto"/>
                <a:ea typeface="Roboto"/>
                <a:cs typeface="Roboto"/>
                <a:sym typeface="Roboto"/>
              </a:rPr>
              <a:t>In the case where our customers are not equipped with smart meters, the Master Schedule shown below will serve as our internal operating plan to </a:t>
            </a:r>
            <a:r>
              <a:rPr lang="en" sz="1200">
                <a:solidFill>
                  <a:srgbClr val="1F1F1F"/>
                </a:solidFill>
                <a:latin typeface="Roboto"/>
                <a:ea typeface="Roboto"/>
                <a:cs typeface="Roboto"/>
                <a:sym typeface="Roboto"/>
              </a:rPr>
              <a:t>fulfill</a:t>
            </a:r>
            <a:r>
              <a:rPr lang="en" sz="1200">
                <a:solidFill>
                  <a:srgbClr val="1F1F1F"/>
                </a:solidFill>
                <a:latin typeface="Roboto"/>
                <a:ea typeface="Roboto"/>
                <a:cs typeface="Roboto"/>
                <a:sym typeface="Roboto"/>
              </a:rPr>
              <a:t> customer demands. </a:t>
            </a:r>
            <a:endParaRPr sz="1200">
              <a:solidFill>
                <a:schemeClr val="dk1"/>
              </a:solidFill>
              <a:latin typeface="Roboto"/>
              <a:ea typeface="Roboto"/>
              <a:cs typeface="Roboto"/>
              <a:sym typeface="Roboto"/>
            </a:endParaRPr>
          </a:p>
        </p:txBody>
      </p:sp>
      <p:pic>
        <p:nvPicPr>
          <p:cNvPr id="927" name="Google Shape;927;p47" title="Master Schedule.mp3">
            <a:hlinkClick r:id="rId4"/>
          </p:cNvPr>
          <p:cNvPicPr preferRelativeResize="0"/>
          <p:nvPr/>
        </p:nvPicPr>
        <p:blipFill>
          <a:blip r:embed="rId5">
            <a:alphaModFix/>
          </a:blip>
          <a:stretch>
            <a:fillRect/>
          </a:stretch>
        </p:blipFill>
        <p:spPr>
          <a:xfrm>
            <a:off x="8153400" y="1408900"/>
            <a:ext cx="457200" cy="457200"/>
          </a:xfrm>
          <a:prstGeom prst="rect">
            <a:avLst/>
          </a:prstGeom>
          <a:noFill/>
          <a:ln>
            <a:noFill/>
          </a:ln>
        </p:spPr>
      </p:pic>
      <p:sp>
        <p:nvSpPr>
          <p:cNvPr id="928" name="Google Shape;928;p47"/>
          <p:cNvSpPr txBox="1"/>
          <p:nvPr/>
        </p:nvSpPr>
        <p:spPr>
          <a:xfrm>
            <a:off x="6972175" y="4774200"/>
            <a:ext cx="20349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William</a:t>
            </a:r>
            <a:endParaRPr sz="1200">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48"/>
          <p:cNvSpPr txBox="1"/>
          <p:nvPr>
            <p:ph type="title"/>
          </p:nvPr>
        </p:nvSpPr>
        <p:spPr>
          <a:xfrm>
            <a:off x="673575" y="307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rgbClr val="EDEDED"/>
              </a:buClr>
              <a:buSzPts val="3000"/>
              <a:buFont typeface="Corbel"/>
              <a:buNone/>
            </a:pPr>
            <a:r>
              <a:rPr lang="en"/>
              <a:t>Bill of Materials</a:t>
            </a:r>
            <a:endParaRPr/>
          </a:p>
        </p:txBody>
      </p:sp>
      <p:sp>
        <p:nvSpPr>
          <p:cNvPr id="934" name="Google Shape;934;p48"/>
          <p:cNvSpPr txBox="1"/>
          <p:nvPr/>
        </p:nvSpPr>
        <p:spPr>
          <a:xfrm>
            <a:off x="252450" y="626200"/>
            <a:ext cx="8816700" cy="738900"/>
          </a:xfrm>
          <a:prstGeom prst="rect">
            <a:avLst/>
          </a:prstGeom>
          <a:solidFill>
            <a:srgbClr val="D0E0E3"/>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1F1F1F"/>
                </a:solidFill>
                <a:latin typeface="Roboto"/>
                <a:ea typeface="Roboto"/>
                <a:cs typeface="Roboto"/>
                <a:sym typeface="Roboto"/>
              </a:rPr>
              <a:t>In the scenario where we need to act as the final integrator of subassemblies, the corresponding lead times for the items shown on the BOM will ensure OTD of materials. The inventory of these materials will be monitored by our MRP system to generate demand and subsequent POs. </a:t>
            </a:r>
            <a:endParaRPr sz="1200">
              <a:solidFill>
                <a:schemeClr val="dk1"/>
              </a:solidFill>
              <a:latin typeface="Roboto"/>
              <a:ea typeface="Roboto"/>
              <a:cs typeface="Roboto"/>
              <a:sym typeface="Roboto"/>
            </a:endParaRPr>
          </a:p>
        </p:txBody>
      </p:sp>
      <p:pic>
        <p:nvPicPr>
          <p:cNvPr id="935" name="Google Shape;935;p48"/>
          <p:cNvPicPr preferRelativeResize="0"/>
          <p:nvPr/>
        </p:nvPicPr>
        <p:blipFill>
          <a:blip r:embed="rId3">
            <a:alphaModFix/>
          </a:blip>
          <a:stretch>
            <a:fillRect/>
          </a:stretch>
        </p:blipFill>
        <p:spPr>
          <a:xfrm>
            <a:off x="2415375" y="1464075"/>
            <a:ext cx="4415194" cy="3633925"/>
          </a:xfrm>
          <a:prstGeom prst="rect">
            <a:avLst/>
          </a:prstGeom>
          <a:noFill/>
          <a:ln>
            <a:noFill/>
          </a:ln>
        </p:spPr>
      </p:pic>
      <p:pic>
        <p:nvPicPr>
          <p:cNvPr id="936" name="Google Shape;936;p48" title="Bill of Materials.mp3">
            <a:hlinkClick r:id="rId4"/>
          </p:cNvPr>
          <p:cNvPicPr preferRelativeResize="0"/>
          <p:nvPr/>
        </p:nvPicPr>
        <p:blipFill>
          <a:blip r:embed="rId5">
            <a:alphaModFix/>
          </a:blip>
          <a:stretch>
            <a:fillRect/>
          </a:stretch>
        </p:blipFill>
        <p:spPr>
          <a:xfrm>
            <a:off x="152400" y="1517500"/>
            <a:ext cx="457200" cy="457200"/>
          </a:xfrm>
          <a:prstGeom prst="rect">
            <a:avLst/>
          </a:prstGeom>
          <a:noFill/>
          <a:ln>
            <a:noFill/>
          </a:ln>
        </p:spPr>
      </p:pic>
      <p:sp>
        <p:nvSpPr>
          <p:cNvPr id="937" name="Google Shape;937;p48"/>
          <p:cNvSpPr txBox="1"/>
          <p:nvPr/>
        </p:nvSpPr>
        <p:spPr>
          <a:xfrm>
            <a:off x="7185700" y="4682775"/>
            <a:ext cx="20349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William</a:t>
            </a:r>
            <a:endParaRPr sz="1200">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49"/>
          <p:cNvSpPr txBox="1"/>
          <p:nvPr>
            <p:ph type="title"/>
          </p:nvPr>
        </p:nvSpPr>
        <p:spPr>
          <a:xfrm>
            <a:off x="4572000" y="1973301"/>
            <a:ext cx="4021800" cy="1626600"/>
          </a:xfrm>
          <a:prstGeom prst="rect">
            <a:avLst/>
          </a:prstGeom>
          <a:noFill/>
          <a:ln>
            <a:noFill/>
          </a:ln>
        </p:spPr>
        <p:txBody>
          <a:bodyPr anchorCtr="0" anchor="t" bIns="91425" lIns="91425" spcFirstLastPara="1" rIns="91425" wrap="square" tIns="91425">
            <a:noAutofit/>
          </a:bodyPr>
          <a:lstStyle/>
          <a:p>
            <a:pPr indent="0" lvl="0" marL="0" rtl="0" algn="r">
              <a:lnSpc>
                <a:spcPct val="90000"/>
              </a:lnSpc>
              <a:spcBef>
                <a:spcPts val="0"/>
              </a:spcBef>
              <a:spcAft>
                <a:spcPts val="0"/>
              </a:spcAft>
              <a:buClr>
                <a:srgbClr val="EDEDED"/>
              </a:buClr>
              <a:buSzPts val="3600"/>
              <a:buFont typeface="Corbel"/>
              <a:buNone/>
            </a:pPr>
            <a:r>
              <a:rPr lang="en"/>
              <a:t>Enterprise Resource Planning </a:t>
            </a:r>
            <a:endParaRPr/>
          </a:p>
        </p:txBody>
      </p:sp>
      <p:sp>
        <p:nvSpPr>
          <p:cNvPr id="943" name="Google Shape;943;p49"/>
          <p:cNvSpPr txBox="1"/>
          <p:nvPr>
            <p:ph idx="2" type="title"/>
          </p:nvPr>
        </p:nvSpPr>
        <p:spPr>
          <a:xfrm>
            <a:off x="6695268" y="539507"/>
            <a:ext cx="1735500" cy="12801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Clr>
                <a:schemeClr val="lt1"/>
              </a:buClr>
              <a:buSzPts val="6000"/>
              <a:buFont typeface="Corbel"/>
              <a:buNone/>
            </a:pPr>
            <a:r>
              <a:rPr lang="en"/>
              <a:t>04</a:t>
            </a:r>
            <a:endParaRPr/>
          </a:p>
        </p:txBody>
      </p:sp>
      <p:pic>
        <p:nvPicPr>
          <p:cNvPr id="944" name="Google Shape;944;p49"/>
          <p:cNvPicPr preferRelativeResize="0"/>
          <p:nvPr/>
        </p:nvPicPr>
        <p:blipFill rotWithShape="1">
          <a:blip r:embed="rId3">
            <a:alphaModFix/>
          </a:blip>
          <a:srcRect b="11685" l="0" r="0" t="11685"/>
          <a:stretch/>
        </p:blipFill>
        <p:spPr>
          <a:xfrm>
            <a:off x="238640" y="441702"/>
            <a:ext cx="5086611" cy="3897824"/>
          </a:xfrm>
          <a:prstGeom prst="rect">
            <a:avLst/>
          </a:prstGeom>
          <a:noFill/>
          <a:ln>
            <a:noFill/>
          </a:ln>
        </p:spPr>
      </p:pic>
      <p:sp>
        <p:nvSpPr>
          <p:cNvPr id="945" name="Google Shape;945;p49"/>
          <p:cNvSpPr txBox="1"/>
          <p:nvPr/>
        </p:nvSpPr>
        <p:spPr>
          <a:xfrm>
            <a:off x="6842175" y="4774200"/>
            <a:ext cx="20349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Rachana</a:t>
            </a:r>
            <a:endParaRPr sz="1200">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50"/>
          <p:cNvSpPr txBox="1"/>
          <p:nvPr>
            <p:ph type="title"/>
          </p:nvPr>
        </p:nvSpPr>
        <p:spPr>
          <a:xfrm>
            <a:off x="895125" y="90825"/>
            <a:ext cx="770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3100">
                <a:solidFill>
                  <a:schemeClr val="accent2"/>
                </a:solidFill>
                <a:latin typeface="Roboto Medium"/>
                <a:ea typeface="Roboto Medium"/>
                <a:cs typeface="Roboto Medium"/>
                <a:sym typeface="Roboto Medium"/>
              </a:rPr>
              <a:t>ERP</a:t>
            </a:r>
            <a:r>
              <a:rPr b="1" lang="en" sz="3100">
                <a:solidFill>
                  <a:schemeClr val="accent2"/>
                </a:solidFill>
                <a:latin typeface="Roboto"/>
                <a:ea typeface="Roboto"/>
                <a:cs typeface="Roboto"/>
                <a:sym typeface="Roboto"/>
              </a:rPr>
              <a:t> </a:t>
            </a:r>
            <a:r>
              <a:rPr lang="en" sz="3100">
                <a:solidFill>
                  <a:schemeClr val="accent2"/>
                </a:solidFill>
                <a:latin typeface="Roboto Medium"/>
                <a:ea typeface="Roboto Medium"/>
                <a:cs typeface="Roboto Medium"/>
                <a:sym typeface="Roboto Medium"/>
              </a:rPr>
              <a:t>MODEL</a:t>
            </a:r>
            <a:endParaRPr sz="3100">
              <a:solidFill>
                <a:schemeClr val="accent2"/>
              </a:solidFill>
              <a:latin typeface="Roboto Medium"/>
              <a:ea typeface="Roboto Medium"/>
              <a:cs typeface="Roboto Medium"/>
              <a:sym typeface="Roboto Medium"/>
            </a:endParaRPr>
          </a:p>
        </p:txBody>
      </p:sp>
      <p:pic>
        <p:nvPicPr>
          <p:cNvPr id="951" name="Google Shape;951;p50"/>
          <p:cNvPicPr preferRelativeResize="0"/>
          <p:nvPr/>
        </p:nvPicPr>
        <p:blipFill>
          <a:blip r:embed="rId3">
            <a:alphaModFix/>
          </a:blip>
          <a:stretch>
            <a:fillRect/>
          </a:stretch>
        </p:blipFill>
        <p:spPr>
          <a:xfrm>
            <a:off x="715100" y="733587"/>
            <a:ext cx="7890350" cy="4282037"/>
          </a:xfrm>
          <a:prstGeom prst="rect">
            <a:avLst/>
          </a:prstGeom>
          <a:noFill/>
          <a:ln>
            <a:noFill/>
          </a:ln>
        </p:spPr>
      </p:pic>
      <p:sp>
        <p:nvSpPr>
          <p:cNvPr id="952" name="Google Shape;952;p50"/>
          <p:cNvSpPr txBox="1"/>
          <p:nvPr/>
        </p:nvSpPr>
        <p:spPr>
          <a:xfrm>
            <a:off x="6842175" y="4774200"/>
            <a:ext cx="20349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Rachana</a:t>
            </a:r>
            <a:endParaRPr sz="1200">
              <a:solidFill>
                <a:schemeClr val="dk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51"/>
          <p:cNvSpPr txBox="1"/>
          <p:nvPr>
            <p:ph type="title"/>
          </p:nvPr>
        </p:nvSpPr>
        <p:spPr>
          <a:xfrm>
            <a:off x="808800" y="139275"/>
            <a:ext cx="7704000" cy="1413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rgbClr val="EDEDED"/>
              </a:buClr>
              <a:buSzPts val="3000"/>
              <a:buFont typeface="Corbel"/>
              <a:buNone/>
            </a:pPr>
            <a:r>
              <a:rPr lang="en">
                <a:solidFill>
                  <a:schemeClr val="accent2"/>
                </a:solidFill>
                <a:latin typeface="Roboto Medium"/>
                <a:ea typeface="Roboto Medium"/>
                <a:cs typeface="Roboto Medium"/>
                <a:sym typeface="Roboto Medium"/>
              </a:rPr>
              <a:t>ARCHITECTURE</a:t>
            </a:r>
            <a:endParaRPr sz="3000">
              <a:solidFill>
                <a:schemeClr val="accent2"/>
              </a:solidFill>
              <a:latin typeface="Roboto Medium"/>
              <a:ea typeface="Roboto Medium"/>
              <a:cs typeface="Roboto Medium"/>
              <a:sym typeface="Roboto Medium"/>
            </a:endParaRPr>
          </a:p>
        </p:txBody>
      </p:sp>
      <p:sp>
        <p:nvSpPr>
          <p:cNvPr id="958" name="Google Shape;958;p51"/>
          <p:cNvSpPr txBox="1"/>
          <p:nvPr>
            <p:ph idx="2" type="subTitle"/>
          </p:nvPr>
        </p:nvSpPr>
        <p:spPr>
          <a:xfrm>
            <a:off x="227025" y="2139900"/>
            <a:ext cx="4466700" cy="2899200"/>
          </a:xfrm>
          <a:prstGeom prst="rect">
            <a:avLst/>
          </a:prstGeom>
          <a:solidFill>
            <a:srgbClr val="F2F2F2"/>
          </a:solidFill>
          <a:ln>
            <a:noFill/>
          </a:ln>
        </p:spPr>
        <p:txBody>
          <a:bodyPr anchorCtr="0" anchor="t" bIns="91425" lIns="91425" spcFirstLastPara="1" rIns="91425" wrap="square" tIns="91425">
            <a:noAutofit/>
          </a:bodyPr>
          <a:lstStyle/>
          <a:p>
            <a:pPr indent="-298450" lvl="0" marL="457200" rtl="0" algn="l">
              <a:lnSpc>
                <a:spcPct val="115000"/>
              </a:lnSpc>
              <a:spcBef>
                <a:spcPts val="300"/>
              </a:spcBef>
              <a:spcAft>
                <a:spcPts val="0"/>
              </a:spcAft>
              <a:buClr>
                <a:srgbClr val="1F1F1F"/>
              </a:buClr>
              <a:buSzPts val="1100"/>
              <a:buFont typeface="Helvetica Neue"/>
              <a:buChar char="●"/>
            </a:pPr>
            <a:r>
              <a:rPr b="1" lang="en" sz="1100">
                <a:solidFill>
                  <a:srgbClr val="1F1F1F"/>
                </a:solidFill>
              </a:rPr>
              <a:t>Field Operations:</a:t>
            </a:r>
            <a:r>
              <a:rPr lang="en" sz="1100">
                <a:solidFill>
                  <a:srgbClr val="1F1F1F"/>
                </a:solidFill>
              </a:rPr>
              <a:t> Receive work orders based on sensor data, optimize resource allocation for, ensuring smooth and efficient operations.</a:t>
            </a:r>
            <a:endParaRPr sz="1100">
              <a:solidFill>
                <a:srgbClr val="1F1F1F"/>
              </a:solidFill>
            </a:endParaRPr>
          </a:p>
          <a:p>
            <a:pPr indent="-298450" lvl="0" marL="457200" rtl="0" algn="l">
              <a:lnSpc>
                <a:spcPct val="115000"/>
              </a:lnSpc>
              <a:spcBef>
                <a:spcPts val="0"/>
              </a:spcBef>
              <a:spcAft>
                <a:spcPts val="0"/>
              </a:spcAft>
              <a:buClr>
                <a:srgbClr val="1F1F1F"/>
              </a:buClr>
              <a:buSzPts val="1100"/>
              <a:buFont typeface="Helvetica Neue"/>
              <a:buChar char="●"/>
            </a:pPr>
            <a:r>
              <a:rPr b="1" lang="en" sz="1100">
                <a:solidFill>
                  <a:srgbClr val="1F1F1F"/>
                </a:solidFill>
              </a:rPr>
              <a:t>Inventory Management:</a:t>
            </a:r>
            <a:r>
              <a:rPr lang="en" sz="1100">
                <a:solidFill>
                  <a:srgbClr val="1F1F1F"/>
                </a:solidFill>
              </a:rPr>
              <a:t> Track inventory levels in real-time, automate purchase orders based on projected usage, and guarantee sufficient stock for uninterrupted </a:t>
            </a:r>
            <a:r>
              <a:rPr lang="en" sz="1100">
                <a:solidFill>
                  <a:srgbClr val="1F1F1F"/>
                </a:solidFill>
              </a:rPr>
              <a:t>operations.</a:t>
            </a:r>
            <a:endParaRPr sz="1100">
              <a:solidFill>
                <a:srgbClr val="1F1F1F"/>
              </a:solidFill>
            </a:endParaRPr>
          </a:p>
          <a:p>
            <a:pPr indent="-298450" lvl="0" marL="457200" rtl="0" algn="l">
              <a:lnSpc>
                <a:spcPct val="115000"/>
              </a:lnSpc>
              <a:spcBef>
                <a:spcPts val="0"/>
              </a:spcBef>
              <a:spcAft>
                <a:spcPts val="0"/>
              </a:spcAft>
              <a:buClr>
                <a:srgbClr val="1F1F1F"/>
              </a:buClr>
              <a:buSzPts val="1100"/>
              <a:buFont typeface="Helvetica Neue"/>
              <a:buChar char="●"/>
            </a:pPr>
            <a:r>
              <a:rPr b="1" lang="en" sz="1100">
                <a:solidFill>
                  <a:srgbClr val="1F1F1F"/>
                </a:solidFill>
              </a:rPr>
              <a:t>Material Requirements Planning (MRP):</a:t>
            </a:r>
            <a:r>
              <a:rPr lang="en" sz="1100">
                <a:solidFill>
                  <a:srgbClr val="1F1F1F"/>
                </a:solidFill>
              </a:rPr>
              <a:t> Analyze real-time data and lead times to precisely calculate material needs for water </a:t>
            </a:r>
            <a:r>
              <a:rPr lang="en" sz="1100">
                <a:solidFill>
                  <a:srgbClr val="1F1F1F"/>
                </a:solidFill>
              </a:rPr>
              <a:t>management </a:t>
            </a:r>
            <a:r>
              <a:rPr lang="en" sz="1100">
                <a:solidFill>
                  <a:srgbClr val="1F1F1F"/>
                </a:solidFill>
              </a:rPr>
              <a:t>,streamlining procurement.</a:t>
            </a:r>
            <a:endParaRPr sz="1100">
              <a:solidFill>
                <a:srgbClr val="1F1F1F"/>
              </a:solidFill>
            </a:endParaRPr>
          </a:p>
          <a:p>
            <a:pPr indent="-298450" lvl="0" marL="457200" rtl="0" algn="l">
              <a:lnSpc>
                <a:spcPct val="115000"/>
              </a:lnSpc>
              <a:spcBef>
                <a:spcPts val="0"/>
              </a:spcBef>
              <a:spcAft>
                <a:spcPts val="0"/>
              </a:spcAft>
              <a:buClr>
                <a:srgbClr val="1F1F1F"/>
              </a:buClr>
              <a:buSzPts val="1100"/>
              <a:buFont typeface="Helvetica Neue"/>
              <a:buChar char="●"/>
            </a:pPr>
            <a:r>
              <a:rPr b="1" lang="en" sz="1100">
                <a:solidFill>
                  <a:srgbClr val="1F1F1F"/>
                </a:solidFill>
              </a:rPr>
              <a:t>Finance &amp; Accounting:</a:t>
            </a:r>
            <a:r>
              <a:rPr lang="en" sz="1100">
                <a:solidFill>
                  <a:srgbClr val="1F1F1F"/>
                </a:solidFill>
              </a:rPr>
              <a:t> Gain financial insights by analyzing water usage data to forecast water treatment costs and optimize budgets.</a:t>
            </a:r>
            <a:endParaRPr sz="1100">
              <a:solidFill>
                <a:srgbClr val="1F1F1F"/>
              </a:solidFill>
            </a:endParaRPr>
          </a:p>
          <a:p>
            <a:pPr indent="-298450" lvl="0" marL="457200" rtl="0" algn="l">
              <a:lnSpc>
                <a:spcPct val="115000"/>
              </a:lnSpc>
              <a:spcBef>
                <a:spcPts val="0"/>
              </a:spcBef>
              <a:spcAft>
                <a:spcPts val="0"/>
              </a:spcAft>
              <a:buClr>
                <a:srgbClr val="1F1F1F"/>
              </a:buClr>
              <a:buSzPts val="1100"/>
              <a:buFont typeface="Helvetica Neue"/>
              <a:buChar char="●"/>
            </a:pPr>
            <a:r>
              <a:rPr b="1" lang="en" sz="1100">
                <a:solidFill>
                  <a:srgbClr val="1F1F1F"/>
                </a:solidFill>
              </a:rPr>
              <a:t>Regulatory Compliance:</a:t>
            </a:r>
            <a:r>
              <a:rPr lang="en" sz="1100">
                <a:solidFill>
                  <a:srgbClr val="1F1F1F"/>
                </a:solidFill>
              </a:rPr>
              <a:t> Maintain auditable records for water quality data, ensuring seamless compliance with regulations.</a:t>
            </a:r>
            <a:endParaRPr sz="1100"/>
          </a:p>
        </p:txBody>
      </p:sp>
      <p:sp>
        <p:nvSpPr>
          <p:cNvPr id="959" name="Google Shape;959;p51"/>
          <p:cNvSpPr txBox="1"/>
          <p:nvPr>
            <p:ph idx="5" type="subTitle"/>
          </p:nvPr>
        </p:nvSpPr>
        <p:spPr>
          <a:xfrm>
            <a:off x="1521825" y="1674625"/>
            <a:ext cx="1877100" cy="339000"/>
          </a:xfrm>
          <a:prstGeom prst="rect">
            <a:avLst/>
          </a:prstGeom>
          <a:solidFill>
            <a:srgbClr val="E6A593"/>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2400"/>
              <a:buNone/>
            </a:pPr>
            <a:r>
              <a:rPr lang="en" sz="1800"/>
              <a:t>Integrated ERP</a:t>
            </a:r>
            <a:endParaRPr sz="1800"/>
          </a:p>
        </p:txBody>
      </p:sp>
      <p:grpSp>
        <p:nvGrpSpPr>
          <p:cNvPr id="960" name="Google Shape;960;p51"/>
          <p:cNvGrpSpPr/>
          <p:nvPr/>
        </p:nvGrpSpPr>
        <p:grpSpPr>
          <a:xfrm>
            <a:off x="928678" y="1548195"/>
            <a:ext cx="539332" cy="465439"/>
            <a:chOff x="1327676" y="2910480"/>
            <a:chExt cx="347934" cy="310024"/>
          </a:xfrm>
        </p:grpSpPr>
        <p:sp>
          <p:nvSpPr>
            <p:cNvPr id="961" name="Google Shape;961;p51"/>
            <p:cNvSpPr/>
            <p:nvPr/>
          </p:nvSpPr>
          <p:spPr>
            <a:xfrm>
              <a:off x="1367081" y="3067370"/>
              <a:ext cx="43257" cy="15565"/>
            </a:xfrm>
            <a:custGeom>
              <a:rect b="b" l="l" r="r" t="t"/>
              <a:pathLst>
                <a:path extrusionOk="0" h="489" w="1359">
                  <a:moveTo>
                    <a:pt x="167" y="0"/>
                  </a:moveTo>
                  <a:cubicBezTo>
                    <a:pt x="72" y="0"/>
                    <a:pt x="1" y="72"/>
                    <a:pt x="1" y="167"/>
                  </a:cubicBezTo>
                  <a:cubicBezTo>
                    <a:pt x="1" y="250"/>
                    <a:pt x="72" y="322"/>
                    <a:pt x="167" y="322"/>
                  </a:cubicBezTo>
                  <a:cubicBezTo>
                    <a:pt x="346" y="322"/>
                    <a:pt x="870" y="358"/>
                    <a:pt x="1120" y="477"/>
                  </a:cubicBezTo>
                  <a:cubicBezTo>
                    <a:pt x="1144" y="488"/>
                    <a:pt x="1168" y="488"/>
                    <a:pt x="1191" y="488"/>
                  </a:cubicBezTo>
                  <a:cubicBezTo>
                    <a:pt x="1251" y="488"/>
                    <a:pt x="1310" y="465"/>
                    <a:pt x="1346" y="405"/>
                  </a:cubicBezTo>
                  <a:cubicBezTo>
                    <a:pt x="1358" y="322"/>
                    <a:pt x="1334" y="238"/>
                    <a:pt x="1251" y="191"/>
                  </a:cubicBezTo>
                  <a:cubicBezTo>
                    <a:pt x="882" y="12"/>
                    <a:pt x="191" y="0"/>
                    <a:pt x="167"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2" name="Google Shape;962;p51"/>
            <p:cNvSpPr/>
            <p:nvPr/>
          </p:nvSpPr>
          <p:spPr>
            <a:xfrm>
              <a:off x="1350402" y="3170436"/>
              <a:ext cx="10663" cy="48541"/>
            </a:xfrm>
            <a:custGeom>
              <a:rect b="b" l="l" r="r" t="t"/>
              <a:pathLst>
                <a:path extrusionOk="0" h="1525" w="335">
                  <a:moveTo>
                    <a:pt x="168" y="1"/>
                  </a:moveTo>
                  <a:cubicBezTo>
                    <a:pt x="84" y="1"/>
                    <a:pt x="1" y="84"/>
                    <a:pt x="1" y="168"/>
                  </a:cubicBezTo>
                  <a:lnTo>
                    <a:pt x="1" y="1358"/>
                  </a:lnTo>
                  <a:cubicBezTo>
                    <a:pt x="1" y="1453"/>
                    <a:pt x="84" y="1525"/>
                    <a:pt x="168" y="1525"/>
                  </a:cubicBezTo>
                  <a:cubicBezTo>
                    <a:pt x="263" y="1525"/>
                    <a:pt x="334" y="1453"/>
                    <a:pt x="334" y="1358"/>
                  </a:cubicBezTo>
                  <a:lnTo>
                    <a:pt x="334" y="168"/>
                  </a:lnTo>
                  <a:cubicBezTo>
                    <a:pt x="334" y="84"/>
                    <a:pt x="263" y="1"/>
                    <a:pt x="16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3" name="Google Shape;963;p51"/>
            <p:cNvSpPr/>
            <p:nvPr/>
          </p:nvSpPr>
          <p:spPr>
            <a:xfrm>
              <a:off x="1327676" y="3040187"/>
              <a:ext cx="201643" cy="180317"/>
            </a:xfrm>
            <a:custGeom>
              <a:rect b="b" l="l" r="r" t="t"/>
              <a:pathLst>
                <a:path extrusionOk="0" h="5665" w="6335">
                  <a:moveTo>
                    <a:pt x="5894" y="628"/>
                  </a:moveTo>
                  <a:lnTo>
                    <a:pt x="5954" y="866"/>
                  </a:lnTo>
                  <a:cubicBezTo>
                    <a:pt x="5977" y="926"/>
                    <a:pt x="5966" y="997"/>
                    <a:pt x="5918" y="1045"/>
                  </a:cubicBezTo>
                  <a:lnTo>
                    <a:pt x="5823" y="1140"/>
                  </a:lnTo>
                  <a:lnTo>
                    <a:pt x="5596" y="914"/>
                  </a:lnTo>
                  <a:lnTo>
                    <a:pt x="5894" y="628"/>
                  </a:lnTo>
                  <a:close/>
                  <a:moveTo>
                    <a:pt x="2941" y="307"/>
                  </a:moveTo>
                  <a:lnTo>
                    <a:pt x="2941" y="961"/>
                  </a:lnTo>
                  <a:cubicBezTo>
                    <a:pt x="2941" y="1057"/>
                    <a:pt x="2906" y="1164"/>
                    <a:pt x="2870" y="1271"/>
                  </a:cubicBezTo>
                  <a:lnTo>
                    <a:pt x="2787" y="1438"/>
                  </a:lnTo>
                  <a:cubicBezTo>
                    <a:pt x="2775" y="1450"/>
                    <a:pt x="2775" y="1473"/>
                    <a:pt x="2775" y="1509"/>
                  </a:cubicBezTo>
                  <a:lnTo>
                    <a:pt x="2775" y="1854"/>
                  </a:lnTo>
                  <a:cubicBezTo>
                    <a:pt x="2775" y="2104"/>
                    <a:pt x="2667" y="2331"/>
                    <a:pt x="2513" y="2485"/>
                  </a:cubicBezTo>
                  <a:cubicBezTo>
                    <a:pt x="2363" y="2635"/>
                    <a:pt x="2165" y="2727"/>
                    <a:pt x="1954" y="2727"/>
                  </a:cubicBezTo>
                  <a:cubicBezTo>
                    <a:pt x="1930" y="2727"/>
                    <a:pt x="1906" y="2726"/>
                    <a:pt x="1882" y="2724"/>
                  </a:cubicBezTo>
                  <a:cubicBezTo>
                    <a:pt x="1417" y="2712"/>
                    <a:pt x="1048" y="2307"/>
                    <a:pt x="1048" y="1819"/>
                  </a:cubicBezTo>
                  <a:lnTo>
                    <a:pt x="1048" y="1521"/>
                  </a:lnTo>
                  <a:cubicBezTo>
                    <a:pt x="1048" y="1497"/>
                    <a:pt x="1048" y="1473"/>
                    <a:pt x="1036" y="1450"/>
                  </a:cubicBezTo>
                  <a:lnTo>
                    <a:pt x="929" y="1259"/>
                  </a:lnTo>
                  <a:cubicBezTo>
                    <a:pt x="905" y="1176"/>
                    <a:pt x="870" y="1104"/>
                    <a:pt x="870" y="1021"/>
                  </a:cubicBezTo>
                  <a:lnTo>
                    <a:pt x="870" y="997"/>
                  </a:lnTo>
                  <a:cubicBezTo>
                    <a:pt x="870" y="616"/>
                    <a:pt x="1179" y="307"/>
                    <a:pt x="1572" y="307"/>
                  </a:cubicBezTo>
                  <a:close/>
                  <a:moveTo>
                    <a:pt x="2275" y="2986"/>
                  </a:moveTo>
                  <a:cubicBezTo>
                    <a:pt x="2286" y="3045"/>
                    <a:pt x="2298" y="3081"/>
                    <a:pt x="2310" y="3117"/>
                  </a:cubicBezTo>
                  <a:lnTo>
                    <a:pt x="2167" y="3259"/>
                  </a:lnTo>
                  <a:cubicBezTo>
                    <a:pt x="2102" y="3325"/>
                    <a:pt x="2013" y="3358"/>
                    <a:pt x="1923" y="3358"/>
                  </a:cubicBezTo>
                  <a:cubicBezTo>
                    <a:pt x="1834" y="3358"/>
                    <a:pt x="1745" y="3325"/>
                    <a:pt x="1679" y="3259"/>
                  </a:cubicBezTo>
                  <a:lnTo>
                    <a:pt x="1536" y="3128"/>
                  </a:lnTo>
                  <a:cubicBezTo>
                    <a:pt x="1560" y="3081"/>
                    <a:pt x="1572" y="3045"/>
                    <a:pt x="1572" y="2986"/>
                  </a:cubicBezTo>
                  <a:cubicBezTo>
                    <a:pt x="1679" y="3009"/>
                    <a:pt x="1775" y="3045"/>
                    <a:pt x="1882" y="3045"/>
                  </a:cubicBezTo>
                  <a:lnTo>
                    <a:pt x="1917" y="3045"/>
                  </a:lnTo>
                  <a:cubicBezTo>
                    <a:pt x="2036" y="3045"/>
                    <a:pt x="2167" y="3021"/>
                    <a:pt x="2275" y="2986"/>
                  </a:cubicBezTo>
                  <a:close/>
                  <a:moveTo>
                    <a:pt x="6162" y="0"/>
                  </a:moveTo>
                  <a:cubicBezTo>
                    <a:pt x="6120" y="0"/>
                    <a:pt x="6079" y="15"/>
                    <a:pt x="6049" y="45"/>
                  </a:cubicBezTo>
                  <a:lnTo>
                    <a:pt x="2906" y="3021"/>
                  </a:lnTo>
                  <a:cubicBezTo>
                    <a:pt x="2882" y="3057"/>
                    <a:pt x="2834" y="3069"/>
                    <a:pt x="2787" y="3069"/>
                  </a:cubicBezTo>
                  <a:lnTo>
                    <a:pt x="2763" y="3069"/>
                  </a:lnTo>
                  <a:cubicBezTo>
                    <a:pt x="2656" y="3069"/>
                    <a:pt x="2584" y="2997"/>
                    <a:pt x="2584" y="2890"/>
                  </a:cubicBezTo>
                  <a:lnTo>
                    <a:pt x="2584" y="2843"/>
                  </a:lnTo>
                  <a:cubicBezTo>
                    <a:pt x="2644" y="2819"/>
                    <a:pt x="2679" y="2771"/>
                    <a:pt x="2727" y="2724"/>
                  </a:cubicBezTo>
                  <a:cubicBezTo>
                    <a:pt x="2965" y="2497"/>
                    <a:pt x="3084" y="2200"/>
                    <a:pt x="3084" y="1878"/>
                  </a:cubicBezTo>
                  <a:lnTo>
                    <a:pt x="3084" y="1581"/>
                  </a:lnTo>
                  <a:lnTo>
                    <a:pt x="3144" y="1450"/>
                  </a:lnTo>
                  <a:cubicBezTo>
                    <a:pt x="3215" y="1307"/>
                    <a:pt x="3251" y="1152"/>
                    <a:pt x="3251" y="997"/>
                  </a:cubicBezTo>
                  <a:lnTo>
                    <a:pt x="3251" y="176"/>
                  </a:lnTo>
                  <a:cubicBezTo>
                    <a:pt x="3251" y="92"/>
                    <a:pt x="3179" y="21"/>
                    <a:pt x="3084" y="21"/>
                  </a:cubicBezTo>
                  <a:lnTo>
                    <a:pt x="1548" y="21"/>
                  </a:lnTo>
                  <a:cubicBezTo>
                    <a:pt x="1001" y="21"/>
                    <a:pt x="536" y="461"/>
                    <a:pt x="536" y="1033"/>
                  </a:cubicBezTo>
                  <a:lnTo>
                    <a:pt x="536" y="1045"/>
                  </a:lnTo>
                  <a:cubicBezTo>
                    <a:pt x="536" y="1176"/>
                    <a:pt x="572" y="1295"/>
                    <a:pt x="632" y="1414"/>
                  </a:cubicBezTo>
                  <a:lnTo>
                    <a:pt x="703" y="1581"/>
                  </a:lnTo>
                  <a:lnTo>
                    <a:pt x="703" y="1831"/>
                  </a:lnTo>
                  <a:cubicBezTo>
                    <a:pt x="703" y="2247"/>
                    <a:pt x="917" y="2616"/>
                    <a:pt x="1215" y="2843"/>
                  </a:cubicBezTo>
                  <a:lnTo>
                    <a:pt x="1215" y="2997"/>
                  </a:lnTo>
                  <a:cubicBezTo>
                    <a:pt x="1215" y="3069"/>
                    <a:pt x="1155" y="3140"/>
                    <a:pt x="1072" y="3176"/>
                  </a:cubicBezTo>
                  <a:lnTo>
                    <a:pt x="501" y="3343"/>
                  </a:lnTo>
                  <a:cubicBezTo>
                    <a:pt x="215" y="3414"/>
                    <a:pt x="0" y="3676"/>
                    <a:pt x="0" y="3974"/>
                  </a:cubicBezTo>
                  <a:lnTo>
                    <a:pt x="0" y="5462"/>
                  </a:lnTo>
                  <a:cubicBezTo>
                    <a:pt x="0" y="5557"/>
                    <a:pt x="84" y="5629"/>
                    <a:pt x="167" y="5629"/>
                  </a:cubicBezTo>
                  <a:cubicBezTo>
                    <a:pt x="262" y="5629"/>
                    <a:pt x="334" y="5557"/>
                    <a:pt x="334" y="5462"/>
                  </a:cubicBezTo>
                  <a:lnTo>
                    <a:pt x="334" y="3974"/>
                  </a:lnTo>
                  <a:cubicBezTo>
                    <a:pt x="334" y="3831"/>
                    <a:pt x="441" y="3676"/>
                    <a:pt x="584" y="3640"/>
                  </a:cubicBezTo>
                  <a:lnTo>
                    <a:pt x="1167" y="3474"/>
                  </a:lnTo>
                  <a:cubicBezTo>
                    <a:pt x="1215" y="3450"/>
                    <a:pt x="1251" y="3438"/>
                    <a:pt x="1298" y="3414"/>
                  </a:cubicBezTo>
                  <a:lnTo>
                    <a:pt x="1405" y="3521"/>
                  </a:lnTo>
                  <a:cubicBezTo>
                    <a:pt x="1536" y="3652"/>
                    <a:pt x="1703" y="3712"/>
                    <a:pt x="1882" y="3712"/>
                  </a:cubicBezTo>
                  <a:cubicBezTo>
                    <a:pt x="2060" y="3712"/>
                    <a:pt x="2227" y="3652"/>
                    <a:pt x="2358" y="3521"/>
                  </a:cubicBezTo>
                  <a:lnTo>
                    <a:pt x="2501" y="3367"/>
                  </a:lnTo>
                  <a:cubicBezTo>
                    <a:pt x="2584" y="3402"/>
                    <a:pt x="2656" y="3426"/>
                    <a:pt x="2727" y="3426"/>
                  </a:cubicBezTo>
                  <a:lnTo>
                    <a:pt x="2763" y="3426"/>
                  </a:lnTo>
                  <a:cubicBezTo>
                    <a:pt x="2894" y="3426"/>
                    <a:pt x="3013" y="3378"/>
                    <a:pt x="3096" y="3295"/>
                  </a:cubicBezTo>
                  <a:lnTo>
                    <a:pt x="5334" y="1176"/>
                  </a:lnTo>
                  <a:lnTo>
                    <a:pt x="5561" y="1402"/>
                  </a:lnTo>
                  <a:lnTo>
                    <a:pt x="2965" y="3986"/>
                  </a:lnTo>
                  <a:cubicBezTo>
                    <a:pt x="2798" y="4152"/>
                    <a:pt x="2715" y="4367"/>
                    <a:pt x="2715" y="4581"/>
                  </a:cubicBezTo>
                  <a:lnTo>
                    <a:pt x="2715" y="5498"/>
                  </a:lnTo>
                  <a:cubicBezTo>
                    <a:pt x="2715" y="5581"/>
                    <a:pt x="2787" y="5664"/>
                    <a:pt x="2882" y="5664"/>
                  </a:cubicBezTo>
                  <a:cubicBezTo>
                    <a:pt x="2965" y="5664"/>
                    <a:pt x="3037" y="5581"/>
                    <a:pt x="3037" y="5498"/>
                  </a:cubicBezTo>
                  <a:lnTo>
                    <a:pt x="3037" y="4581"/>
                  </a:lnTo>
                  <a:cubicBezTo>
                    <a:pt x="3037" y="4450"/>
                    <a:pt x="3096" y="4319"/>
                    <a:pt x="3191" y="4212"/>
                  </a:cubicBezTo>
                  <a:lnTo>
                    <a:pt x="6096" y="1307"/>
                  </a:lnTo>
                  <a:cubicBezTo>
                    <a:pt x="6216" y="1200"/>
                    <a:pt x="6275" y="997"/>
                    <a:pt x="6227" y="831"/>
                  </a:cubicBezTo>
                  <a:lnTo>
                    <a:pt x="6168" y="378"/>
                  </a:lnTo>
                  <a:lnTo>
                    <a:pt x="6275" y="271"/>
                  </a:lnTo>
                  <a:cubicBezTo>
                    <a:pt x="6335" y="211"/>
                    <a:pt x="6335" y="104"/>
                    <a:pt x="6275" y="45"/>
                  </a:cubicBezTo>
                  <a:cubicBezTo>
                    <a:pt x="6245" y="15"/>
                    <a:pt x="6204" y="0"/>
                    <a:pt x="6162"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4" name="Google Shape;964;p51"/>
            <p:cNvSpPr/>
            <p:nvPr/>
          </p:nvSpPr>
          <p:spPr>
            <a:xfrm>
              <a:off x="1470179" y="2910480"/>
              <a:ext cx="205431" cy="173601"/>
            </a:xfrm>
            <a:custGeom>
              <a:rect b="b" l="l" r="r" t="t"/>
              <a:pathLst>
                <a:path extrusionOk="0" h="5454" w="6454">
                  <a:moveTo>
                    <a:pt x="500" y="0"/>
                  </a:moveTo>
                  <a:cubicBezTo>
                    <a:pt x="215" y="0"/>
                    <a:pt x="0" y="226"/>
                    <a:pt x="0" y="512"/>
                  </a:cubicBezTo>
                  <a:lnTo>
                    <a:pt x="0" y="4822"/>
                  </a:lnTo>
                  <a:cubicBezTo>
                    <a:pt x="0" y="4917"/>
                    <a:pt x="72" y="4989"/>
                    <a:pt x="155" y="4989"/>
                  </a:cubicBezTo>
                  <a:cubicBezTo>
                    <a:pt x="250" y="4989"/>
                    <a:pt x="322" y="4917"/>
                    <a:pt x="322" y="4822"/>
                  </a:cubicBezTo>
                  <a:lnTo>
                    <a:pt x="322" y="512"/>
                  </a:lnTo>
                  <a:cubicBezTo>
                    <a:pt x="322" y="405"/>
                    <a:pt x="393" y="322"/>
                    <a:pt x="500" y="322"/>
                  </a:cubicBezTo>
                  <a:lnTo>
                    <a:pt x="5953" y="322"/>
                  </a:lnTo>
                  <a:cubicBezTo>
                    <a:pt x="6049" y="322"/>
                    <a:pt x="6132" y="405"/>
                    <a:pt x="6132" y="512"/>
                  </a:cubicBezTo>
                  <a:lnTo>
                    <a:pt x="6132" y="4941"/>
                  </a:lnTo>
                  <a:cubicBezTo>
                    <a:pt x="6132" y="5048"/>
                    <a:pt x="6049" y="5120"/>
                    <a:pt x="5953" y="5120"/>
                  </a:cubicBezTo>
                  <a:lnTo>
                    <a:pt x="2298" y="5120"/>
                  </a:lnTo>
                  <a:cubicBezTo>
                    <a:pt x="2215" y="5120"/>
                    <a:pt x="2131" y="5191"/>
                    <a:pt x="2131" y="5287"/>
                  </a:cubicBezTo>
                  <a:cubicBezTo>
                    <a:pt x="2131" y="5370"/>
                    <a:pt x="2215" y="5453"/>
                    <a:pt x="2298" y="5453"/>
                  </a:cubicBezTo>
                  <a:lnTo>
                    <a:pt x="5953" y="5453"/>
                  </a:lnTo>
                  <a:cubicBezTo>
                    <a:pt x="6227" y="5453"/>
                    <a:pt x="6453" y="5227"/>
                    <a:pt x="6453" y="4941"/>
                  </a:cubicBezTo>
                  <a:lnTo>
                    <a:pt x="6453" y="512"/>
                  </a:lnTo>
                  <a:cubicBezTo>
                    <a:pt x="6453" y="226"/>
                    <a:pt x="6215" y="0"/>
                    <a:pt x="5953"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5" name="Google Shape;965;p51"/>
            <p:cNvSpPr/>
            <p:nvPr/>
          </p:nvSpPr>
          <p:spPr>
            <a:xfrm>
              <a:off x="1497075" y="2942692"/>
              <a:ext cx="152370" cy="96668"/>
            </a:xfrm>
            <a:custGeom>
              <a:rect b="b" l="l" r="r" t="t"/>
              <a:pathLst>
                <a:path extrusionOk="0" h="3037" w="4787">
                  <a:moveTo>
                    <a:pt x="3751" y="0"/>
                  </a:moveTo>
                  <a:cubicBezTo>
                    <a:pt x="3656" y="0"/>
                    <a:pt x="3584" y="72"/>
                    <a:pt x="3584" y="167"/>
                  </a:cubicBezTo>
                  <a:cubicBezTo>
                    <a:pt x="3584" y="250"/>
                    <a:pt x="3656" y="334"/>
                    <a:pt x="3751" y="334"/>
                  </a:cubicBezTo>
                  <a:lnTo>
                    <a:pt x="4215" y="334"/>
                  </a:lnTo>
                  <a:lnTo>
                    <a:pt x="2465" y="2072"/>
                  </a:lnTo>
                  <a:lnTo>
                    <a:pt x="1727" y="1322"/>
                  </a:lnTo>
                  <a:cubicBezTo>
                    <a:pt x="1697" y="1292"/>
                    <a:pt x="1656" y="1277"/>
                    <a:pt x="1614" y="1277"/>
                  </a:cubicBezTo>
                  <a:cubicBezTo>
                    <a:pt x="1572" y="1277"/>
                    <a:pt x="1531" y="1292"/>
                    <a:pt x="1501" y="1322"/>
                  </a:cubicBezTo>
                  <a:lnTo>
                    <a:pt x="60" y="2774"/>
                  </a:lnTo>
                  <a:cubicBezTo>
                    <a:pt x="1" y="2834"/>
                    <a:pt x="1" y="2929"/>
                    <a:pt x="60" y="2989"/>
                  </a:cubicBezTo>
                  <a:cubicBezTo>
                    <a:pt x="84" y="3024"/>
                    <a:pt x="132" y="3036"/>
                    <a:pt x="179" y="3036"/>
                  </a:cubicBezTo>
                  <a:cubicBezTo>
                    <a:pt x="227" y="3036"/>
                    <a:pt x="251" y="3024"/>
                    <a:pt x="298" y="2989"/>
                  </a:cubicBezTo>
                  <a:lnTo>
                    <a:pt x="1632" y="1655"/>
                  </a:lnTo>
                  <a:lnTo>
                    <a:pt x="2382" y="2393"/>
                  </a:lnTo>
                  <a:cubicBezTo>
                    <a:pt x="2412" y="2423"/>
                    <a:pt x="2453" y="2438"/>
                    <a:pt x="2495" y="2438"/>
                  </a:cubicBezTo>
                  <a:cubicBezTo>
                    <a:pt x="2537" y="2438"/>
                    <a:pt x="2578" y="2423"/>
                    <a:pt x="2608" y="2393"/>
                  </a:cubicBezTo>
                  <a:lnTo>
                    <a:pt x="4465" y="536"/>
                  </a:lnTo>
                  <a:lnTo>
                    <a:pt x="4465" y="1000"/>
                  </a:lnTo>
                  <a:cubicBezTo>
                    <a:pt x="4465" y="1084"/>
                    <a:pt x="4537" y="1167"/>
                    <a:pt x="4632" y="1167"/>
                  </a:cubicBezTo>
                  <a:cubicBezTo>
                    <a:pt x="4715" y="1167"/>
                    <a:pt x="4787" y="1084"/>
                    <a:pt x="4787" y="1000"/>
                  </a:cubicBezTo>
                  <a:lnTo>
                    <a:pt x="4787" y="155"/>
                  </a:lnTo>
                  <a:cubicBezTo>
                    <a:pt x="4751" y="72"/>
                    <a:pt x="4692" y="0"/>
                    <a:pt x="459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966" name="Google Shape;966;p51"/>
          <p:cNvSpPr txBox="1"/>
          <p:nvPr/>
        </p:nvSpPr>
        <p:spPr>
          <a:xfrm>
            <a:off x="4782450" y="2013650"/>
            <a:ext cx="4185300" cy="3139800"/>
          </a:xfrm>
          <a:prstGeom prst="rect">
            <a:avLst/>
          </a:prstGeom>
          <a:solidFill>
            <a:srgbClr val="F2F2F2"/>
          </a:solidFill>
          <a:ln>
            <a:noFill/>
          </a:ln>
        </p:spPr>
        <p:txBody>
          <a:bodyPr anchorCtr="0" anchor="t" bIns="91425" lIns="91425" spcFirstLastPara="1" rIns="91425" wrap="square" tIns="91425">
            <a:noAutofit/>
          </a:bodyPr>
          <a:lstStyle/>
          <a:p>
            <a:pPr indent="-298450" lvl="0" marL="457200" rtl="0" algn="l">
              <a:lnSpc>
                <a:spcPct val="115000"/>
              </a:lnSpc>
              <a:spcBef>
                <a:spcPts val="300"/>
              </a:spcBef>
              <a:spcAft>
                <a:spcPts val="0"/>
              </a:spcAft>
              <a:buClr>
                <a:srgbClr val="1F1F1F"/>
              </a:buClr>
              <a:buSzPts val="1100"/>
              <a:buFont typeface="Helvetica Neue"/>
              <a:buChar char="●"/>
            </a:pPr>
            <a:r>
              <a:rPr b="1" lang="en" sz="1100">
                <a:solidFill>
                  <a:srgbClr val="1F1F1F"/>
                </a:solidFill>
                <a:latin typeface="Roboto"/>
                <a:ea typeface="Roboto"/>
                <a:cs typeface="Roboto"/>
                <a:sym typeface="Roboto"/>
              </a:rPr>
              <a:t>Customer Relationship Management (CRM):</a:t>
            </a:r>
            <a:r>
              <a:rPr lang="en" sz="1100">
                <a:solidFill>
                  <a:srgbClr val="1F1F1F"/>
                </a:solidFill>
                <a:latin typeface="Roboto"/>
                <a:ea typeface="Roboto"/>
                <a:cs typeface="Roboto"/>
                <a:sym typeface="Roboto"/>
              </a:rPr>
              <a:t> Leverage water usage data for targeted water conservation campaigns and enhance customer service.</a:t>
            </a:r>
            <a:endParaRPr sz="1100">
              <a:solidFill>
                <a:srgbClr val="1F1F1F"/>
              </a:solidFill>
              <a:latin typeface="Roboto"/>
              <a:ea typeface="Roboto"/>
              <a:cs typeface="Roboto"/>
              <a:sym typeface="Roboto"/>
            </a:endParaRPr>
          </a:p>
          <a:p>
            <a:pPr indent="-298450" lvl="0" marL="457200" rtl="0" algn="l">
              <a:lnSpc>
                <a:spcPct val="115000"/>
              </a:lnSpc>
              <a:spcBef>
                <a:spcPts val="0"/>
              </a:spcBef>
              <a:spcAft>
                <a:spcPts val="0"/>
              </a:spcAft>
              <a:buClr>
                <a:srgbClr val="1F1F1F"/>
              </a:buClr>
              <a:buSzPts val="1100"/>
              <a:buFont typeface="Helvetica Neue"/>
              <a:buChar char="●"/>
            </a:pPr>
            <a:r>
              <a:rPr b="1" lang="en" sz="1100">
                <a:solidFill>
                  <a:srgbClr val="1F1F1F"/>
                </a:solidFill>
                <a:latin typeface="Roboto"/>
                <a:ea typeface="Roboto"/>
                <a:cs typeface="Roboto"/>
                <a:sym typeface="Roboto"/>
              </a:rPr>
              <a:t>Supply Chain Management (SCM):</a:t>
            </a:r>
            <a:r>
              <a:rPr lang="en" sz="1100">
                <a:solidFill>
                  <a:srgbClr val="1F1F1F"/>
                </a:solidFill>
                <a:latin typeface="Roboto"/>
                <a:ea typeface="Roboto"/>
                <a:cs typeface="Roboto"/>
                <a:sym typeface="Roboto"/>
              </a:rPr>
              <a:t> Optimize procurement of water treatment chemicals and materials based on MRP triggers, ensuring efficient supply chains.</a:t>
            </a:r>
            <a:endParaRPr sz="1100">
              <a:solidFill>
                <a:srgbClr val="1F1F1F"/>
              </a:solidFill>
              <a:latin typeface="Roboto"/>
              <a:ea typeface="Roboto"/>
              <a:cs typeface="Roboto"/>
              <a:sym typeface="Roboto"/>
            </a:endParaRPr>
          </a:p>
          <a:p>
            <a:pPr indent="-298450" lvl="0" marL="457200" rtl="0" algn="l">
              <a:lnSpc>
                <a:spcPct val="115000"/>
              </a:lnSpc>
              <a:spcBef>
                <a:spcPts val="0"/>
              </a:spcBef>
              <a:spcAft>
                <a:spcPts val="0"/>
              </a:spcAft>
              <a:buClr>
                <a:srgbClr val="1F1F1F"/>
              </a:buClr>
              <a:buSzPts val="1100"/>
              <a:buFont typeface="Helvetica Neue"/>
              <a:buChar char="●"/>
            </a:pPr>
            <a:r>
              <a:rPr b="1" lang="en" sz="1100">
                <a:solidFill>
                  <a:srgbClr val="1F1F1F"/>
                </a:solidFill>
                <a:latin typeface="Roboto"/>
                <a:ea typeface="Roboto"/>
                <a:cs typeface="Roboto"/>
                <a:sym typeface="Roboto"/>
              </a:rPr>
              <a:t>Field Service Management (FSM):</a:t>
            </a:r>
            <a:r>
              <a:rPr lang="en" sz="1100">
                <a:solidFill>
                  <a:srgbClr val="1F1F1F"/>
                </a:solidFill>
                <a:latin typeface="Roboto"/>
                <a:ea typeface="Roboto"/>
                <a:cs typeface="Roboto"/>
                <a:sym typeface="Roboto"/>
              </a:rPr>
              <a:t> Optimize scheduling and dispatch of field technicians based on real-time needs and skillsets, guaranteeing prompt and efficient field service.</a:t>
            </a:r>
            <a:endParaRPr sz="1100">
              <a:solidFill>
                <a:schemeClr val="dk1"/>
              </a:solidFill>
              <a:latin typeface="Roboto"/>
              <a:ea typeface="Roboto"/>
              <a:cs typeface="Roboto"/>
              <a:sym typeface="Roboto"/>
            </a:endParaRPr>
          </a:p>
        </p:txBody>
      </p:sp>
      <p:sp>
        <p:nvSpPr>
          <p:cNvPr id="967" name="Google Shape;967;p51"/>
          <p:cNvSpPr txBox="1"/>
          <p:nvPr>
            <p:ph idx="5" type="subTitle"/>
          </p:nvPr>
        </p:nvSpPr>
        <p:spPr>
          <a:xfrm>
            <a:off x="5897925" y="1674625"/>
            <a:ext cx="2319600" cy="339000"/>
          </a:xfrm>
          <a:prstGeom prst="rect">
            <a:avLst/>
          </a:prstGeom>
          <a:solidFill>
            <a:srgbClr val="E6A593"/>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2400"/>
              <a:buNone/>
            </a:pPr>
            <a:r>
              <a:rPr lang="en" sz="1800"/>
              <a:t>Connected Systems</a:t>
            </a:r>
            <a:endParaRPr sz="1800"/>
          </a:p>
        </p:txBody>
      </p:sp>
      <p:grpSp>
        <p:nvGrpSpPr>
          <p:cNvPr id="968" name="Google Shape;968;p51"/>
          <p:cNvGrpSpPr/>
          <p:nvPr/>
        </p:nvGrpSpPr>
        <p:grpSpPr>
          <a:xfrm>
            <a:off x="5220106" y="1520070"/>
            <a:ext cx="539307" cy="465445"/>
            <a:chOff x="3075928" y="2445798"/>
            <a:chExt cx="363243" cy="300675"/>
          </a:xfrm>
        </p:grpSpPr>
        <p:sp>
          <p:nvSpPr>
            <p:cNvPr id="969" name="Google Shape;969;p51"/>
            <p:cNvSpPr/>
            <p:nvPr/>
          </p:nvSpPr>
          <p:spPr>
            <a:xfrm>
              <a:off x="3227168" y="2675542"/>
              <a:ext cx="37002" cy="10581"/>
            </a:xfrm>
            <a:custGeom>
              <a:rect b="b" l="l" r="r" t="t"/>
              <a:pathLst>
                <a:path extrusionOk="0" h="334" w="1168">
                  <a:moveTo>
                    <a:pt x="167" y="0"/>
                  </a:moveTo>
                  <a:cubicBezTo>
                    <a:pt x="84" y="0"/>
                    <a:pt x="1" y="72"/>
                    <a:pt x="1" y="167"/>
                  </a:cubicBezTo>
                  <a:cubicBezTo>
                    <a:pt x="1" y="262"/>
                    <a:pt x="84" y="334"/>
                    <a:pt x="167" y="334"/>
                  </a:cubicBezTo>
                  <a:lnTo>
                    <a:pt x="1001" y="334"/>
                  </a:lnTo>
                  <a:cubicBezTo>
                    <a:pt x="1096" y="334"/>
                    <a:pt x="1167" y="262"/>
                    <a:pt x="1167" y="167"/>
                  </a:cubicBezTo>
                  <a:cubicBezTo>
                    <a:pt x="1167" y="72"/>
                    <a:pt x="1096" y="0"/>
                    <a:pt x="1001"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0" name="Google Shape;970;p51"/>
            <p:cNvSpPr/>
            <p:nvPr/>
          </p:nvSpPr>
          <p:spPr>
            <a:xfrm>
              <a:off x="3075928" y="2445798"/>
              <a:ext cx="363243" cy="300675"/>
            </a:xfrm>
            <a:custGeom>
              <a:rect b="b" l="l" r="r" t="t"/>
              <a:pathLst>
                <a:path extrusionOk="0" h="9491" w="11466">
                  <a:moveTo>
                    <a:pt x="7299" y="2787"/>
                  </a:moveTo>
                  <a:cubicBezTo>
                    <a:pt x="7322" y="2895"/>
                    <a:pt x="7370" y="3002"/>
                    <a:pt x="7418" y="3085"/>
                  </a:cubicBezTo>
                  <a:lnTo>
                    <a:pt x="1548" y="3085"/>
                  </a:lnTo>
                  <a:lnTo>
                    <a:pt x="1548" y="2787"/>
                  </a:lnTo>
                  <a:close/>
                  <a:moveTo>
                    <a:pt x="8323" y="4121"/>
                  </a:moveTo>
                  <a:lnTo>
                    <a:pt x="8323" y="6026"/>
                  </a:lnTo>
                  <a:lnTo>
                    <a:pt x="6418" y="6026"/>
                  </a:lnTo>
                  <a:lnTo>
                    <a:pt x="6418" y="4121"/>
                  </a:lnTo>
                  <a:close/>
                  <a:moveTo>
                    <a:pt x="6370" y="8467"/>
                  </a:moveTo>
                  <a:lnTo>
                    <a:pt x="6477" y="8550"/>
                  </a:lnTo>
                  <a:lnTo>
                    <a:pt x="4227" y="8550"/>
                  </a:lnTo>
                  <a:lnTo>
                    <a:pt x="4334" y="8467"/>
                  </a:lnTo>
                  <a:close/>
                  <a:moveTo>
                    <a:pt x="9835" y="8050"/>
                  </a:moveTo>
                  <a:lnTo>
                    <a:pt x="10216" y="8550"/>
                  </a:lnTo>
                  <a:lnTo>
                    <a:pt x="7037" y="8550"/>
                  </a:lnTo>
                  <a:lnTo>
                    <a:pt x="6549" y="8169"/>
                  </a:lnTo>
                  <a:cubicBezTo>
                    <a:pt x="6525" y="8133"/>
                    <a:pt x="6489" y="8133"/>
                    <a:pt x="6441" y="8133"/>
                  </a:cubicBezTo>
                  <a:lnTo>
                    <a:pt x="4286" y="8133"/>
                  </a:lnTo>
                  <a:cubicBezTo>
                    <a:pt x="4239" y="8133"/>
                    <a:pt x="4215" y="8145"/>
                    <a:pt x="4179" y="8169"/>
                  </a:cubicBezTo>
                  <a:lnTo>
                    <a:pt x="3691" y="8550"/>
                  </a:lnTo>
                  <a:lnTo>
                    <a:pt x="524" y="8550"/>
                  </a:lnTo>
                  <a:lnTo>
                    <a:pt x="893" y="8050"/>
                  </a:lnTo>
                  <a:close/>
                  <a:moveTo>
                    <a:pt x="9578" y="0"/>
                  </a:moveTo>
                  <a:cubicBezTo>
                    <a:pt x="9500" y="0"/>
                    <a:pt x="9417" y="68"/>
                    <a:pt x="9406" y="156"/>
                  </a:cubicBezTo>
                  <a:cubicBezTo>
                    <a:pt x="9394" y="240"/>
                    <a:pt x="9466" y="335"/>
                    <a:pt x="9561" y="347"/>
                  </a:cubicBezTo>
                  <a:cubicBezTo>
                    <a:pt x="10454" y="466"/>
                    <a:pt x="11121" y="1228"/>
                    <a:pt x="11121" y="2133"/>
                  </a:cubicBezTo>
                  <a:cubicBezTo>
                    <a:pt x="11121" y="3133"/>
                    <a:pt x="10311" y="3930"/>
                    <a:pt x="9323" y="3930"/>
                  </a:cubicBezTo>
                  <a:cubicBezTo>
                    <a:pt x="8323" y="3930"/>
                    <a:pt x="7513" y="3133"/>
                    <a:pt x="7513" y="2133"/>
                  </a:cubicBezTo>
                  <a:cubicBezTo>
                    <a:pt x="7513" y="1287"/>
                    <a:pt x="8108" y="561"/>
                    <a:pt x="8930" y="382"/>
                  </a:cubicBezTo>
                  <a:cubicBezTo>
                    <a:pt x="9025" y="359"/>
                    <a:pt x="9085" y="275"/>
                    <a:pt x="9061" y="180"/>
                  </a:cubicBezTo>
                  <a:cubicBezTo>
                    <a:pt x="9050" y="104"/>
                    <a:pt x="8969" y="48"/>
                    <a:pt x="8892" y="48"/>
                  </a:cubicBezTo>
                  <a:cubicBezTo>
                    <a:pt x="8885" y="48"/>
                    <a:pt x="8877" y="48"/>
                    <a:pt x="8870" y="49"/>
                  </a:cubicBezTo>
                  <a:cubicBezTo>
                    <a:pt x="8394" y="156"/>
                    <a:pt x="7977" y="406"/>
                    <a:pt x="7668" y="775"/>
                  </a:cubicBezTo>
                  <a:cubicBezTo>
                    <a:pt x="7406" y="1097"/>
                    <a:pt x="7251" y="1466"/>
                    <a:pt x="7203" y="1859"/>
                  </a:cubicBezTo>
                  <a:lnTo>
                    <a:pt x="5513" y="1859"/>
                  </a:lnTo>
                  <a:cubicBezTo>
                    <a:pt x="5417" y="1859"/>
                    <a:pt x="5346" y="1930"/>
                    <a:pt x="5346" y="2014"/>
                  </a:cubicBezTo>
                  <a:cubicBezTo>
                    <a:pt x="5346" y="2109"/>
                    <a:pt x="5417" y="2180"/>
                    <a:pt x="5513" y="2180"/>
                  </a:cubicBezTo>
                  <a:lnTo>
                    <a:pt x="7191" y="2180"/>
                  </a:lnTo>
                  <a:cubicBezTo>
                    <a:pt x="7191" y="2275"/>
                    <a:pt x="7203" y="2359"/>
                    <a:pt x="7215" y="2454"/>
                  </a:cubicBezTo>
                  <a:lnTo>
                    <a:pt x="1381" y="2454"/>
                  </a:lnTo>
                  <a:cubicBezTo>
                    <a:pt x="1298" y="2454"/>
                    <a:pt x="1215" y="2526"/>
                    <a:pt x="1215" y="2609"/>
                  </a:cubicBezTo>
                  <a:lnTo>
                    <a:pt x="1215" y="3240"/>
                  </a:lnTo>
                  <a:lnTo>
                    <a:pt x="1215" y="6955"/>
                  </a:lnTo>
                  <a:cubicBezTo>
                    <a:pt x="1215" y="7050"/>
                    <a:pt x="1298" y="7121"/>
                    <a:pt x="1381" y="7121"/>
                  </a:cubicBezTo>
                  <a:lnTo>
                    <a:pt x="7275" y="7121"/>
                  </a:lnTo>
                  <a:cubicBezTo>
                    <a:pt x="7370" y="7121"/>
                    <a:pt x="7442" y="7050"/>
                    <a:pt x="7442" y="6955"/>
                  </a:cubicBezTo>
                  <a:cubicBezTo>
                    <a:pt x="7442" y="6871"/>
                    <a:pt x="7370" y="6800"/>
                    <a:pt x="7275" y="6800"/>
                  </a:cubicBezTo>
                  <a:lnTo>
                    <a:pt x="1560" y="6800"/>
                  </a:lnTo>
                  <a:lnTo>
                    <a:pt x="1560" y="3418"/>
                  </a:lnTo>
                  <a:lnTo>
                    <a:pt x="7656" y="3418"/>
                  </a:lnTo>
                  <a:cubicBezTo>
                    <a:pt x="7751" y="3549"/>
                    <a:pt x="7858" y="3669"/>
                    <a:pt x="7989" y="3776"/>
                  </a:cubicBezTo>
                  <a:lnTo>
                    <a:pt x="6263" y="3776"/>
                  </a:lnTo>
                  <a:cubicBezTo>
                    <a:pt x="6179" y="3776"/>
                    <a:pt x="6096" y="3847"/>
                    <a:pt x="6096" y="3942"/>
                  </a:cubicBezTo>
                  <a:lnTo>
                    <a:pt x="6096" y="6181"/>
                  </a:lnTo>
                  <a:cubicBezTo>
                    <a:pt x="6096" y="6276"/>
                    <a:pt x="6179" y="6347"/>
                    <a:pt x="6263" y="6347"/>
                  </a:cubicBezTo>
                  <a:lnTo>
                    <a:pt x="8513" y="6347"/>
                  </a:lnTo>
                  <a:cubicBezTo>
                    <a:pt x="8596" y="6347"/>
                    <a:pt x="8680" y="6276"/>
                    <a:pt x="8680" y="6181"/>
                  </a:cubicBezTo>
                  <a:lnTo>
                    <a:pt x="8680" y="4145"/>
                  </a:lnTo>
                  <a:cubicBezTo>
                    <a:pt x="8846" y="4192"/>
                    <a:pt x="9001" y="4240"/>
                    <a:pt x="9168" y="4252"/>
                  </a:cubicBezTo>
                  <a:lnTo>
                    <a:pt x="9168" y="6800"/>
                  </a:lnTo>
                  <a:lnTo>
                    <a:pt x="8096" y="6800"/>
                  </a:lnTo>
                  <a:cubicBezTo>
                    <a:pt x="8001" y="6800"/>
                    <a:pt x="7930" y="6871"/>
                    <a:pt x="7930" y="6955"/>
                  </a:cubicBezTo>
                  <a:cubicBezTo>
                    <a:pt x="7930" y="7050"/>
                    <a:pt x="8001" y="7121"/>
                    <a:pt x="8096" y="7121"/>
                  </a:cubicBezTo>
                  <a:lnTo>
                    <a:pt x="9335" y="7121"/>
                  </a:lnTo>
                  <a:cubicBezTo>
                    <a:pt x="9418" y="7121"/>
                    <a:pt x="9489" y="7050"/>
                    <a:pt x="9489" y="6955"/>
                  </a:cubicBezTo>
                  <a:lnTo>
                    <a:pt x="9489" y="4240"/>
                  </a:lnTo>
                  <a:cubicBezTo>
                    <a:pt x="9585" y="4240"/>
                    <a:pt x="9656" y="4216"/>
                    <a:pt x="9751" y="4204"/>
                  </a:cubicBezTo>
                  <a:lnTo>
                    <a:pt x="9751" y="7705"/>
                  </a:lnTo>
                  <a:lnTo>
                    <a:pt x="965" y="7705"/>
                  </a:lnTo>
                  <a:lnTo>
                    <a:pt x="965" y="2168"/>
                  </a:lnTo>
                  <a:lnTo>
                    <a:pt x="4846" y="2168"/>
                  </a:lnTo>
                  <a:cubicBezTo>
                    <a:pt x="4941" y="2168"/>
                    <a:pt x="5013" y="2097"/>
                    <a:pt x="5013" y="2002"/>
                  </a:cubicBezTo>
                  <a:cubicBezTo>
                    <a:pt x="5013" y="1918"/>
                    <a:pt x="4941" y="1835"/>
                    <a:pt x="4846" y="1835"/>
                  </a:cubicBezTo>
                  <a:lnTo>
                    <a:pt x="786" y="1835"/>
                  </a:lnTo>
                  <a:cubicBezTo>
                    <a:pt x="703" y="1835"/>
                    <a:pt x="619" y="1918"/>
                    <a:pt x="619" y="2002"/>
                  </a:cubicBezTo>
                  <a:lnTo>
                    <a:pt x="619" y="7812"/>
                  </a:lnTo>
                  <a:lnTo>
                    <a:pt x="24" y="8598"/>
                  </a:lnTo>
                  <a:cubicBezTo>
                    <a:pt x="12" y="8622"/>
                    <a:pt x="0" y="8657"/>
                    <a:pt x="0" y="8705"/>
                  </a:cubicBezTo>
                  <a:lnTo>
                    <a:pt x="0" y="9324"/>
                  </a:lnTo>
                  <a:cubicBezTo>
                    <a:pt x="0" y="9419"/>
                    <a:pt x="72" y="9491"/>
                    <a:pt x="167" y="9491"/>
                  </a:cubicBezTo>
                  <a:lnTo>
                    <a:pt x="7930" y="9491"/>
                  </a:lnTo>
                  <a:cubicBezTo>
                    <a:pt x="8025" y="9491"/>
                    <a:pt x="8096" y="9419"/>
                    <a:pt x="8096" y="9324"/>
                  </a:cubicBezTo>
                  <a:cubicBezTo>
                    <a:pt x="8096" y="9241"/>
                    <a:pt x="8025" y="9157"/>
                    <a:pt x="7930" y="9157"/>
                  </a:cubicBezTo>
                  <a:lnTo>
                    <a:pt x="322" y="9157"/>
                  </a:lnTo>
                  <a:lnTo>
                    <a:pt x="322" y="8883"/>
                  </a:lnTo>
                  <a:lnTo>
                    <a:pt x="10359" y="8883"/>
                  </a:lnTo>
                  <a:lnTo>
                    <a:pt x="10359" y="9157"/>
                  </a:lnTo>
                  <a:lnTo>
                    <a:pt x="8585" y="9157"/>
                  </a:lnTo>
                  <a:cubicBezTo>
                    <a:pt x="8501" y="9157"/>
                    <a:pt x="8418" y="9241"/>
                    <a:pt x="8418" y="9324"/>
                  </a:cubicBezTo>
                  <a:cubicBezTo>
                    <a:pt x="8418" y="9419"/>
                    <a:pt x="8501" y="9491"/>
                    <a:pt x="8585" y="9491"/>
                  </a:cubicBezTo>
                  <a:lnTo>
                    <a:pt x="10525" y="9491"/>
                  </a:lnTo>
                  <a:cubicBezTo>
                    <a:pt x="10609" y="9491"/>
                    <a:pt x="10680" y="9419"/>
                    <a:pt x="10680" y="9324"/>
                  </a:cubicBezTo>
                  <a:lnTo>
                    <a:pt x="10680" y="8705"/>
                  </a:lnTo>
                  <a:cubicBezTo>
                    <a:pt x="10680" y="8669"/>
                    <a:pt x="10668" y="8622"/>
                    <a:pt x="10656" y="8598"/>
                  </a:cubicBezTo>
                  <a:lnTo>
                    <a:pt x="10061" y="7812"/>
                  </a:lnTo>
                  <a:lnTo>
                    <a:pt x="10061" y="4097"/>
                  </a:lnTo>
                  <a:cubicBezTo>
                    <a:pt x="10894" y="3823"/>
                    <a:pt x="11466" y="3049"/>
                    <a:pt x="11466" y="2121"/>
                  </a:cubicBezTo>
                  <a:cubicBezTo>
                    <a:pt x="11466" y="1049"/>
                    <a:pt x="10656" y="144"/>
                    <a:pt x="9597" y="1"/>
                  </a:cubicBezTo>
                  <a:cubicBezTo>
                    <a:pt x="9590" y="1"/>
                    <a:pt x="9584" y="0"/>
                    <a:pt x="9578"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1" name="Google Shape;971;p51"/>
            <p:cNvSpPr/>
            <p:nvPr/>
          </p:nvSpPr>
          <p:spPr>
            <a:xfrm>
              <a:off x="3141537" y="2565390"/>
              <a:ext cx="37763" cy="37382"/>
            </a:xfrm>
            <a:custGeom>
              <a:rect b="b" l="l" r="r" t="t"/>
              <a:pathLst>
                <a:path extrusionOk="0" h="1180" w="1192">
                  <a:moveTo>
                    <a:pt x="846" y="322"/>
                  </a:moveTo>
                  <a:lnTo>
                    <a:pt x="846" y="834"/>
                  </a:lnTo>
                  <a:lnTo>
                    <a:pt x="346" y="834"/>
                  </a:lnTo>
                  <a:lnTo>
                    <a:pt x="346" y="322"/>
                  </a:lnTo>
                  <a:close/>
                  <a:moveTo>
                    <a:pt x="156" y="1"/>
                  </a:moveTo>
                  <a:cubicBezTo>
                    <a:pt x="72" y="1"/>
                    <a:pt x="1" y="72"/>
                    <a:pt x="1" y="167"/>
                  </a:cubicBezTo>
                  <a:lnTo>
                    <a:pt x="1" y="1013"/>
                  </a:lnTo>
                  <a:cubicBezTo>
                    <a:pt x="1" y="1096"/>
                    <a:pt x="72" y="1179"/>
                    <a:pt x="156" y="1179"/>
                  </a:cubicBezTo>
                  <a:lnTo>
                    <a:pt x="1013" y="1179"/>
                  </a:lnTo>
                  <a:cubicBezTo>
                    <a:pt x="1096" y="1179"/>
                    <a:pt x="1180" y="1096"/>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2" name="Google Shape;972;p51"/>
            <p:cNvSpPr/>
            <p:nvPr/>
          </p:nvSpPr>
          <p:spPr>
            <a:xfrm>
              <a:off x="3185287" y="2565390"/>
              <a:ext cx="73593" cy="10233"/>
            </a:xfrm>
            <a:custGeom>
              <a:rect b="b" l="l" r="r" t="t"/>
              <a:pathLst>
                <a:path extrusionOk="0" h="323" w="2323">
                  <a:moveTo>
                    <a:pt x="168" y="1"/>
                  </a:moveTo>
                  <a:cubicBezTo>
                    <a:pt x="72" y="1"/>
                    <a:pt x="1" y="72"/>
                    <a:pt x="1" y="167"/>
                  </a:cubicBezTo>
                  <a:cubicBezTo>
                    <a:pt x="1" y="251"/>
                    <a:pt x="72" y="322"/>
                    <a:pt x="168" y="322"/>
                  </a:cubicBezTo>
                  <a:lnTo>
                    <a:pt x="2144" y="322"/>
                  </a:lnTo>
                  <a:cubicBezTo>
                    <a:pt x="2239" y="322"/>
                    <a:pt x="2311" y="251"/>
                    <a:pt x="2311" y="167"/>
                  </a:cubicBezTo>
                  <a:cubicBezTo>
                    <a:pt x="2323"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3" name="Google Shape;973;p51"/>
            <p:cNvSpPr/>
            <p:nvPr/>
          </p:nvSpPr>
          <p:spPr>
            <a:xfrm>
              <a:off x="3185287" y="2578601"/>
              <a:ext cx="73593" cy="10201"/>
            </a:xfrm>
            <a:custGeom>
              <a:rect b="b" l="l" r="r" t="t"/>
              <a:pathLst>
                <a:path extrusionOk="0" h="322" w="2323">
                  <a:moveTo>
                    <a:pt x="168" y="0"/>
                  </a:moveTo>
                  <a:cubicBezTo>
                    <a:pt x="72" y="0"/>
                    <a:pt x="1" y="72"/>
                    <a:pt x="1" y="167"/>
                  </a:cubicBezTo>
                  <a:cubicBezTo>
                    <a:pt x="1" y="250"/>
                    <a:pt x="72" y="322"/>
                    <a:pt x="168" y="322"/>
                  </a:cubicBezTo>
                  <a:lnTo>
                    <a:pt x="2144" y="322"/>
                  </a:lnTo>
                  <a:cubicBezTo>
                    <a:pt x="2239" y="322"/>
                    <a:pt x="2311" y="250"/>
                    <a:pt x="2311" y="167"/>
                  </a:cubicBezTo>
                  <a:cubicBezTo>
                    <a:pt x="2323"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4" name="Google Shape;974;p51"/>
            <p:cNvSpPr/>
            <p:nvPr/>
          </p:nvSpPr>
          <p:spPr>
            <a:xfrm>
              <a:off x="3185287" y="2591811"/>
              <a:ext cx="73212" cy="10201"/>
            </a:xfrm>
            <a:custGeom>
              <a:rect b="b" l="l" r="r" t="t"/>
              <a:pathLst>
                <a:path extrusionOk="0" h="322" w="2311">
                  <a:moveTo>
                    <a:pt x="168" y="0"/>
                  </a:moveTo>
                  <a:cubicBezTo>
                    <a:pt x="72" y="0"/>
                    <a:pt x="1" y="72"/>
                    <a:pt x="1" y="167"/>
                  </a:cubicBezTo>
                  <a:cubicBezTo>
                    <a:pt x="1" y="250"/>
                    <a:pt x="72" y="322"/>
                    <a:pt x="168" y="322"/>
                  </a:cubicBezTo>
                  <a:lnTo>
                    <a:pt x="2144" y="322"/>
                  </a:lnTo>
                  <a:cubicBezTo>
                    <a:pt x="2239" y="322"/>
                    <a:pt x="2311" y="250"/>
                    <a:pt x="2311" y="167"/>
                  </a:cubicBezTo>
                  <a:cubicBezTo>
                    <a:pt x="2311"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5" name="Google Shape;975;p51"/>
            <p:cNvSpPr/>
            <p:nvPr/>
          </p:nvSpPr>
          <p:spPr>
            <a:xfrm>
              <a:off x="3141537" y="2609520"/>
              <a:ext cx="37763" cy="37382"/>
            </a:xfrm>
            <a:custGeom>
              <a:rect b="b" l="l" r="r" t="t"/>
              <a:pathLst>
                <a:path extrusionOk="0" h="1180" w="1192">
                  <a:moveTo>
                    <a:pt x="846" y="346"/>
                  </a:moveTo>
                  <a:lnTo>
                    <a:pt x="846" y="858"/>
                  </a:lnTo>
                  <a:lnTo>
                    <a:pt x="346" y="858"/>
                  </a:lnTo>
                  <a:lnTo>
                    <a:pt x="346" y="346"/>
                  </a:lnTo>
                  <a:close/>
                  <a:moveTo>
                    <a:pt x="156" y="1"/>
                  </a:moveTo>
                  <a:cubicBezTo>
                    <a:pt x="72" y="1"/>
                    <a:pt x="1" y="72"/>
                    <a:pt x="1" y="167"/>
                  </a:cubicBezTo>
                  <a:lnTo>
                    <a:pt x="1" y="1013"/>
                  </a:lnTo>
                  <a:cubicBezTo>
                    <a:pt x="1" y="1108"/>
                    <a:pt x="72" y="1179"/>
                    <a:pt x="156" y="1179"/>
                  </a:cubicBezTo>
                  <a:lnTo>
                    <a:pt x="1013" y="1179"/>
                  </a:lnTo>
                  <a:cubicBezTo>
                    <a:pt x="1096" y="1179"/>
                    <a:pt x="1180" y="1108"/>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6" name="Google Shape;976;p51"/>
            <p:cNvSpPr/>
            <p:nvPr/>
          </p:nvSpPr>
          <p:spPr>
            <a:xfrm>
              <a:off x="3185287" y="2609520"/>
              <a:ext cx="73212" cy="10613"/>
            </a:xfrm>
            <a:custGeom>
              <a:rect b="b" l="l" r="r" t="t"/>
              <a:pathLst>
                <a:path extrusionOk="0" h="335" w="2311">
                  <a:moveTo>
                    <a:pt x="168" y="1"/>
                  </a:moveTo>
                  <a:cubicBezTo>
                    <a:pt x="72" y="1"/>
                    <a:pt x="1" y="72"/>
                    <a:pt x="1" y="167"/>
                  </a:cubicBezTo>
                  <a:cubicBezTo>
                    <a:pt x="1" y="263"/>
                    <a:pt x="72" y="334"/>
                    <a:pt x="168" y="334"/>
                  </a:cubicBezTo>
                  <a:lnTo>
                    <a:pt x="2144" y="334"/>
                  </a:lnTo>
                  <a:cubicBezTo>
                    <a:pt x="2239" y="334"/>
                    <a:pt x="2311" y="263"/>
                    <a:pt x="2311" y="167"/>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7" name="Google Shape;977;p51"/>
            <p:cNvSpPr/>
            <p:nvPr/>
          </p:nvSpPr>
          <p:spPr>
            <a:xfrm>
              <a:off x="3185287" y="2622731"/>
              <a:ext cx="73212" cy="10581"/>
            </a:xfrm>
            <a:custGeom>
              <a:rect b="b" l="l" r="r" t="t"/>
              <a:pathLst>
                <a:path extrusionOk="0" h="334" w="2311">
                  <a:moveTo>
                    <a:pt x="168" y="0"/>
                  </a:moveTo>
                  <a:cubicBezTo>
                    <a:pt x="72" y="0"/>
                    <a:pt x="1" y="84"/>
                    <a:pt x="1" y="167"/>
                  </a:cubicBezTo>
                  <a:cubicBezTo>
                    <a:pt x="1" y="262"/>
                    <a:pt x="72" y="334"/>
                    <a:pt x="168" y="334"/>
                  </a:cubicBezTo>
                  <a:lnTo>
                    <a:pt x="2144" y="334"/>
                  </a:lnTo>
                  <a:cubicBezTo>
                    <a:pt x="2239" y="334"/>
                    <a:pt x="2311" y="262"/>
                    <a:pt x="2311" y="167"/>
                  </a:cubicBezTo>
                  <a:cubicBezTo>
                    <a:pt x="2311" y="84"/>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8" name="Google Shape;978;p51"/>
            <p:cNvSpPr/>
            <p:nvPr/>
          </p:nvSpPr>
          <p:spPr>
            <a:xfrm>
              <a:off x="3185287" y="2636670"/>
              <a:ext cx="73212" cy="10233"/>
            </a:xfrm>
            <a:custGeom>
              <a:rect b="b" l="l" r="r" t="t"/>
              <a:pathLst>
                <a:path extrusionOk="0" h="323" w="2311">
                  <a:moveTo>
                    <a:pt x="168" y="1"/>
                  </a:moveTo>
                  <a:cubicBezTo>
                    <a:pt x="72" y="1"/>
                    <a:pt x="1" y="72"/>
                    <a:pt x="1" y="156"/>
                  </a:cubicBezTo>
                  <a:cubicBezTo>
                    <a:pt x="1" y="251"/>
                    <a:pt x="72" y="322"/>
                    <a:pt x="168" y="322"/>
                  </a:cubicBezTo>
                  <a:lnTo>
                    <a:pt x="2144" y="322"/>
                  </a:lnTo>
                  <a:cubicBezTo>
                    <a:pt x="2239" y="322"/>
                    <a:pt x="2311" y="251"/>
                    <a:pt x="2311" y="156"/>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9" name="Google Shape;979;p51"/>
            <p:cNvSpPr/>
            <p:nvPr/>
          </p:nvSpPr>
          <p:spPr>
            <a:xfrm>
              <a:off x="3330509" y="2471839"/>
              <a:ext cx="82653" cy="82653"/>
            </a:xfrm>
            <a:custGeom>
              <a:rect b="b" l="l" r="r" t="t"/>
              <a:pathLst>
                <a:path extrusionOk="0" h="2609" w="2609">
                  <a:moveTo>
                    <a:pt x="346" y="1287"/>
                  </a:moveTo>
                  <a:lnTo>
                    <a:pt x="429" y="1323"/>
                  </a:lnTo>
                  <a:cubicBezTo>
                    <a:pt x="668" y="1418"/>
                    <a:pt x="727" y="1501"/>
                    <a:pt x="727" y="1549"/>
                  </a:cubicBezTo>
                  <a:cubicBezTo>
                    <a:pt x="727" y="1573"/>
                    <a:pt x="668" y="1656"/>
                    <a:pt x="465" y="1775"/>
                  </a:cubicBezTo>
                  <a:cubicBezTo>
                    <a:pt x="394" y="1644"/>
                    <a:pt x="346" y="1489"/>
                    <a:pt x="346" y="1334"/>
                  </a:cubicBezTo>
                  <a:lnTo>
                    <a:pt x="346" y="1311"/>
                  </a:lnTo>
                  <a:lnTo>
                    <a:pt x="346" y="1287"/>
                  </a:lnTo>
                  <a:close/>
                  <a:moveTo>
                    <a:pt x="1203" y="346"/>
                  </a:moveTo>
                  <a:cubicBezTo>
                    <a:pt x="1191" y="358"/>
                    <a:pt x="1180" y="394"/>
                    <a:pt x="1168" y="406"/>
                  </a:cubicBezTo>
                  <a:cubicBezTo>
                    <a:pt x="1025" y="632"/>
                    <a:pt x="1108" y="799"/>
                    <a:pt x="1168" y="882"/>
                  </a:cubicBezTo>
                  <a:cubicBezTo>
                    <a:pt x="1311" y="1096"/>
                    <a:pt x="1525" y="1132"/>
                    <a:pt x="1668" y="1168"/>
                  </a:cubicBezTo>
                  <a:cubicBezTo>
                    <a:pt x="1846" y="1203"/>
                    <a:pt x="1858" y="1203"/>
                    <a:pt x="1882" y="1334"/>
                  </a:cubicBezTo>
                  <a:cubicBezTo>
                    <a:pt x="1882" y="1430"/>
                    <a:pt x="1703" y="1549"/>
                    <a:pt x="1525" y="1656"/>
                  </a:cubicBezTo>
                  <a:cubicBezTo>
                    <a:pt x="1299" y="1787"/>
                    <a:pt x="1049" y="1954"/>
                    <a:pt x="953" y="2192"/>
                  </a:cubicBezTo>
                  <a:cubicBezTo>
                    <a:pt x="870" y="2156"/>
                    <a:pt x="787" y="2120"/>
                    <a:pt x="715" y="2061"/>
                  </a:cubicBezTo>
                  <a:cubicBezTo>
                    <a:pt x="703" y="2037"/>
                    <a:pt x="691" y="2025"/>
                    <a:pt x="668" y="2025"/>
                  </a:cubicBezTo>
                  <a:cubicBezTo>
                    <a:pt x="941" y="1882"/>
                    <a:pt x="1060" y="1704"/>
                    <a:pt x="1060" y="1525"/>
                  </a:cubicBezTo>
                  <a:cubicBezTo>
                    <a:pt x="1060" y="1370"/>
                    <a:pt x="965" y="1168"/>
                    <a:pt x="549" y="1001"/>
                  </a:cubicBezTo>
                  <a:cubicBezTo>
                    <a:pt x="513" y="989"/>
                    <a:pt x="453" y="953"/>
                    <a:pt x="418" y="930"/>
                  </a:cubicBezTo>
                  <a:cubicBezTo>
                    <a:pt x="549" y="596"/>
                    <a:pt x="870" y="394"/>
                    <a:pt x="1203" y="346"/>
                  </a:cubicBezTo>
                  <a:close/>
                  <a:moveTo>
                    <a:pt x="1644" y="394"/>
                  </a:moveTo>
                  <a:cubicBezTo>
                    <a:pt x="1858" y="465"/>
                    <a:pt x="2049" y="644"/>
                    <a:pt x="2180" y="858"/>
                  </a:cubicBezTo>
                  <a:cubicBezTo>
                    <a:pt x="2251" y="989"/>
                    <a:pt x="2275" y="1132"/>
                    <a:pt x="2275" y="1299"/>
                  </a:cubicBezTo>
                  <a:cubicBezTo>
                    <a:pt x="2251" y="1668"/>
                    <a:pt x="2061" y="2001"/>
                    <a:pt x="1727" y="2168"/>
                  </a:cubicBezTo>
                  <a:cubicBezTo>
                    <a:pt x="1596" y="2239"/>
                    <a:pt x="1441" y="2263"/>
                    <a:pt x="1299" y="2263"/>
                  </a:cubicBezTo>
                  <a:cubicBezTo>
                    <a:pt x="1370" y="2168"/>
                    <a:pt x="1501" y="2061"/>
                    <a:pt x="1703" y="1942"/>
                  </a:cubicBezTo>
                  <a:cubicBezTo>
                    <a:pt x="1942" y="1787"/>
                    <a:pt x="2215" y="1608"/>
                    <a:pt x="2203" y="1311"/>
                  </a:cubicBezTo>
                  <a:cubicBezTo>
                    <a:pt x="2192" y="930"/>
                    <a:pt x="1918" y="870"/>
                    <a:pt x="1739" y="822"/>
                  </a:cubicBezTo>
                  <a:cubicBezTo>
                    <a:pt x="1620" y="799"/>
                    <a:pt x="1501" y="775"/>
                    <a:pt x="1441" y="680"/>
                  </a:cubicBezTo>
                  <a:cubicBezTo>
                    <a:pt x="1418" y="632"/>
                    <a:pt x="1465" y="537"/>
                    <a:pt x="1644" y="394"/>
                  </a:cubicBezTo>
                  <a:close/>
                  <a:moveTo>
                    <a:pt x="1299" y="1"/>
                  </a:moveTo>
                  <a:cubicBezTo>
                    <a:pt x="727" y="1"/>
                    <a:pt x="227" y="358"/>
                    <a:pt x="60" y="918"/>
                  </a:cubicBezTo>
                  <a:cubicBezTo>
                    <a:pt x="13" y="1037"/>
                    <a:pt x="1" y="1168"/>
                    <a:pt x="1" y="1299"/>
                  </a:cubicBezTo>
                  <a:lnTo>
                    <a:pt x="1" y="1334"/>
                  </a:lnTo>
                  <a:cubicBezTo>
                    <a:pt x="1" y="1608"/>
                    <a:pt x="96" y="1870"/>
                    <a:pt x="275" y="2085"/>
                  </a:cubicBezTo>
                  <a:lnTo>
                    <a:pt x="275" y="2108"/>
                  </a:lnTo>
                  <a:cubicBezTo>
                    <a:pt x="346" y="2192"/>
                    <a:pt x="418" y="2263"/>
                    <a:pt x="513" y="2346"/>
                  </a:cubicBezTo>
                  <a:cubicBezTo>
                    <a:pt x="656" y="2466"/>
                    <a:pt x="846" y="2537"/>
                    <a:pt x="1049" y="2585"/>
                  </a:cubicBezTo>
                  <a:cubicBezTo>
                    <a:pt x="1120" y="2596"/>
                    <a:pt x="1203" y="2608"/>
                    <a:pt x="1299" y="2608"/>
                  </a:cubicBezTo>
                  <a:cubicBezTo>
                    <a:pt x="1501" y="2608"/>
                    <a:pt x="1703" y="2561"/>
                    <a:pt x="1894" y="2477"/>
                  </a:cubicBezTo>
                  <a:cubicBezTo>
                    <a:pt x="2323" y="2251"/>
                    <a:pt x="2608" y="1811"/>
                    <a:pt x="2608" y="1311"/>
                  </a:cubicBezTo>
                  <a:cubicBezTo>
                    <a:pt x="2596" y="1096"/>
                    <a:pt x="2549" y="894"/>
                    <a:pt x="2442" y="703"/>
                  </a:cubicBezTo>
                  <a:cubicBezTo>
                    <a:pt x="2275" y="370"/>
                    <a:pt x="1965" y="144"/>
                    <a:pt x="1620" y="49"/>
                  </a:cubicBezTo>
                  <a:cubicBezTo>
                    <a:pt x="1525" y="13"/>
                    <a:pt x="1406" y="1"/>
                    <a:pt x="129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980" name="Google Shape;980;p51"/>
          <p:cNvSpPr txBox="1"/>
          <p:nvPr/>
        </p:nvSpPr>
        <p:spPr>
          <a:xfrm>
            <a:off x="252450" y="778600"/>
            <a:ext cx="8816700" cy="554100"/>
          </a:xfrm>
          <a:prstGeom prst="rect">
            <a:avLst/>
          </a:prstGeom>
          <a:solidFill>
            <a:srgbClr val="D0E0E3"/>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rgbClr val="1F1F1F"/>
                </a:solidFill>
                <a:latin typeface="Roboto"/>
                <a:ea typeface="Roboto"/>
                <a:cs typeface="Roboto"/>
                <a:sym typeface="Roboto"/>
              </a:rPr>
              <a:t>AquaChain</a:t>
            </a:r>
            <a:r>
              <a:rPr lang="en" sz="1200">
                <a:solidFill>
                  <a:srgbClr val="1F1F1F"/>
                </a:solidFill>
                <a:latin typeface="Roboto"/>
                <a:ea typeface="Roboto"/>
                <a:cs typeface="Roboto"/>
                <a:sym typeface="Roboto"/>
              </a:rPr>
              <a:t> is a cloud-based platform that revolutionizes water management by collecting real-time water quality and usage data directly from deployed IoT sensors. </a:t>
            </a:r>
            <a:endParaRPr sz="1200">
              <a:solidFill>
                <a:schemeClr val="dk1"/>
              </a:solidFill>
              <a:latin typeface="Roboto"/>
              <a:ea typeface="Roboto"/>
              <a:cs typeface="Roboto"/>
              <a:sym typeface="Roboto"/>
            </a:endParaRPr>
          </a:p>
        </p:txBody>
      </p:sp>
      <p:sp>
        <p:nvSpPr>
          <p:cNvPr id="981" name="Google Shape;981;p51"/>
          <p:cNvSpPr txBox="1"/>
          <p:nvPr/>
        </p:nvSpPr>
        <p:spPr>
          <a:xfrm>
            <a:off x="6932850" y="4784150"/>
            <a:ext cx="20349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Rachana</a:t>
            </a:r>
            <a:endParaRPr sz="1200">
              <a:solidFill>
                <a:schemeClr val="dk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52"/>
          <p:cNvSpPr txBox="1"/>
          <p:nvPr>
            <p:ph type="title"/>
          </p:nvPr>
        </p:nvSpPr>
        <p:spPr>
          <a:xfrm>
            <a:off x="5729450" y="1973300"/>
            <a:ext cx="3356400" cy="1626600"/>
          </a:xfrm>
          <a:prstGeom prst="rect">
            <a:avLst/>
          </a:prstGeom>
          <a:noFill/>
          <a:ln>
            <a:noFill/>
          </a:ln>
        </p:spPr>
        <p:txBody>
          <a:bodyPr anchorCtr="0" anchor="t" bIns="91425" lIns="91425" spcFirstLastPara="1" rIns="91425" wrap="square" tIns="91425">
            <a:noAutofit/>
          </a:bodyPr>
          <a:lstStyle/>
          <a:p>
            <a:pPr indent="0" lvl="0" marL="0" rtl="0" algn="r">
              <a:lnSpc>
                <a:spcPct val="90000"/>
              </a:lnSpc>
              <a:spcBef>
                <a:spcPts val="0"/>
              </a:spcBef>
              <a:spcAft>
                <a:spcPts val="0"/>
              </a:spcAft>
              <a:buClr>
                <a:srgbClr val="EDEDED"/>
              </a:buClr>
              <a:buSzPts val="3600"/>
              <a:buFont typeface="Corbel"/>
              <a:buNone/>
            </a:pPr>
            <a:r>
              <a:rPr lang="en"/>
              <a:t>Short Term Planning</a:t>
            </a:r>
            <a:endParaRPr/>
          </a:p>
        </p:txBody>
      </p:sp>
      <p:sp>
        <p:nvSpPr>
          <p:cNvPr id="987" name="Google Shape;987;p52"/>
          <p:cNvSpPr txBox="1"/>
          <p:nvPr>
            <p:ph idx="2" type="title"/>
          </p:nvPr>
        </p:nvSpPr>
        <p:spPr>
          <a:xfrm>
            <a:off x="6695277" y="539500"/>
            <a:ext cx="2181600" cy="1280100"/>
          </a:xfrm>
          <a:prstGeom prst="rect">
            <a:avLst/>
          </a:prstGeom>
          <a:noFill/>
          <a:ln>
            <a:noFill/>
          </a:ln>
        </p:spPr>
        <p:txBody>
          <a:bodyPr anchorCtr="0" anchor="ctr" bIns="91425" lIns="91425" spcFirstLastPara="1" rIns="91425" wrap="square" tIns="91425">
            <a:noAutofit/>
          </a:bodyPr>
          <a:lstStyle/>
          <a:p>
            <a:pPr indent="0" lvl="0" marL="0" rtl="0" algn="r">
              <a:lnSpc>
                <a:spcPct val="90000"/>
              </a:lnSpc>
              <a:spcBef>
                <a:spcPts val="0"/>
              </a:spcBef>
              <a:spcAft>
                <a:spcPts val="0"/>
              </a:spcAft>
              <a:buClr>
                <a:schemeClr val="lt1"/>
              </a:buClr>
              <a:buSzPts val="6000"/>
              <a:buFont typeface="Corbel"/>
              <a:buNone/>
            </a:pPr>
            <a:r>
              <a:rPr lang="en"/>
              <a:t>05</a:t>
            </a:r>
            <a:endParaRPr/>
          </a:p>
        </p:txBody>
      </p:sp>
      <p:sp>
        <p:nvSpPr>
          <p:cNvPr id="988" name="Google Shape;988;p52"/>
          <p:cNvSpPr txBox="1"/>
          <p:nvPr/>
        </p:nvSpPr>
        <p:spPr>
          <a:xfrm>
            <a:off x="7918200" y="4673500"/>
            <a:ext cx="12258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Patrick</a:t>
            </a:r>
            <a:endParaRPr sz="1200">
              <a:solidFill>
                <a:schemeClr val="dk1"/>
              </a:solidFill>
              <a:latin typeface="Roboto"/>
              <a:ea typeface="Roboto"/>
              <a:cs typeface="Roboto"/>
              <a:sym typeface="Roboto"/>
            </a:endParaRPr>
          </a:p>
        </p:txBody>
      </p:sp>
      <p:pic>
        <p:nvPicPr>
          <p:cNvPr id="989" name="Google Shape;989;p52"/>
          <p:cNvPicPr preferRelativeResize="0"/>
          <p:nvPr/>
        </p:nvPicPr>
        <p:blipFill>
          <a:blip r:embed="rId3">
            <a:alphaModFix/>
          </a:blip>
          <a:stretch>
            <a:fillRect/>
          </a:stretch>
        </p:blipFill>
        <p:spPr>
          <a:xfrm>
            <a:off x="653750" y="957075"/>
            <a:ext cx="4632225" cy="2842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53"/>
          <p:cNvSpPr txBox="1"/>
          <p:nvPr>
            <p:ph type="title"/>
          </p:nvPr>
        </p:nvSpPr>
        <p:spPr>
          <a:xfrm>
            <a:off x="673575" y="2593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rgbClr val="EDEDED"/>
              </a:buClr>
              <a:buSzPts val="3000"/>
              <a:buFont typeface="Corbel"/>
              <a:buNone/>
            </a:pPr>
            <a:r>
              <a:rPr lang="en"/>
              <a:t>AquaChain’s Short Term Plan </a:t>
            </a:r>
            <a:endParaRPr/>
          </a:p>
        </p:txBody>
      </p:sp>
      <p:pic>
        <p:nvPicPr>
          <p:cNvPr id="995" name="Google Shape;995;p53"/>
          <p:cNvPicPr preferRelativeResize="0"/>
          <p:nvPr/>
        </p:nvPicPr>
        <p:blipFill>
          <a:blip r:embed="rId3">
            <a:alphaModFix/>
          </a:blip>
          <a:stretch>
            <a:fillRect/>
          </a:stretch>
        </p:blipFill>
        <p:spPr>
          <a:xfrm>
            <a:off x="85550" y="832025"/>
            <a:ext cx="4415398" cy="4066825"/>
          </a:xfrm>
          <a:prstGeom prst="rect">
            <a:avLst/>
          </a:prstGeom>
          <a:noFill/>
          <a:ln>
            <a:noFill/>
          </a:ln>
        </p:spPr>
      </p:pic>
      <p:pic>
        <p:nvPicPr>
          <p:cNvPr id="996" name="Google Shape;996;p53"/>
          <p:cNvPicPr preferRelativeResize="0"/>
          <p:nvPr/>
        </p:nvPicPr>
        <p:blipFill>
          <a:blip r:embed="rId4">
            <a:alphaModFix/>
          </a:blip>
          <a:stretch>
            <a:fillRect/>
          </a:stretch>
        </p:blipFill>
        <p:spPr>
          <a:xfrm>
            <a:off x="4589650" y="832025"/>
            <a:ext cx="4401950" cy="4066825"/>
          </a:xfrm>
          <a:prstGeom prst="rect">
            <a:avLst/>
          </a:prstGeom>
          <a:noFill/>
          <a:ln>
            <a:noFill/>
          </a:ln>
        </p:spPr>
      </p:pic>
      <p:sp>
        <p:nvSpPr>
          <p:cNvPr id="997" name="Google Shape;997;p53"/>
          <p:cNvSpPr txBox="1"/>
          <p:nvPr/>
        </p:nvSpPr>
        <p:spPr>
          <a:xfrm>
            <a:off x="80025" y="4842025"/>
            <a:ext cx="8891100" cy="21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t>*Tasks highlighted in red represent high priority actions and Ad Hoc’s highlighted in orange represent low-medium priority actions</a:t>
            </a:r>
            <a:endParaRPr sz="1100">
              <a:solidFill>
                <a:schemeClr val="dk1"/>
              </a:solidFill>
              <a:latin typeface="Roboto"/>
              <a:ea typeface="Roboto"/>
              <a:cs typeface="Roboto"/>
              <a:sym typeface="Roboto"/>
            </a:endParaRPr>
          </a:p>
        </p:txBody>
      </p:sp>
      <p:pic>
        <p:nvPicPr>
          <p:cNvPr id="998" name="Google Shape;998;p53" title="AQUACHAIN SHORT TERM PLAN.mp3">
            <a:hlinkClick r:id="rId5"/>
          </p:cNvPr>
          <p:cNvPicPr preferRelativeResize="0"/>
          <p:nvPr/>
        </p:nvPicPr>
        <p:blipFill>
          <a:blip r:embed="rId6">
            <a:alphaModFix/>
          </a:blip>
          <a:stretch>
            <a:fillRect/>
          </a:stretch>
        </p:blipFill>
        <p:spPr>
          <a:xfrm>
            <a:off x="8529975" y="152400"/>
            <a:ext cx="457200" cy="457200"/>
          </a:xfrm>
          <a:prstGeom prst="rect">
            <a:avLst/>
          </a:prstGeom>
          <a:noFill/>
          <a:ln>
            <a:noFill/>
          </a:ln>
        </p:spPr>
      </p:pic>
      <p:sp>
        <p:nvSpPr>
          <p:cNvPr id="999" name="Google Shape;999;p53"/>
          <p:cNvSpPr txBox="1"/>
          <p:nvPr/>
        </p:nvSpPr>
        <p:spPr>
          <a:xfrm>
            <a:off x="7973900" y="4842025"/>
            <a:ext cx="12258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Slide by Patrick</a:t>
            </a:r>
            <a:endParaRPr sz="1200">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54"/>
          <p:cNvSpPr txBox="1"/>
          <p:nvPr>
            <p:ph type="title"/>
          </p:nvPr>
        </p:nvSpPr>
        <p:spPr>
          <a:xfrm>
            <a:off x="5060975" y="1666150"/>
            <a:ext cx="3537300" cy="1710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Medium"/>
                <a:ea typeface="Roboto Medium"/>
                <a:cs typeface="Roboto Medium"/>
                <a:sym typeface="Roboto Medium"/>
              </a:rPr>
              <a:t>Thank You !</a:t>
            </a:r>
            <a:endParaRPr>
              <a:latin typeface="Roboto Medium"/>
              <a:ea typeface="Roboto Medium"/>
              <a:cs typeface="Roboto Medium"/>
              <a:sym typeface="Roboto Medium"/>
            </a:endParaRPr>
          </a:p>
          <a:p>
            <a:pPr indent="0" lvl="0" marL="0" rtl="0" algn="ctr">
              <a:spcBef>
                <a:spcPts val="0"/>
              </a:spcBef>
              <a:spcAft>
                <a:spcPts val="0"/>
              </a:spcAft>
              <a:buNone/>
            </a:pPr>
            <a:r>
              <a:t/>
            </a:r>
            <a:endParaRPr>
              <a:latin typeface="Roboto Medium"/>
              <a:ea typeface="Roboto Medium"/>
              <a:cs typeface="Roboto Medium"/>
              <a:sym typeface="Roboto Medium"/>
            </a:endParaRPr>
          </a:p>
          <a:p>
            <a:pPr indent="0" lvl="0" marL="0" rtl="0" algn="ctr">
              <a:spcBef>
                <a:spcPts val="0"/>
              </a:spcBef>
              <a:spcAft>
                <a:spcPts val="0"/>
              </a:spcAft>
              <a:buNone/>
            </a:pPr>
            <a:r>
              <a:rPr lang="en">
                <a:latin typeface="Roboto Medium"/>
                <a:ea typeface="Roboto Medium"/>
                <a:cs typeface="Roboto Medium"/>
                <a:sym typeface="Roboto Medium"/>
              </a:rPr>
              <a:t>Any Questions? </a:t>
            </a:r>
            <a:endParaRPr>
              <a:latin typeface="Roboto Medium"/>
              <a:ea typeface="Roboto Medium"/>
              <a:cs typeface="Roboto Medium"/>
              <a:sym typeface="Roboto Medium"/>
            </a:endParaRPr>
          </a:p>
        </p:txBody>
      </p:sp>
      <p:grpSp>
        <p:nvGrpSpPr>
          <p:cNvPr id="1005" name="Google Shape;1005;p54"/>
          <p:cNvGrpSpPr/>
          <p:nvPr/>
        </p:nvGrpSpPr>
        <p:grpSpPr>
          <a:xfrm>
            <a:off x="2004965" y="1831937"/>
            <a:ext cx="1361438" cy="1027547"/>
            <a:chOff x="6264428" y="814155"/>
            <a:chExt cx="1735200" cy="1309645"/>
          </a:xfrm>
        </p:grpSpPr>
        <p:grpSp>
          <p:nvGrpSpPr>
            <p:cNvPr id="1006" name="Google Shape;1006;p54"/>
            <p:cNvGrpSpPr/>
            <p:nvPr/>
          </p:nvGrpSpPr>
          <p:grpSpPr>
            <a:xfrm>
              <a:off x="6766084" y="814155"/>
              <a:ext cx="731870" cy="241954"/>
              <a:chOff x="6908475" y="763225"/>
              <a:chExt cx="459775" cy="152000"/>
            </a:xfrm>
          </p:grpSpPr>
          <p:sp>
            <p:nvSpPr>
              <p:cNvPr id="1007" name="Google Shape;1007;p54"/>
              <p:cNvSpPr/>
              <p:nvPr/>
            </p:nvSpPr>
            <p:spPr>
              <a:xfrm>
                <a:off x="6908475" y="780700"/>
                <a:ext cx="459775" cy="134525"/>
              </a:xfrm>
              <a:custGeom>
                <a:rect b="b" l="l" r="r" t="t"/>
                <a:pathLst>
                  <a:path extrusionOk="0" fill="none" h="5381" w="18391">
                    <a:moveTo>
                      <a:pt x="18390" y="5380"/>
                    </a:moveTo>
                    <a:lnTo>
                      <a:pt x="9211" y="0"/>
                    </a:lnTo>
                    <a:lnTo>
                      <a:pt x="1" y="5380"/>
                    </a:lnTo>
                  </a:path>
                </a:pathLst>
              </a:custGeom>
              <a:noFill/>
              <a:ln cap="flat" cmpd="sng" w="9875">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54"/>
              <p:cNvSpPr/>
              <p:nvPr/>
            </p:nvSpPr>
            <p:spPr>
              <a:xfrm>
                <a:off x="7121250" y="763225"/>
                <a:ext cx="34225" cy="34225"/>
              </a:xfrm>
              <a:custGeom>
                <a:rect b="b" l="l" r="r" t="t"/>
                <a:pathLst>
                  <a:path extrusionOk="0" h="1369" w="1369">
                    <a:moveTo>
                      <a:pt x="700" y="0"/>
                    </a:moveTo>
                    <a:cubicBezTo>
                      <a:pt x="305" y="0"/>
                      <a:pt x="1" y="304"/>
                      <a:pt x="1" y="699"/>
                    </a:cubicBezTo>
                    <a:cubicBezTo>
                      <a:pt x="1" y="1064"/>
                      <a:pt x="305" y="1368"/>
                      <a:pt x="700" y="1368"/>
                    </a:cubicBezTo>
                    <a:cubicBezTo>
                      <a:pt x="1065" y="1368"/>
                      <a:pt x="1369" y="1064"/>
                      <a:pt x="1369" y="699"/>
                    </a:cubicBezTo>
                    <a:cubicBezTo>
                      <a:pt x="1369" y="304"/>
                      <a:pt x="1065" y="0"/>
                      <a:pt x="7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9" name="Google Shape;1009;p54"/>
            <p:cNvSpPr/>
            <p:nvPr/>
          </p:nvSpPr>
          <p:spPr>
            <a:xfrm>
              <a:off x="6264428" y="1056100"/>
              <a:ext cx="1735200" cy="1067700"/>
            </a:xfrm>
            <a:prstGeom prst="rect">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0" name="Google Shape;1010;p54"/>
            <p:cNvGrpSpPr/>
            <p:nvPr/>
          </p:nvGrpSpPr>
          <p:grpSpPr>
            <a:xfrm flipH="1">
              <a:off x="6334465" y="1110708"/>
              <a:ext cx="1595100" cy="958500"/>
              <a:chOff x="2966928" y="2489233"/>
              <a:chExt cx="1595100" cy="958500"/>
            </a:xfrm>
          </p:grpSpPr>
          <p:sp>
            <p:nvSpPr>
              <p:cNvPr id="1011" name="Google Shape;1011;p54"/>
              <p:cNvSpPr/>
              <p:nvPr/>
            </p:nvSpPr>
            <p:spPr>
              <a:xfrm>
                <a:off x="2966928" y="2489233"/>
                <a:ext cx="1595100" cy="95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54"/>
              <p:cNvSpPr/>
              <p:nvPr/>
            </p:nvSpPr>
            <p:spPr>
              <a:xfrm>
                <a:off x="3068661" y="2882961"/>
                <a:ext cx="390300" cy="390300"/>
              </a:xfrm>
              <a:prstGeom prst="ellipse">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54"/>
              <p:cNvSpPr/>
              <p:nvPr/>
            </p:nvSpPr>
            <p:spPr>
              <a:xfrm>
                <a:off x="3313792" y="2882961"/>
                <a:ext cx="390300" cy="390300"/>
              </a:xfrm>
              <a:prstGeom prst="ellipse">
                <a:avLst/>
              </a:prstGeom>
              <a:solidFill>
                <a:schemeClr val="accent3"/>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54"/>
              <p:cNvSpPr/>
              <p:nvPr/>
            </p:nvSpPr>
            <p:spPr>
              <a:xfrm>
                <a:off x="3191218" y="2663825"/>
                <a:ext cx="390300" cy="390300"/>
              </a:xfrm>
              <a:prstGeom prst="ellipse">
                <a:avLst/>
              </a:prstGeom>
              <a:solidFill>
                <a:schemeClr val="accent3"/>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5" name="Google Shape;1015;p54"/>
            <p:cNvGrpSpPr/>
            <p:nvPr/>
          </p:nvGrpSpPr>
          <p:grpSpPr>
            <a:xfrm>
              <a:off x="6416978" y="1279688"/>
              <a:ext cx="673901" cy="242191"/>
              <a:chOff x="8116750" y="2573743"/>
              <a:chExt cx="646800" cy="242191"/>
            </a:xfrm>
          </p:grpSpPr>
          <p:sp>
            <p:nvSpPr>
              <p:cNvPr id="1016" name="Google Shape;1016;p54"/>
              <p:cNvSpPr/>
              <p:nvPr/>
            </p:nvSpPr>
            <p:spPr>
              <a:xfrm>
                <a:off x="8116750" y="2573743"/>
                <a:ext cx="5709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54"/>
              <p:cNvSpPr/>
              <p:nvPr/>
            </p:nvSpPr>
            <p:spPr>
              <a:xfrm>
                <a:off x="8116750" y="2643294"/>
                <a:ext cx="3765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54"/>
              <p:cNvSpPr/>
              <p:nvPr/>
            </p:nvSpPr>
            <p:spPr>
              <a:xfrm>
                <a:off x="8116750" y="2712818"/>
                <a:ext cx="5112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54"/>
              <p:cNvSpPr/>
              <p:nvPr/>
            </p:nvSpPr>
            <p:spPr>
              <a:xfrm>
                <a:off x="8116750" y="2782333"/>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0" name="Google Shape;1020;p54"/>
            <p:cNvSpPr/>
            <p:nvPr/>
          </p:nvSpPr>
          <p:spPr>
            <a:xfrm>
              <a:off x="6420675" y="1581963"/>
              <a:ext cx="666526" cy="318238"/>
            </a:xfrm>
            <a:custGeom>
              <a:rect b="b" l="l" r="r" t="t"/>
              <a:pathLst>
                <a:path extrusionOk="0" h="21369" w="16749">
                  <a:moveTo>
                    <a:pt x="0" y="0"/>
                  </a:moveTo>
                  <a:lnTo>
                    <a:pt x="0" y="21368"/>
                  </a:lnTo>
                  <a:lnTo>
                    <a:pt x="16748" y="21368"/>
                  </a:lnTo>
                  <a:lnTo>
                    <a:pt x="1674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1" name="Google Shape;1021;p54"/>
          <p:cNvGrpSpPr/>
          <p:nvPr/>
        </p:nvGrpSpPr>
        <p:grpSpPr>
          <a:xfrm>
            <a:off x="1568263" y="638605"/>
            <a:ext cx="1361438" cy="1027547"/>
            <a:chOff x="1352200" y="845480"/>
            <a:chExt cx="1735200" cy="1309645"/>
          </a:xfrm>
        </p:grpSpPr>
        <p:grpSp>
          <p:nvGrpSpPr>
            <p:cNvPr id="1022" name="Google Shape;1022;p54"/>
            <p:cNvGrpSpPr/>
            <p:nvPr/>
          </p:nvGrpSpPr>
          <p:grpSpPr>
            <a:xfrm>
              <a:off x="1853856" y="845480"/>
              <a:ext cx="731870" cy="241954"/>
              <a:chOff x="6908475" y="763225"/>
              <a:chExt cx="459775" cy="152000"/>
            </a:xfrm>
          </p:grpSpPr>
          <p:sp>
            <p:nvSpPr>
              <p:cNvPr id="1023" name="Google Shape;1023;p54"/>
              <p:cNvSpPr/>
              <p:nvPr/>
            </p:nvSpPr>
            <p:spPr>
              <a:xfrm>
                <a:off x="6908475" y="780700"/>
                <a:ext cx="459775" cy="134525"/>
              </a:xfrm>
              <a:custGeom>
                <a:rect b="b" l="l" r="r" t="t"/>
                <a:pathLst>
                  <a:path extrusionOk="0" fill="none" h="5381" w="18391">
                    <a:moveTo>
                      <a:pt x="18390" y="5380"/>
                    </a:moveTo>
                    <a:lnTo>
                      <a:pt x="9211" y="0"/>
                    </a:lnTo>
                    <a:lnTo>
                      <a:pt x="1" y="5380"/>
                    </a:lnTo>
                  </a:path>
                </a:pathLst>
              </a:custGeom>
              <a:noFill/>
              <a:ln cap="flat" cmpd="sng" w="9875">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54"/>
              <p:cNvSpPr/>
              <p:nvPr/>
            </p:nvSpPr>
            <p:spPr>
              <a:xfrm>
                <a:off x="7121250" y="763225"/>
                <a:ext cx="34225" cy="34225"/>
              </a:xfrm>
              <a:custGeom>
                <a:rect b="b" l="l" r="r" t="t"/>
                <a:pathLst>
                  <a:path extrusionOk="0" h="1369" w="1369">
                    <a:moveTo>
                      <a:pt x="700" y="0"/>
                    </a:moveTo>
                    <a:cubicBezTo>
                      <a:pt x="305" y="0"/>
                      <a:pt x="1" y="304"/>
                      <a:pt x="1" y="699"/>
                    </a:cubicBezTo>
                    <a:cubicBezTo>
                      <a:pt x="1" y="1064"/>
                      <a:pt x="305" y="1368"/>
                      <a:pt x="700" y="1368"/>
                    </a:cubicBezTo>
                    <a:cubicBezTo>
                      <a:pt x="1065" y="1368"/>
                      <a:pt x="1369" y="1064"/>
                      <a:pt x="1369" y="699"/>
                    </a:cubicBezTo>
                    <a:cubicBezTo>
                      <a:pt x="1369" y="304"/>
                      <a:pt x="1065" y="0"/>
                      <a:pt x="7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5" name="Google Shape;1025;p54"/>
            <p:cNvGrpSpPr/>
            <p:nvPr/>
          </p:nvGrpSpPr>
          <p:grpSpPr>
            <a:xfrm>
              <a:off x="1352200" y="1087425"/>
              <a:ext cx="1735200" cy="1067700"/>
              <a:chOff x="2896875" y="3464350"/>
              <a:chExt cx="1735200" cy="1067700"/>
            </a:xfrm>
          </p:grpSpPr>
          <p:sp>
            <p:nvSpPr>
              <p:cNvPr id="1026" name="Google Shape;1026;p54"/>
              <p:cNvSpPr/>
              <p:nvPr/>
            </p:nvSpPr>
            <p:spPr>
              <a:xfrm>
                <a:off x="2896875" y="3464350"/>
                <a:ext cx="1735200" cy="10677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54"/>
              <p:cNvSpPr/>
              <p:nvPr/>
            </p:nvSpPr>
            <p:spPr>
              <a:xfrm>
                <a:off x="2966928" y="3523817"/>
                <a:ext cx="1595100" cy="958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54"/>
              <p:cNvSpPr/>
              <p:nvPr/>
            </p:nvSpPr>
            <p:spPr>
              <a:xfrm>
                <a:off x="3845728" y="3660025"/>
                <a:ext cx="268350" cy="686100"/>
              </a:xfrm>
              <a:prstGeom prst="flowChartCollat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54"/>
              <p:cNvSpPr/>
              <p:nvPr/>
            </p:nvSpPr>
            <p:spPr>
              <a:xfrm>
                <a:off x="4208578" y="3660025"/>
                <a:ext cx="268350" cy="686100"/>
              </a:xfrm>
              <a:prstGeom prst="flowChartCollat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0" name="Google Shape;1030;p54"/>
              <p:cNvGrpSpPr/>
              <p:nvPr/>
            </p:nvGrpSpPr>
            <p:grpSpPr>
              <a:xfrm>
                <a:off x="3049425" y="3672875"/>
                <a:ext cx="673901" cy="242191"/>
                <a:chOff x="8116750" y="2573743"/>
                <a:chExt cx="646800" cy="242191"/>
              </a:xfrm>
            </p:grpSpPr>
            <p:sp>
              <p:nvSpPr>
                <p:cNvPr id="1031" name="Google Shape;1031;p54"/>
                <p:cNvSpPr/>
                <p:nvPr/>
              </p:nvSpPr>
              <p:spPr>
                <a:xfrm>
                  <a:off x="8116750" y="2573743"/>
                  <a:ext cx="5709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54"/>
                <p:cNvSpPr/>
                <p:nvPr/>
              </p:nvSpPr>
              <p:spPr>
                <a:xfrm>
                  <a:off x="8116750" y="2643294"/>
                  <a:ext cx="3765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54"/>
                <p:cNvSpPr/>
                <p:nvPr/>
              </p:nvSpPr>
              <p:spPr>
                <a:xfrm>
                  <a:off x="8116750" y="2712818"/>
                  <a:ext cx="5112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54"/>
                <p:cNvSpPr/>
                <p:nvPr/>
              </p:nvSpPr>
              <p:spPr>
                <a:xfrm>
                  <a:off x="8116750" y="2782333"/>
                  <a:ext cx="646800" cy="3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5" name="Google Shape;1035;p54"/>
              <p:cNvSpPr/>
              <p:nvPr/>
            </p:nvSpPr>
            <p:spPr>
              <a:xfrm>
                <a:off x="3049525" y="3964950"/>
                <a:ext cx="673800" cy="381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36" name="Google Shape;1036;p54"/>
          <p:cNvGrpSpPr/>
          <p:nvPr/>
        </p:nvGrpSpPr>
        <p:grpSpPr>
          <a:xfrm>
            <a:off x="537725" y="991082"/>
            <a:ext cx="1645323" cy="3894817"/>
            <a:chOff x="715100" y="1360567"/>
            <a:chExt cx="1464592" cy="3466991"/>
          </a:xfrm>
        </p:grpSpPr>
        <p:sp>
          <p:nvSpPr>
            <p:cNvPr id="1037" name="Google Shape;1037;p54"/>
            <p:cNvSpPr/>
            <p:nvPr/>
          </p:nvSpPr>
          <p:spPr>
            <a:xfrm>
              <a:off x="1269874" y="1437970"/>
              <a:ext cx="296130" cy="351687"/>
            </a:xfrm>
            <a:custGeom>
              <a:rect b="b" l="l" r="r" t="t"/>
              <a:pathLst>
                <a:path extrusionOk="0" h="7438" w="6263">
                  <a:moveTo>
                    <a:pt x="3136" y="0"/>
                  </a:moveTo>
                  <a:cubicBezTo>
                    <a:pt x="2698" y="0"/>
                    <a:pt x="2242" y="68"/>
                    <a:pt x="1794" y="190"/>
                  </a:cubicBezTo>
                  <a:cubicBezTo>
                    <a:pt x="1" y="676"/>
                    <a:pt x="153" y="2500"/>
                    <a:pt x="153" y="2500"/>
                  </a:cubicBezTo>
                  <a:cubicBezTo>
                    <a:pt x="153" y="2500"/>
                    <a:pt x="31" y="3199"/>
                    <a:pt x="548" y="3412"/>
                  </a:cubicBezTo>
                  <a:cubicBezTo>
                    <a:pt x="578" y="3412"/>
                    <a:pt x="578" y="5266"/>
                    <a:pt x="3131" y="5661"/>
                  </a:cubicBezTo>
                  <a:lnTo>
                    <a:pt x="3344" y="7120"/>
                  </a:lnTo>
                  <a:cubicBezTo>
                    <a:pt x="3344" y="7120"/>
                    <a:pt x="3466" y="7438"/>
                    <a:pt x="3930" y="7438"/>
                  </a:cubicBezTo>
                  <a:cubicBezTo>
                    <a:pt x="3983" y="7438"/>
                    <a:pt x="4041" y="7434"/>
                    <a:pt x="4104" y="7424"/>
                  </a:cubicBezTo>
                  <a:cubicBezTo>
                    <a:pt x="4682" y="7333"/>
                    <a:pt x="4651" y="7029"/>
                    <a:pt x="4651" y="7029"/>
                  </a:cubicBezTo>
                  <a:lnTo>
                    <a:pt x="4651" y="5266"/>
                  </a:lnTo>
                  <a:cubicBezTo>
                    <a:pt x="4651" y="5266"/>
                    <a:pt x="6262" y="4445"/>
                    <a:pt x="5897" y="2257"/>
                  </a:cubicBezTo>
                  <a:cubicBezTo>
                    <a:pt x="5601" y="616"/>
                    <a:pt x="4450" y="0"/>
                    <a:pt x="3136" y="0"/>
                  </a:cubicBezTo>
                  <a:close/>
                </a:path>
              </a:pathLst>
            </a:custGeom>
            <a:solidFill>
              <a:srgbClr val="583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54"/>
            <p:cNvSpPr/>
            <p:nvPr/>
          </p:nvSpPr>
          <p:spPr>
            <a:xfrm>
              <a:off x="1268456" y="1360567"/>
              <a:ext cx="306154" cy="197641"/>
            </a:xfrm>
            <a:custGeom>
              <a:rect b="b" l="l" r="r" t="t"/>
              <a:pathLst>
                <a:path extrusionOk="0" h="4180" w="6475">
                  <a:moveTo>
                    <a:pt x="4186" y="1"/>
                  </a:moveTo>
                  <a:cubicBezTo>
                    <a:pt x="3759" y="1"/>
                    <a:pt x="3384" y="259"/>
                    <a:pt x="3009" y="490"/>
                  </a:cubicBezTo>
                  <a:cubicBezTo>
                    <a:pt x="2797" y="611"/>
                    <a:pt x="2614" y="733"/>
                    <a:pt x="2401" y="885"/>
                  </a:cubicBezTo>
                  <a:cubicBezTo>
                    <a:pt x="2349" y="806"/>
                    <a:pt x="2251" y="727"/>
                    <a:pt x="2146" y="727"/>
                  </a:cubicBezTo>
                  <a:cubicBezTo>
                    <a:pt x="2130" y="727"/>
                    <a:pt x="2114" y="729"/>
                    <a:pt x="2098" y="733"/>
                  </a:cubicBezTo>
                  <a:cubicBezTo>
                    <a:pt x="1915" y="733"/>
                    <a:pt x="1763" y="885"/>
                    <a:pt x="1642" y="1006"/>
                  </a:cubicBezTo>
                  <a:cubicBezTo>
                    <a:pt x="1368" y="1280"/>
                    <a:pt x="1125" y="1553"/>
                    <a:pt x="912" y="1888"/>
                  </a:cubicBezTo>
                  <a:cubicBezTo>
                    <a:pt x="790" y="2040"/>
                    <a:pt x="699" y="2222"/>
                    <a:pt x="639" y="2435"/>
                  </a:cubicBezTo>
                  <a:cubicBezTo>
                    <a:pt x="547" y="2435"/>
                    <a:pt x="456" y="2465"/>
                    <a:pt x="365" y="2526"/>
                  </a:cubicBezTo>
                  <a:cubicBezTo>
                    <a:pt x="152" y="2648"/>
                    <a:pt x="91" y="2921"/>
                    <a:pt x="61" y="3134"/>
                  </a:cubicBezTo>
                  <a:cubicBezTo>
                    <a:pt x="0" y="3468"/>
                    <a:pt x="0" y="3803"/>
                    <a:pt x="122" y="4107"/>
                  </a:cubicBezTo>
                  <a:cubicBezTo>
                    <a:pt x="144" y="4151"/>
                    <a:pt x="183" y="4179"/>
                    <a:pt x="225" y="4179"/>
                  </a:cubicBezTo>
                  <a:cubicBezTo>
                    <a:pt x="241" y="4179"/>
                    <a:pt x="257" y="4176"/>
                    <a:pt x="274" y="4168"/>
                  </a:cubicBezTo>
                  <a:cubicBezTo>
                    <a:pt x="386" y="4010"/>
                    <a:pt x="581" y="3920"/>
                    <a:pt x="761" y="3920"/>
                  </a:cubicBezTo>
                  <a:cubicBezTo>
                    <a:pt x="825" y="3920"/>
                    <a:pt x="887" y="3931"/>
                    <a:pt x="942" y="3955"/>
                  </a:cubicBezTo>
                  <a:cubicBezTo>
                    <a:pt x="942" y="4014"/>
                    <a:pt x="994" y="4061"/>
                    <a:pt x="1038" y="4061"/>
                  </a:cubicBezTo>
                  <a:cubicBezTo>
                    <a:pt x="1062" y="4061"/>
                    <a:pt x="1084" y="4047"/>
                    <a:pt x="1094" y="4016"/>
                  </a:cubicBezTo>
                  <a:cubicBezTo>
                    <a:pt x="1246" y="3772"/>
                    <a:pt x="1338" y="3499"/>
                    <a:pt x="1429" y="3195"/>
                  </a:cubicBezTo>
                  <a:cubicBezTo>
                    <a:pt x="1429" y="3134"/>
                    <a:pt x="1459" y="3043"/>
                    <a:pt x="1459" y="2982"/>
                  </a:cubicBezTo>
                  <a:cubicBezTo>
                    <a:pt x="1459" y="2952"/>
                    <a:pt x="1490" y="2891"/>
                    <a:pt x="1490" y="2861"/>
                  </a:cubicBezTo>
                  <a:cubicBezTo>
                    <a:pt x="2249" y="2830"/>
                    <a:pt x="3009" y="2739"/>
                    <a:pt x="3708" y="2465"/>
                  </a:cubicBezTo>
                  <a:lnTo>
                    <a:pt x="3739" y="2465"/>
                  </a:lnTo>
                  <a:cubicBezTo>
                    <a:pt x="4012" y="2587"/>
                    <a:pt x="4286" y="2648"/>
                    <a:pt x="4560" y="2678"/>
                  </a:cubicBezTo>
                  <a:lnTo>
                    <a:pt x="4955" y="2678"/>
                  </a:lnTo>
                  <a:cubicBezTo>
                    <a:pt x="5076" y="2678"/>
                    <a:pt x="5167" y="2678"/>
                    <a:pt x="5289" y="2709"/>
                  </a:cubicBezTo>
                  <a:cubicBezTo>
                    <a:pt x="5380" y="2739"/>
                    <a:pt x="5411" y="2861"/>
                    <a:pt x="5471" y="2952"/>
                  </a:cubicBezTo>
                  <a:cubicBezTo>
                    <a:pt x="5563" y="3043"/>
                    <a:pt x="5684" y="3073"/>
                    <a:pt x="5806" y="3073"/>
                  </a:cubicBezTo>
                  <a:cubicBezTo>
                    <a:pt x="6019" y="3073"/>
                    <a:pt x="6292" y="2952"/>
                    <a:pt x="6383" y="2769"/>
                  </a:cubicBezTo>
                  <a:cubicBezTo>
                    <a:pt x="6474" y="2648"/>
                    <a:pt x="6474" y="2496"/>
                    <a:pt x="6414" y="2405"/>
                  </a:cubicBezTo>
                  <a:cubicBezTo>
                    <a:pt x="6383" y="2313"/>
                    <a:pt x="6323" y="2283"/>
                    <a:pt x="6231" y="2253"/>
                  </a:cubicBezTo>
                  <a:cubicBezTo>
                    <a:pt x="6383" y="2009"/>
                    <a:pt x="6474" y="1736"/>
                    <a:pt x="6444" y="1493"/>
                  </a:cubicBezTo>
                  <a:cubicBezTo>
                    <a:pt x="6414" y="1219"/>
                    <a:pt x="6262" y="1006"/>
                    <a:pt x="6019" y="885"/>
                  </a:cubicBezTo>
                  <a:cubicBezTo>
                    <a:pt x="5988" y="885"/>
                    <a:pt x="5958" y="854"/>
                    <a:pt x="5927" y="854"/>
                  </a:cubicBezTo>
                  <a:cubicBezTo>
                    <a:pt x="5958" y="824"/>
                    <a:pt x="5958" y="763"/>
                    <a:pt x="5958" y="733"/>
                  </a:cubicBezTo>
                  <a:cubicBezTo>
                    <a:pt x="5958" y="581"/>
                    <a:pt x="5836" y="490"/>
                    <a:pt x="5715" y="459"/>
                  </a:cubicBezTo>
                  <a:cubicBezTo>
                    <a:pt x="5670" y="441"/>
                    <a:pt x="5626" y="434"/>
                    <a:pt x="5581" y="434"/>
                  </a:cubicBezTo>
                  <a:cubicBezTo>
                    <a:pt x="5474" y="434"/>
                    <a:pt x="5366" y="477"/>
                    <a:pt x="5259" y="520"/>
                  </a:cubicBezTo>
                  <a:cubicBezTo>
                    <a:pt x="5167" y="581"/>
                    <a:pt x="5046" y="611"/>
                    <a:pt x="4924" y="672"/>
                  </a:cubicBezTo>
                  <a:cubicBezTo>
                    <a:pt x="4924" y="520"/>
                    <a:pt x="4864" y="398"/>
                    <a:pt x="4803" y="277"/>
                  </a:cubicBezTo>
                  <a:cubicBezTo>
                    <a:pt x="4681" y="125"/>
                    <a:pt x="4468" y="34"/>
                    <a:pt x="4256" y="3"/>
                  </a:cubicBezTo>
                  <a:cubicBezTo>
                    <a:pt x="4232" y="2"/>
                    <a:pt x="4209" y="1"/>
                    <a:pt x="41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54"/>
            <p:cNvSpPr/>
            <p:nvPr/>
          </p:nvSpPr>
          <p:spPr>
            <a:xfrm>
              <a:off x="1106038" y="3188822"/>
              <a:ext cx="344973" cy="1345849"/>
            </a:xfrm>
            <a:custGeom>
              <a:rect b="b" l="l" r="r" t="t"/>
              <a:pathLst>
                <a:path extrusionOk="0" h="28464" w="7296">
                  <a:moveTo>
                    <a:pt x="61" y="0"/>
                  </a:moveTo>
                  <a:lnTo>
                    <a:pt x="0" y="183"/>
                  </a:lnTo>
                  <a:cubicBezTo>
                    <a:pt x="0" y="183"/>
                    <a:pt x="1034" y="9575"/>
                    <a:pt x="973" y="10943"/>
                  </a:cubicBezTo>
                  <a:cubicBezTo>
                    <a:pt x="943" y="12341"/>
                    <a:pt x="791" y="14986"/>
                    <a:pt x="973" y="16718"/>
                  </a:cubicBezTo>
                  <a:cubicBezTo>
                    <a:pt x="1156" y="18451"/>
                    <a:pt x="2858" y="26110"/>
                    <a:pt x="3070" y="27782"/>
                  </a:cubicBezTo>
                  <a:cubicBezTo>
                    <a:pt x="3070" y="27782"/>
                    <a:pt x="3959" y="28464"/>
                    <a:pt x="4850" y="28464"/>
                  </a:cubicBezTo>
                  <a:cubicBezTo>
                    <a:pt x="5367" y="28464"/>
                    <a:pt x="5886" y="28234"/>
                    <a:pt x="6232" y="27508"/>
                  </a:cubicBezTo>
                  <a:cubicBezTo>
                    <a:pt x="6232" y="27508"/>
                    <a:pt x="6049" y="13375"/>
                    <a:pt x="5928" y="11855"/>
                  </a:cubicBezTo>
                  <a:cubicBezTo>
                    <a:pt x="5776" y="10335"/>
                    <a:pt x="7295" y="608"/>
                    <a:pt x="7295" y="608"/>
                  </a:cubicBezTo>
                  <a:lnTo>
                    <a:pt x="7295" y="608"/>
                  </a:lnTo>
                  <a:cubicBezTo>
                    <a:pt x="7295" y="608"/>
                    <a:pt x="7094" y="612"/>
                    <a:pt x="6752" y="612"/>
                  </a:cubicBezTo>
                  <a:cubicBezTo>
                    <a:pt x="5440" y="612"/>
                    <a:pt x="2062" y="555"/>
                    <a:pt x="61" y="0"/>
                  </a:cubicBezTo>
                  <a:close/>
                </a:path>
              </a:pathLst>
            </a:custGeom>
            <a:solidFill>
              <a:srgbClr val="583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54"/>
            <p:cNvSpPr/>
            <p:nvPr/>
          </p:nvSpPr>
          <p:spPr>
            <a:xfrm>
              <a:off x="1450969" y="3190240"/>
              <a:ext cx="494433" cy="1208777"/>
            </a:xfrm>
            <a:custGeom>
              <a:rect b="b" l="l" r="r" t="t"/>
              <a:pathLst>
                <a:path extrusionOk="0" h="25565" w="10457">
                  <a:moveTo>
                    <a:pt x="7751" y="1"/>
                  </a:moveTo>
                  <a:cubicBezTo>
                    <a:pt x="4766" y="538"/>
                    <a:pt x="2716" y="658"/>
                    <a:pt x="1477" y="658"/>
                  </a:cubicBezTo>
                  <a:cubicBezTo>
                    <a:pt x="471" y="658"/>
                    <a:pt x="1" y="578"/>
                    <a:pt x="0" y="578"/>
                  </a:cubicBezTo>
                  <a:lnTo>
                    <a:pt x="0" y="578"/>
                  </a:lnTo>
                  <a:lnTo>
                    <a:pt x="3101" y="9302"/>
                  </a:lnTo>
                  <a:cubicBezTo>
                    <a:pt x="3101" y="9302"/>
                    <a:pt x="3101" y="10609"/>
                    <a:pt x="3314" y="13223"/>
                  </a:cubicBezTo>
                  <a:cubicBezTo>
                    <a:pt x="3557" y="15837"/>
                    <a:pt x="6961" y="24895"/>
                    <a:pt x="6961" y="24895"/>
                  </a:cubicBezTo>
                  <a:cubicBezTo>
                    <a:pt x="7501" y="25410"/>
                    <a:pt x="8175" y="25564"/>
                    <a:pt x="8787" y="25564"/>
                  </a:cubicBezTo>
                  <a:cubicBezTo>
                    <a:pt x="9690" y="25564"/>
                    <a:pt x="10457" y="25229"/>
                    <a:pt x="10457" y="25229"/>
                  </a:cubicBezTo>
                  <a:cubicBezTo>
                    <a:pt x="10457" y="25229"/>
                    <a:pt x="8724" y="10031"/>
                    <a:pt x="8481" y="8025"/>
                  </a:cubicBezTo>
                  <a:cubicBezTo>
                    <a:pt x="8207" y="6019"/>
                    <a:pt x="7751" y="1"/>
                    <a:pt x="7751" y="1"/>
                  </a:cubicBezTo>
                  <a:close/>
                </a:path>
              </a:pathLst>
            </a:custGeom>
            <a:solidFill>
              <a:srgbClr val="583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54"/>
            <p:cNvSpPr/>
            <p:nvPr/>
          </p:nvSpPr>
          <p:spPr>
            <a:xfrm>
              <a:off x="1116109" y="2467327"/>
              <a:ext cx="218492" cy="230455"/>
            </a:xfrm>
            <a:custGeom>
              <a:rect b="b" l="l" r="r" t="t"/>
              <a:pathLst>
                <a:path extrusionOk="0" h="4874" w="4621">
                  <a:moveTo>
                    <a:pt x="1885" y="1"/>
                  </a:moveTo>
                  <a:lnTo>
                    <a:pt x="0" y="2797"/>
                  </a:lnTo>
                  <a:cubicBezTo>
                    <a:pt x="0" y="2797"/>
                    <a:pt x="1581" y="4773"/>
                    <a:pt x="2219" y="4864"/>
                  </a:cubicBezTo>
                  <a:cubicBezTo>
                    <a:pt x="2266" y="4871"/>
                    <a:pt x="2308" y="4874"/>
                    <a:pt x="2347" y="4874"/>
                  </a:cubicBezTo>
                  <a:cubicBezTo>
                    <a:pt x="2859" y="4874"/>
                    <a:pt x="2675" y="4348"/>
                    <a:pt x="2675" y="4347"/>
                  </a:cubicBezTo>
                  <a:lnTo>
                    <a:pt x="2675" y="4347"/>
                  </a:lnTo>
                  <a:cubicBezTo>
                    <a:pt x="2716" y="4355"/>
                    <a:pt x="2754" y="4358"/>
                    <a:pt x="2790" y="4358"/>
                  </a:cubicBezTo>
                  <a:cubicBezTo>
                    <a:pt x="3355" y="4358"/>
                    <a:pt x="3435" y="3527"/>
                    <a:pt x="3435" y="3527"/>
                  </a:cubicBezTo>
                  <a:cubicBezTo>
                    <a:pt x="4195" y="3436"/>
                    <a:pt x="4104" y="2524"/>
                    <a:pt x="4104" y="2524"/>
                  </a:cubicBezTo>
                  <a:cubicBezTo>
                    <a:pt x="4620" y="2281"/>
                    <a:pt x="4499" y="1703"/>
                    <a:pt x="4104" y="1186"/>
                  </a:cubicBezTo>
                  <a:cubicBezTo>
                    <a:pt x="3709" y="639"/>
                    <a:pt x="1885" y="1"/>
                    <a:pt x="1885" y="1"/>
                  </a:cubicBezTo>
                  <a:close/>
                </a:path>
              </a:pathLst>
            </a:custGeom>
            <a:solidFill>
              <a:srgbClr val="583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54"/>
            <p:cNvSpPr/>
            <p:nvPr/>
          </p:nvSpPr>
          <p:spPr>
            <a:xfrm>
              <a:off x="1811693" y="2917180"/>
              <a:ext cx="104967" cy="298967"/>
            </a:xfrm>
            <a:custGeom>
              <a:rect b="b" l="l" r="r" t="t"/>
              <a:pathLst>
                <a:path extrusionOk="0" h="6323" w="2220">
                  <a:moveTo>
                    <a:pt x="62" y="1"/>
                  </a:moveTo>
                  <a:lnTo>
                    <a:pt x="62" y="62"/>
                  </a:lnTo>
                  <a:cubicBezTo>
                    <a:pt x="62" y="62"/>
                    <a:pt x="1" y="365"/>
                    <a:pt x="62" y="700"/>
                  </a:cubicBezTo>
                  <a:cubicBezTo>
                    <a:pt x="122" y="1065"/>
                    <a:pt x="122" y="4803"/>
                    <a:pt x="122" y="4803"/>
                  </a:cubicBezTo>
                  <a:lnTo>
                    <a:pt x="122" y="5776"/>
                  </a:lnTo>
                  <a:lnTo>
                    <a:pt x="153" y="6323"/>
                  </a:lnTo>
                  <a:cubicBezTo>
                    <a:pt x="153" y="6323"/>
                    <a:pt x="1338" y="5958"/>
                    <a:pt x="1764" y="4317"/>
                  </a:cubicBezTo>
                  <a:cubicBezTo>
                    <a:pt x="2220" y="2706"/>
                    <a:pt x="1764" y="1"/>
                    <a:pt x="1764" y="1"/>
                  </a:cubicBezTo>
                  <a:close/>
                </a:path>
              </a:pathLst>
            </a:custGeom>
            <a:solidFill>
              <a:srgbClr val="583C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54"/>
            <p:cNvSpPr/>
            <p:nvPr/>
          </p:nvSpPr>
          <p:spPr>
            <a:xfrm>
              <a:off x="715100" y="1755950"/>
              <a:ext cx="1181448" cy="1168445"/>
            </a:xfrm>
            <a:custGeom>
              <a:rect b="b" l="l" r="r" t="t"/>
              <a:pathLst>
                <a:path extrusionOk="0" h="24712" w="24987">
                  <a:moveTo>
                    <a:pt x="15016" y="0"/>
                  </a:moveTo>
                  <a:cubicBezTo>
                    <a:pt x="15016" y="0"/>
                    <a:pt x="11551" y="274"/>
                    <a:pt x="10427" y="547"/>
                  </a:cubicBezTo>
                  <a:cubicBezTo>
                    <a:pt x="9332" y="790"/>
                    <a:pt x="7509" y="2432"/>
                    <a:pt x="6718" y="3374"/>
                  </a:cubicBezTo>
                  <a:cubicBezTo>
                    <a:pt x="5928" y="4316"/>
                    <a:pt x="1521" y="10031"/>
                    <a:pt x="761" y="11216"/>
                  </a:cubicBezTo>
                  <a:cubicBezTo>
                    <a:pt x="1" y="12371"/>
                    <a:pt x="487" y="14286"/>
                    <a:pt x="2159" y="15380"/>
                  </a:cubicBezTo>
                  <a:cubicBezTo>
                    <a:pt x="3861" y="16475"/>
                    <a:pt x="8512" y="17842"/>
                    <a:pt x="8512" y="17842"/>
                  </a:cubicBezTo>
                  <a:lnTo>
                    <a:pt x="10366" y="15046"/>
                  </a:lnTo>
                  <a:lnTo>
                    <a:pt x="5746" y="12006"/>
                  </a:lnTo>
                  <a:lnTo>
                    <a:pt x="8451" y="8632"/>
                  </a:lnTo>
                  <a:lnTo>
                    <a:pt x="8968" y="7903"/>
                  </a:lnTo>
                  <a:cubicBezTo>
                    <a:pt x="8968" y="7903"/>
                    <a:pt x="9515" y="10608"/>
                    <a:pt x="12129" y="12979"/>
                  </a:cubicBezTo>
                  <a:cubicBezTo>
                    <a:pt x="12129" y="12979"/>
                    <a:pt x="13723" y="13406"/>
                    <a:pt x="15974" y="13406"/>
                  </a:cubicBezTo>
                  <a:cubicBezTo>
                    <a:pt x="16050" y="13406"/>
                    <a:pt x="16125" y="13406"/>
                    <a:pt x="16202" y="13405"/>
                  </a:cubicBezTo>
                  <a:cubicBezTo>
                    <a:pt x="18573" y="13374"/>
                    <a:pt x="20883" y="12979"/>
                    <a:pt x="20883" y="12979"/>
                  </a:cubicBezTo>
                  <a:cubicBezTo>
                    <a:pt x="20883" y="12979"/>
                    <a:pt x="21004" y="13557"/>
                    <a:pt x="20944" y="13830"/>
                  </a:cubicBezTo>
                  <a:cubicBezTo>
                    <a:pt x="20913" y="14104"/>
                    <a:pt x="20852" y="14438"/>
                    <a:pt x="20852" y="14438"/>
                  </a:cubicBezTo>
                  <a:cubicBezTo>
                    <a:pt x="20852" y="14438"/>
                    <a:pt x="21764" y="16718"/>
                    <a:pt x="22099" y="18146"/>
                  </a:cubicBezTo>
                  <a:cubicBezTo>
                    <a:pt x="22433" y="19605"/>
                    <a:pt x="23223" y="24712"/>
                    <a:pt x="23223" y="24712"/>
                  </a:cubicBezTo>
                  <a:lnTo>
                    <a:pt x="24986" y="24560"/>
                  </a:lnTo>
                  <a:cubicBezTo>
                    <a:pt x="24986" y="24560"/>
                    <a:pt x="24409" y="14712"/>
                    <a:pt x="24196" y="12979"/>
                  </a:cubicBezTo>
                  <a:cubicBezTo>
                    <a:pt x="23983" y="11246"/>
                    <a:pt x="23010" y="4620"/>
                    <a:pt x="22828" y="3587"/>
                  </a:cubicBezTo>
                  <a:cubicBezTo>
                    <a:pt x="22676" y="2553"/>
                    <a:pt x="22038" y="1611"/>
                    <a:pt x="20974" y="1064"/>
                  </a:cubicBezTo>
                  <a:cubicBezTo>
                    <a:pt x="19910" y="486"/>
                    <a:pt x="16415" y="0"/>
                    <a:pt x="16415" y="0"/>
                  </a:cubicBezTo>
                  <a:cubicBezTo>
                    <a:pt x="16415" y="0"/>
                    <a:pt x="16415" y="638"/>
                    <a:pt x="15837" y="699"/>
                  </a:cubicBezTo>
                  <a:cubicBezTo>
                    <a:pt x="15780" y="708"/>
                    <a:pt x="15728" y="712"/>
                    <a:pt x="15679" y="712"/>
                  </a:cubicBezTo>
                  <a:cubicBezTo>
                    <a:pt x="15202" y="712"/>
                    <a:pt x="15071" y="331"/>
                    <a:pt x="1501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54"/>
            <p:cNvSpPr/>
            <p:nvPr/>
          </p:nvSpPr>
          <p:spPr>
            <a:xfrm>
              <a:off x="1331674" y="1775052"/>
              <a:ext cx="296130" cy="443699"/>
            </a:xfrm>
            <a:custGeom>
              <a:rect b="b" l="l" r="r" t="t"/>
              <a:pathLst>
                <a:path extrusionOk="0" h="9384" w="6263">
                  <a:moveTo>
                    <a:pt x="2750" y="1"/>
                  </a:moveTo>
                  <a:cubicBezTo>
                    <a:pt x="2674" y="1"/>
                    <a:pt x="2598" y="8"/>
                    <a:pt x="2523" y="22"/>
                  </a:cubicBezTo>
                  <a:cubicBezTo>
                    <a:pt x="2402" y="22"/>
                    <a:pt x="2280" y="82"/>
                    <a:pt x="2189" y="143"/>
                  </a:cubicBezTo>
                  <a:cubicBezTo>
                    <a:pt x="2098" y="234"/>
                    <a:pt x="2037" y="326"/>
                    <a:pt x="1976" y="447"/>
                  </a:cubicBezTo>
                  <a:cubicBezTo>
                    <a:pt x="1946" y="569"/>
                    <a:pt x="1946" y="690"/>
                    <a:pt x="1946" y="812"/>
                  </a:cubicBezTo>
                  <a:cubicBezTo>
                    <a:pt x="1946" y="873"/>
                    <a:pt x="1946" y="964"/>
                    <a:pt x="1946" y="1055"/>
                  </a:cubicBezTo>
                  <a:cubicBezTo>
                    <a:pt x="1946" y="1055"/>
                    <a:pt x="1946" y="1085"/>
                    <a:pt x="1946" y="1085"/>
                  </a:cubicBezTo>
                  <a:cubicBezTo>
                    <a:pt x="1946" y="1116"/>
                    <a:pt x="1976" y="1146"/>
                    <a:pt x="1976" y="1207"/>
                  </a:cubicBezTo>
                  <a:cubicBezTo>
                    <a:pt x="1551" y="1997"/>
                    <a:pt x="1156" y="2818"/>
                    <a:pt x="761" y="3639"/>
                  </a:cubicBezTo>
                  <a:cubicBezTo>
                    <a:pt x="548" y="4064"/>
                    <a:pt x="335" y="4520"/>
                    <a:pt x="122" y="4946"/>
                  </a:cubicBezTo>
                  <a:cubicBezTo>
                    <a:pt x="92" y="5067"/>
                    <a:pt x="1" y="5158"/>
                    <a:pt x="61" y="5280"/>
                  </a:cubicBezTo>
                  <a:cubicBezTo>
                    <a:pt x="92" y="5402"/>
                    <a:pt x="183" y="5462"/>
                    <a:pt x="244" y="5523"/>
                  </a:cubicBezTo>
                  <a:cubicBezTo>
                    <a:pt x="396" y="5645"/>
                    <a:pt x="578" y="5766"/>
                    <a:pt x="761" y="5858"/>
                  </a:cubicBezTo>
                  <a:cubicBezTo>
                    <a:pt x="912" y="5918"/>
                    <a:pt x="1064" y="5979"/>
                    <a:pt x="1216" y="6010"/>
                  </a:cubicBezTo>
                  <a:cubicBezTo>
                    <a:pt x="1186" y="6405"/>
                    <a:pt x="1125" y="6830"/>
                    <a:pt x="1095" y="7225"/>
                  </a:cubicBezTo>
                  <a:cubicBezTo>
                    <a:pt x="1064" y="7651"/>
                    <a:pt x="1034" y="8076"/>
                    <a:pt x="1004" y="8502"/>
                  </a:cubicBezTo>
                  <a:cubicBezTo>
                    <a:pt x="1004" y="8715"/>
                    <a:pt x="1034" y="8958"/>
                    <a:pt x="1064" y="9201"/>
                  </a:cubicBezTo>
                  <a:cubicBezTo>
                    <a:pt x="1064" y="9232"/>
                    <a:pt x="1095" y="9262"/>
                    <a:pt x="1125" y="9262"/>
                  </a:cubicBezTo>
                  <a:cubicBezTo>
                    <a:pt x="1520" y="9323"/>
                    <a:pt x="1916" y="9383"/>
                    <a:pt x="2311" y="9383"/>
                  </a:cubicBezTo>
                  <a:lnTo>
                    <a:pt x="2371" y="9383"/>
                  </a:lnTo>
                  <a:cubicBezTo>
                    <a:pt x="2463" y="9383"/>
                    <a:pt x="2493" y="9262"/>
                    <a:pt x="2402" y="9232"/>
                  </a:cubicBezTo>
                  <a:cubicBezTo>
                    <a:pt x="2523" y="8289"/>
                    <a:pt x="2493" y="7317"/>
                    <a:pt x="2523" y="6374"/>
                  </a:cubicBezTo>
                  <a:cubicBezTo>
                    <a:pt x="2523" y="5888"/>
                    <a:pt x="2523" y="5402"/>
                    <a:pt x="2554" y="4915"/>
                  </a:cubicBezTo>
                  <a:cubicBezTo>
                    <a:pt x="2615" y="4429"/>
                    <a:pt x="2675" y="3943"/>
                    <a:pt x="2736" y="3487"/>
                  </a:cubicBezTo>
                  <a:cubicBezTo>
                    <a:pt x="2797" y="3031"/>
                    <a:pt x="2888" y="2575"/>
                    <a:pt x="2979" y="2119"/>
                  </a:cubicBezTo>
                  <a:cubicBezTo>
                    <a:pt x="3314" y="2970"/>
                    <a:pt x="3618" y="3821"/>
                    <a:pt x="3770" y="4703"/>
                  </a:cubicBezTo>
                  <a:cubicBezTo>
                    <a:pt x="3861" y="5158"/>
                    <a:pt x="3891" y="5614"/>
                    <a:pt x="3922" y="6101"/>
                  </a:cubicBezTo>
                  <a:cubicBezTo>
                    <a:pt x="3982" y="6587"/>
                    <a:pt x="4013" y="7073"/>
                    <a:pt x="4043" y="7529"/>
                  </a:cubicBezTo>
                  <a:cubicBezTo>
                    <a:pt x="4074" y="8076"/>
                    <a:pt x="4134" y="8624"/>
                    <a:pt x="4165" y="9171"/>
                  </a:cubicBezTo>
                  <a:cubicBezTo>
                    <a:pt x="4165" y="9232"/>
                    <a:pt x="4195" y="9262"/>
                    <a:pt x="4256" y="9262"/>
                  </a:cubicBezTo>
                  <a:cubicBezTo>
                    <a:pt x="4339" y="9267"/>
                    <a:pt x="4423" y="9270"/>
                    <a:pt x="4506" y="9270"/>
                  </a:cubicBezTo>
                  <a:cubicBezTo>
                    <a:pt x="4908" y="9270"/>
                    <a:pt x="5307" y="9211"/>
                    <a:pt x="5685" y="9110"/>
                  </a:cubicBezTo>
                  <a:cubicBezTo>
                    <a:pt x="5745" y="9080"/>
                    <a:pt x="5745" y="9049"/>
                    <a:pt x="5745" y="8988"/>
                  </a:cubicBezTo>
                  <a:lnTo>
                    <a:pt x="5320" y="6010"/>
                  </a:lnTo>
                  <a:lnTo>
                    <a:pt x="5229" y="5371"/>
                  </a:lnTo>
                  <a:cubicBezTo>
                    <a:pt x="5411" y="5310"/>
                    <a:pt x="5624" y="5219"/>
                    <a:pt x="5806" y="5128"/>
                  </a:cubicBezTo>
                  <a:cubicBezTo>
                    <a:pt x="5989" y="5037"/>
                    <a:pt x="6171" y="4946"/>
                    <a:pt x="6232" y="4763"/>
                  </a:cubicBezTo>
                  <a:cubicBezTo>
                    <a:pt x="6262" y="4733"/>
                    <a:pt x="6262" y="4703"/>
                    <a:pt x="6232" y="4672"/>
                  </a:cubicBezTo>
                  <a:cubicBezTo>
                    <a:pt x="6232" y="4642"/>
                    <a:pt x="6232" y="4611"/>
                    <a:pt x="6232" y="4581"/>
                  </a:cubicBezTo>
                  <a:cubicBezTo>
                    <a:pt x="5897" y="4186"/>
                    <a:pt x="5654" y="3760"/>
                    <a:pt x="5381" y="3335"/>
                  </a:cubicBezTo>
                  <a:cubicBezTo>
                    <a:pt x="5107" y="2909"/>
                    <a:pt x="4834" y="2453"/>
                    <a:pt x="4530" y="2058"/>
                  </a:cubicBezTo>
                  <a:cubicBezTo>
                    <a:pt x="4347" y="1815"/>
                    <a:pt x="4165" y="1602"/>
                    <a:pt x="3952" y="1420"/>
                  </a:cubicBezTo>
                  <a:cubicBezTo>
                    <a:pt x="3922" y="1389"/>
                    <a:pt x="3922" y="1389"/>
                    <a:pt x="3891" y="1389"/>
                  </a:cubicBezTo>
                  <a:cubicBezTo>
                    <a:pt x="3922" y="1359"/>
                    <a:pt x="3922" y="1329"/>
                    <a:pt x="3922" y="1298"/>
                  </a:cubicBezTo>
                  <a:cubicBezTo>
                    <a:pt x="3982" y="1025"/>
                    <a:pt x="3922" y="782"/>
                    <a:pt x="3800" y="569"/>
                  </a:cubicBezTo>
                  <a:cubicBezTo>
                    <a:pt x="3594" y="209"/>
                    <a:pt x="3171" y="1"/>
                    <a:pt x="275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54"/>
            <p:cNvSpPr/>
            <p:nvPr/>
          </p:nvSpPr>
          <p:spPr>
            <a:xfrm>
              <a:off x="1054310" y="2369639"/>
              <a:ext cx="766071" cy="852314"/>
            </a:xfrm>
            <a:custGeom>
              <a:rect b="b" l="l" r="r" t="t"/>
              <a:pathLst>
                <a:path extrusionOk="0" h="18026" w="16202">
                  <a:moveTo>
                    <a:pt x="13709" y="0"/>
                  </a:moveTo>
                  <a:lnTo>
                    <a:pt x="13709" y="0"/>
                  </a:lnTo>
                  <a:cubicBezTo>
                    <a:pt x="12343" y="314"/>
                    <a:pt x="10803" y="413"/>
                    <a:pt x="9403" y="413"/>
                  </a:cubicBezTo>
                  <a:cubicBezTo>
                    <a:pt x="7004" y="413"/>
                    <a:pt x="5016" y="122"/>
                    <a:pt x="5016" y="122"/>
                  </a:cubicBezTo>
                  <a:lnTo>
                    <a:pt x="5016" y="1520"/>
                  </a:lnTo>
                  <a:cubicBezTo>
                    <a:pt x="5016" y="1520"/>
                    <a:pt x="1064" y="6717"/>
                    <a:pt x="517" y="9666"/>
                  </a:cubicBezTo>
                  <a:cubicBezTo>
                    <a:pt x="0" y="12614"/>
                    <a:pt x="1064" y="17356"/>
                    <a:pt x="1064" y="17356"/>
                  </a:cubicBezTo>
                  <a:cubicBezTo>
                    <a:pt x="1064" y="17356"/>
                    <a:pt x="4681" y="17994"/>
                    <a:pt x="8481" y="18025"/>
                  </a:cubicBezTo>
                  <a:cubicBezTo>
                    <a:pt x="8558" y="18025"/>
                    <a:pt x="8636" y="18026"/>
                    <a:pt x="8713" y="18026"/>
                  </a:cubicBezTo>
                  <a:cubicBezTo>
                    <a:pt x="12439" y="18026"/>
                    <a:pt x="16201" y="17325"/>
                    <a:pt x="16201" y="17325"/>
                  </a:cubicBezTo>
                  <a:cubicBezTo>
                    <a:pt x="16201" y="17325"/>
                    <a:pt x="16140" y="13222"/>
                    <a:pt x="16080" y="11915"/>
                  </a:cubicBezTo>
                  <a:cubicBezTo>
                    <a:pt x="16019" y="10638"/>
                    <a:pt x="15350" y="6778"/>
                    <a:pt x="14985" y="5380"/>
                  </a:cubicBezTo>
                  <a:cubicBezTo>
                    <a:pt x="14590" y="3951"/>
                    <a:pt x="13678" y="1337"/>
                    <a:pt x="13678" y="1337"/>
                  </a:cubicBezTo>
                  <a:cubicBezTo>
                    <a:pt x="13861" y="638"/>
                    <a:pt x="13709" y="0"/>
                    <a:pt x="1370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54"/>
            <p:cNvSpPr/>
            <p:nvPr/>
          </p:nvSpPr>
          <p:spPr>
            <a:xfrm>
              <a:off x="1223868" y="4398942"/>
              <a:ext cx="271685" cy="428616"/>
            </a:xfrm>
            <a:custGeom>
              <a:rect b="b" l="l" r="r" t="t"/>
              <a:pathLst>
                <a:path extrusionOk="0" h="9065" w="5746">
                  <a:moveTo>
                    <a:pt x="3709" y="1"/>
                  </a:moveTo>
                  <a:cubicBezTo>
                    <a:pt x="3030" y="315"/>
                    <a:pt x="2412" y="419"/>
                    <a:pt x="1890" y="419"/>
                  </a:cubicBezTo>
                  <a:cubicBezTo>
                    <a:pt x="845" y="419"/>
                    <a:pt x="183" y="1"/>
                    <a:pt x="183" y="1"/>
                  </a:cubicBezTo>
                  <a:lnTo>
                    <a:pt x="183" y="1"/>
                  </a:lnTo>
                  <a:cubicBezTo>
                    <a:pt x="183" y="1"/>
                    <a:pt x="366" y="1733"/>
                    <a:pt x="183" y="2888"/>
                  </a:cubicBezTo>
                  <a:cubicBezTo>
                    <a:pt x="1" y="4043"/>
                    <a:pt x="852" y="5624"/>
                    <a:pt x="1612" y="6627"/>
                  </a:cubicBezTo>
                  <a:cubicBezTo>
                    <a:pt x="2282" y="7576"/>
                    <a:pt x="4312" y="9064"/>
                    <a:pt x="5038" y="9064"/>
                  </a:cubicBezTo>
                  <a:cubicBezTo>
                    <a:pt x="5103" y="9064"/>
                    <a:pt x="5157" y="9053"/>
                    <a:pt x="5199" y="9028"/>
                  </a:cubicBezTo>
                  <a:cubicBezTo>
                    <a:pt x="5746" y="8694"/>
                    <a:pt x="5503" y="7326"/>
                    <a:pt x="5199" y="6019"/>
                  </a:cubicBezTo>
                  <a:cubicBezTo>
                    <a:pt x="4925" y="4712"/>
                    <a:pt x="3952" y="2888"/>
                    <a:pt x="3952" y="2888"/>
                  </a:cubicBezTo>
                  <a:lnTo>
                    <a:pt x="37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54"/>
            <p:cNvSpPr/>
            <p:nvPr/>
          </p:nvSpPr>
          <p:spPr>
            <a:xfrm>
              <a:off x="1752778" y="4321351"/>
              <a:ext cx="426914" cy="332207"/>
            </a:xfrm>
            <a:custGeom>
              <a:rect b="b" l="l" r="r" t="t"/>
              <a:pathLst>
                <a:path extrusionOk="0" h="7026" w="9029">
                  <a:moveTo>
                    <a:pt x="213" y="0"/>
                  </a:moveTo>
                  <a:lnTo>
                    <a:pt x="213" y="1794"/>
                  </a:lnTo>
                  <a:cubicBezTo>
                    <a:pt x="213" y="1794"/>
                    <a:pt x="1" y="2249"/>
                    <a:pt x="213" y="2979"/>
                  </a:cubicBezTo>
                  <a:cubicBezTo>
                    <a:pt x="456" y="3739"/>
                    <a:pt x="456" y="5623"/>
                    <a:pt x="456" y="5623"/>
                  </a:cubicBezTo>
                  <a:lnTo>
                    <a:pt x="1855" y="6171"/>
                  </a:lnTo>
                  <a:lnTo>
                    <a:pt x="2007" y="4985"/>
                  </a:lnTo>
                  <a:cubicBezTo>
                    <a:pt x="2007" y="4985"/>
                    <a:pt x="2554" y="5897"/>
                    <a:pt x="3071" y="6171"/>
                  </a:cubicBezTo>
                  <a:cubicBezTo>
                    <a:pt x="3593" y="6432"/>
                    <a:pt x="5640" y="7026"/>
                    <a:pt x="7200" y="7026"/>
                  </a:cubicBezTo>
                  <a:cubicBezTo>
                    <a:pt x="7274" y="7026"/>
                    <a:pt x="7346" y="7024"/>
                    <a:pt x="7417" y="7022"/>
                  </a:cubicBezTo>
                  <a:cubicBezTo>
                    <a:pt x="9028" y="6930"/>
                    <a:pt x="8359" y="5806"/>
                    <a:pt x="7630" y="5502"/>
                  </a:cubicBezTo>
                  <a:cubicBezTo>
                    <a:pt x="6900" y="5167"/>
                    <a:pt x="4621" y="3496"/>
                    <a:pt x="4590" y="3161"/>
                  </a:cubicBezTo>
                  <a:cubicBezTo>
                    <a:pt x="4560" y="2827"/>
                    <a:pt x="3922" y="0"/>
                    <a:pt x="3922" y="0"/>
                  </a:cubicBezTo>
                  <a:cubicBezTo>
                    <a:pt x="3324" y="335"/>
                    <a:pt x="2713" y="446"/>
                    <a:pt x="2163" y="446"/>
                  </a:cubicBezTo>
                  <a:cubicBezTo>
                    <a:pt x="1064" y="446"/>
                    <a:pt x="213" y="0"/>
                    <a:pt x="2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54"/>
            <p:cNvSpPr/>
            <p:nvPr/>
          </p:nvSpPr>
          <p:spPr>
            <a:xfrm>
              <a:off x="1105612" y="2072133"/>
              <a:ext cx="108277" cy="94139"/>
            </a:xfrm>
            <a:custGeom>
              <a:rect b="b" l="l" r="r" t="t"/>
              <a:pathLst>
                <a:path extrusionOk="0" h="1991" w="2290">
                  <a:moveTo>
                    <a:pt x="1073" y="0"/>
                  </a:moveTo>
                  <a:cubicBezTo>
                    <a:pt x="1013" y="0"/>
                    <a:pt x="982" y="0"/>
                    <a:pt x="952" y="31"/>
                  </a:cubicBezTo>
                  <a:cubicBezTo>
                    <a:pt x="921" y="61"/>
                    <a:pt x="952" y="152"/>
                    <a:pt x="982" y="152"/>
                  </a:cubicBezTo>
                  <a:cubicBezTo>
                    <a:pt x="1073" y="183"/>
                    <a:pt x="1165" y="243"/>
                    <a:pt x="1256" y="274"/>
                  </a:cubicBezTo>
                  <a:cubicBezTo>
                    <a:pt x="921" y="638"/>
                    <a:pt x="617" y="1064"/>
                    <a:pt x="313" y="1490"/>
                  </a:cubicBezTo>
                  <a:cubicBezTo>
                    <a:pt x="222" y="1611"/>
                    <a:pt x="131" y="1733"/>
                    <a:pt x="40" y="1885"/>
                  </a:cubicBezTo>
                  <a:cubicBezTo>
                    <a:pt x="0" y="1944"/>
                    <a:pt x="51" y="1991"/>
                    <a:pt x="108" y="1991"/>
                  </a:cubicBezTo>
                  <a:cubicBezTo>
                    <a:pt x="138" y="1991"/>
                    <a:pt x="171" y="1977"/>
                    <a:pt x="192" y="1945"/>
                  </a:cubicBezTo>
                  <a:cubicBezTo>
                    <a:pt x="496" y="1490"/>
                    <a:pt x="830" y="1064"/>
                    <a:pt x="1165" y="638"/>
                  </a:cubicBezTo>
                  <a:cubicBezTo>
                    <a:pt x="1256" y="517"/>
                    <a:pt x="1347" y="426"/>
                    <a:pt x="1438" y="334"/>
                  </a:cubicBezTo>
                  <a:cubicBezTo>
                    <a:pt x="1681" y="395"/>
                    <a:pt x="1955" y="456"/>
                    <a:pt x="2228" y="486"/>
                  </a:cubicBezTo>
                  <a:cubicBezTo>
                    <a:pt x="2259" y="486"/>
                    <a:pt x="2289" y="426"/>
                    <a:pt x="2289" y="395"/>
                  </a:cubicBezTo>
                  <a:cubicBezTo>
                    <a:pt x="2289" y="334"/>
                    <a:pt x="2259" y="334"/>
                    <a:pt x="2228" y="304"/>
                  </a:cubicBezTo>
                  <a:cubicBezTo>
                    <a:pt x="1985" y="274"/>
                    <a:pt x="1712" y="243"/>
                    <a:pt x="1468" y="152"/>
                  </a:cubicBezTo>
                  <a:cubicBezTo>
                    <a:pt x="1468" y="152"/>
                    <a:pt x="1438" y="122"/>
                    <a:pt x="1408" y="122"/>
                  </a:cubicBezTo>
                  <a:cubicBezTo>
                    <a:pt x="1286" y="91"/>
                    <a:pt x="1165" y="61"/>
                    <a:pt x="10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54"/>
            <p:cNvSpPr/>
            <p:nvPr/>
          </p:nvSpPr>
          <p:spPr>
            <a:xfrm>
              <a:off x="906975" y="2049294"/>
              <a:ext cx="80286" cy="56266"/>
            </a:xfrm>
            <a:custGeom>
              <a:rect b="b" l="l" r="r" t="t"/>
              <a:pathLst>
                <a:path extrusionOk="0" h="1190" w="1698">
                  <a:moveTo>
                    <a:pt x="124" y="0"/>
                  </a:moveTo>
                  <a:cubicBezTo>
                    <a:pt x="52" y="0"/>
                    <a:pt x="0" y="115"/>
                    <a:pt x="77" y="166"/>
                  </a:cubicBezTo>
                  <a:cubicBezTo>
                    <a:pt x="624" y="409"/>
                    <a:pt x="1080" y="774"/>
                    <a:pt x="1505" y="1169"/>
                  </a:cubicBezTo>
                  <a:cubicBezTo>
                    <a:pt x="1526" y="1183"/>
                    <a:pt x="1548" y="1189"/>
                    <a:pt x="1569" y="1189"/>
                  </a:cubicBezTo>
                  <a:cubicBezTo>
                    <a:pt x="1640" y="1189"/>
                    <a:pt x="1697" y="1118"/>
                    <a:pt x="1627" y="1048"/>
                  </a:cubicBezTo>
                  <a:cubicBezTo>
                    <a:pt x="1201" y="653"/>
                    <a:pt x="715" y="288"/>
                    <a:pt x="168" y="14"/>
                  </a:cubicBezTo>
                  <a:cubicBezTo>
                    <a:pt x="153" y="5"/>
                    <a:pt x="138" y="0"/>
                    <a:pt x="1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54"/>
            <p:cNvSpPr/>
            <p:nvPr/>
          </p:nvSpPr>
          <p:spPr>
            <a:xfrm>
              <a:off x="1340279" y="1838932"/>
              <a:ext cx="283175" cy="378402"/>
            </a:xfrm>
            <a:custGeom>
              <a:rect b="b" l="l" r="r" t="t"/>
              <a:pathLst>
                <a:path extrusionOk="0" h="8003" w="5989">
                  <a:moveTo>
                    <a:pt x="3010" y="798"/>
                  </a:moveTo>
                  <a:cubicBezTo>
                    <a:pt x="3284" y="1285"/>
                    <a:pt x="3557" y="1771"/>
                    <a:pt x="3831" y="2257"/>
                  </a:cubicBezTo>
                  <a:cubicBezTo>
                    <a:pt x="3952" y="2500"/>
                    <a:pt x="4074" y="2744"/>
                    <a:pt x="4196" y="2956"/>
                  </a:cubicBezTo>
                  <a:cubicBezTo>
                    <a:pt x="4287" y="3078"/>
                    <a:pt x="4348" y="3200"/>
                    <a:pt x="4408" y="3321"/>
                  </a:cubicBezTo>
                  <a:cubicBezTo>
                    <a:pt x="4469" y="3443"/>
                    <a:pt x="4530" y="3564"/>
                    <a:pt x="4591" y="3686"/>
                  </a:cubicBezTo>
                  <a:cubicBezTo>
                    <a:pt x="4621" y="3777"/>
                    <a:pt x="4652" y="3868"/>
                    <a:pt x="4652" y="3990"/>
                  </a:cubicBezTo>
                  <a:cubicBezTo>
                    <a:pt x="4652" y="4051"/>
                    <a:pt x="4652" y="4142"/>
                    <a:pt x="4591" y="4203"/>
                  </a:cubicBezTo>
                  <a:cubicBezTo>
                    <a:pt x="4591" y="4203"/>
                    <a:pt x="4560" y="4203"/>
                    <a:pt x="4560" y="4233"/>
                  </a:cubicBezTo>
                  <a:cubicBezTo>
                    <a:pt x="4500" y="4233"/>
                    <a:pt x="4439" y="4233"/>
                    <a:pt x="4408" y="4172"/>
                  </a:cubicBezTo>
                  <a:cubicBezTo>
                    <a:pt x="4317" y="4111"/>
                    <a:pt x="4256" y="4020"/>
                    <a:pt x="4196" y="3929"/>
                  </a:cubicBezTo>
                  <a:cubicBezTo>
                    <a:pt x="4074" y="3716"/>
                    <a:pt x="3952" y="3473"/>
                    <a:pt x="3861" y="3260"/>
                  </a:cubicBezTo>
                  <a:cubicBezTo>
                    <a:pt x="3770" y="3017"/>
                    <a:pt x="3679" y="2774"/>
                    <a:pt x="3588" y="2531"/>
                  </a:cubicBezTo>
                  <a:cubicBezTo>
                    <a:pt x="3375" y="1953"/>
                    <a:pt x="3162" y="1376"/>
                    <a:pt x="2980" y="829"/>
                  </a:cubicBezTo>
                  <a:lnTo>
                    <a:pt x="2980" y="798"/>
                  </a:lnTo>
                  <a:close/>
                  <a:moveTo>
                    <a:pt x="2676" y="829"/>
                  </a:moveTo>
                  <a:cubicBezTo>
                    <a:pt x="2615" y="1589"/>
                    <a:pt x="2493" y="2379"/>
                    <a:pt x="2341" y="3139"/>
                  </a:cubicBezTo>
                  <a:cubicBezTo>
                    <a:pt x="2250" y="3534"/>
                    <a:pt x="2129" y="3929"/>
                    <a:pt x="2038" y="4324"/>
                  </a:cubicBezTo>
                  <a:cubicBezTo>
                    <a:pt x="1977" y="4415"/>
                    <a:pt x="1977" y="4507"/>
                    <a:pt x="1946" y="4598"/>
                  </a:cubicBezTo>
                  <a:cubicBezTo>
                    <a:pt x="1946" y="4628"/>
                    <a:pt x="1916" y="4628"/>
                    <a:pt x="1916" y="4659"/>
                  </a:cubicBezTo>
                  <a:cubicBezTo>
                    <a:pt x="1916" y="4628"/>
                    <a:pt x="1886" y="4598"/>
                    <a:pt x="1855" y="4598"/>
                  </a:cubicBezTo>
                  <a:cubicBezTo>
                    <a:pt x="1764" y="4598"/>
                    <a:pt x="1673" y="4537"/>
                    <a:pt x="1642" y="4446"/>
                  </a:cubicBezTo>
                  <a:cubicBezTo>
                    <a:pt x="1612" y="4324"/>
                    <a:pt x="1642" y="4172"/>
                    <a:pt x="1673" y="4051"/>
                  </a:cubicBezTo>
                  <a:cubicBezTo>
                    <a:pt x="1703" y="3777"/>
                    <a:pt x="1764" y="3504"/>
                    <a:pt x="1855" y="3200"/>
                  </a:cubicBezTo>
                  <a:cubicBezTo>
                    <a:pt x="2007" y="2652"/>
                    <a:pt x="2189" y="2105"/>
                    <a:pt x="2372" y="1558"/>
                  </a:cubicBezTo>
                  <a:cubicBezTo>
                    <a:pt x="2433" y="1406"/>
                    <a:pt x="2463" y="1254"/>
                    <a:pt x="2524" y="1102"/>
                  </a:cubicBezTo>
                  <a:cubicBezTo>
                    <a:pt x="2554" y="1041"/>
                    <a:pt x="2585" y="950"/>
                    <a:pt x="2615" y="890"/>
                  </a:cubicBezTo>
                  <a:cubicBezTo>
                    <a:pt x="2615" y="859"/>
                    <a:pt x="2615" y="829"/>
                    <a:pt x="2645" y="829"/>
                  </a:cubicBezTo>
                  <a:close/>
                  <a:moveTo>
                    <a:pt x="3641" y="1"/>
                  </a:moveTo>
                  <a:cubicBezTo>
                    <a:pt x="3606" y="1"/>
                    <a:pt x="3569" y="20"/>
                    <a:pt x="3557" y="69"/>
                  </a:cubicBezTo>
                  <a:cubicBezTo>
                    <a:pt x="3497" y="312"/>
                    <a:pt x="3314" y="494"/>
                    <a:pt x="3071" y="616"/>
                  </a:cubicBezTo>
                  <a:cubicBezTo>
                    <a:pt x="2980" y="646"/>
                    <a:pt x="2858" y="677"/>
                    <a:pt x="2767" y="677"/>
                  </a:cubicBezTo>
                  <a:lnTo>
                    <a:pt x="2737" y="677"/>
                  </a:lnTo>
                  <a:cubicBezTo>
                    <a:pt x="2737" y="646"/>
                    <a:pt x="2737" y="646"/>
                    <a:pt x="2706" y="646"/>
                  </a:cubicBezTo>
                  <a:cubicBezTo>
                    <a:pt x="2691" y="631"/>
                    <a:pt x="2676" y="624"/>
                    <a:pt x="2661" y="624"/>
                  </a:cubicBezTo>
                  <a:cubicBezTo>
                    <a:pt x="2645" y="624"/>
                    <a:pt x="2630" y="631"/>
                    <a:pt x="2615" y="646"/>
                  </a:cubicBezTo>
                  <a:cubicBezTo>
                    <a:pt x="2554" y="616"/>
                    <a:pt x="2493" y="586"/>
                    <a:pt x="2433" y="525"/>
                  </a:cubicBezTo>
                  <a:cubicBezTo>
                    <a:pt x="2372" y="494"/>
                    <a:pt x="2311" y="464"/>
                    <a:pt x="2250" y="434"/>
                  </a:cubicBezTo>
                  <a:cubicBezTo>
                    <a:pt x="2129" y="342"/>
                    <a:pt x="2038" y="221"/>
                    <a:pt x="1977" y="69"/>
                  </a:cubicBezTo>
                  <a:cubicBezTo>
                    <a:pt x="1965" y="33"/>
                    <a:pt x="1934" y="16"/>
                    <a:pt x="1903" y="16"/>
                  </a:cubicBezTo>
                  <a:cubicBezTo>
                    <a:pt x="1855" y="16"/>
                    <a:pt x="1806" y="56"/>
                    <a:pt x="1825" y="130"/>
                  </a:cubicBezTo>
                  <a:cubicBezTo>
                    <a:pt x="1886" y="282"/>
                    <a:pt x="1977" y="403"/>
                    <a:pt x="2098" y="525"/>
                  </a:cubicBezTo>
                  <a:cubicBezTo>
                    <a:pt x="2189" y="616"/>
                    <a:pt x="2341" y="707"/>
                    <a:pt x="2463" y="768"/>
                  </a:cubicBezTo>
                  <a:cubicBezTo>
                    <a:pt x="2463" y="798"/>
                    <a:pt x="2433" y="829"/>
                    <a:pt x="2433" y="859"/>
                  </a:cubicBezTo>
                  <a:cubicBezTo>
                    <a:pt x="2372" y="1011"/>
                    <a:pt x="2311" y="1163"/>
                    <a:pt x="2281" y="1285"/>
                  </a:cubicBezTo>
                  <a:cubicBezTo>
                    <a:pt x="2159" y="1589"/>
                    <a:pt x="2068" y="1893"/>
                    <a:pt x="1977" y="2197"/>
                  </a:cubicBezTo>
                  <a:cubicBezTo>
                    <a:pt x="1764" y="2804"/>
                    <a:pt x="1612" y="3412"/>
                    <a:pt x="1490" y="4020"/>
                  </a:cubicBezTo>
                  <a:cubicBezTo>
                    <a:pt x="1460" y="4203"/>
                    <a:pt x="1430" y="4385"/>
                    <a:pt x="1521" y="4537"/>
                  </a:cubicBezTo>
                  <a:cubicBezTo>
                    <a:pt x="1521" y="4567"/>
                    <a:pt x="1551" y="4598"/>
                    <a:pt x="1582" y="4628"/>
                  </a:cubicBezTo>
                  <a:cubicBezTo>
                    <a:pt x="1460" y="4628"/>
                    <a:pt x="1338" y="4598"/>
                    <a:pt x="1247" y="4567"/>
                  </a:cubicBezTo>
                  <a:cubicBezTo>
                    <a:pt x="822" y="4476"/>
                    <a:pt x="457" y="4294"/>
                    <a:pt x="123" y="4051"/>
                  </a:cubicBezTo>
                  <a:cubicBezTo>
                    <a:pt x="114" y="4042"/>
                    <a:pt x="102" y="4038"/>
                    <a:pt x="90" y="4038"/>
                  </a:cubicBezTo>
                  <a:cubicBezTo>
                    <a:pt x="59" y="4038"/>
                    <a:pt x="22" y="4060"/>
                    <a:pt x="1" y="4081"/>
                  </a:cubicBezTo>
                  <a:cubicBezTo>
                    <a:pt x="1" y="4111"/>
                    <a:pt x="1" y="4172"/>
                    <a:pt x="31" y="4203"/>
                  </a:cubicBezTo>
                  <a:cubicBezTo>
                    <a:pt x="366" y="4415"/>
                    <a:pt x="700" y="4598"/>
                    <a:pt x="1065" y="4689"/>
                  </a:cubicBezTo>
                  <a:cubicBezTo>
                    <a:pt x="1247" y="4750"/>
                    <a:pt x="1430" y="4780"/>
                    <a:pt x="1642" y="4811"/>
                  </a:cubicBezTo>
                  <a:cubicBezTo>
                    <a:pt x="1703" y="4811"/>
                    <a:pt x="1764" y="4824"/>
                    <a:pt x="1825" y="4824"/>
                  </a:cubicBezTo>
                  <a:cubicBezTo>
                    <a:pt x="1855" y="4824"/>
                    <a:pt x="1886" y="4821"/>
                    <a:pt x="1916" y="4811"/>
                  </a:cubicBezTo>
                  <a:cubicBezTo>
                    <a:pt x="2038" y="4811"/>
                    <a:pt x="2068" y="4719"/>
                    <a:pt x="2098" y="4628"/>
                  </a:cubicBezTo>
                  <a:cubicBezTo>
                    <a:pt x="2159" y="4446"/>
                    <a:pt x="2189" y="4294"/>
                    <a:pt x="2250" y="4111"/>
                  </a:cubicBezTo>
                  <a:lnTo>
                    <a:pt x="2250" y="4111"/>
                  </a:lnTo>
                  <a:cubicBezTo>
                    <a:pt x="2220" y="4476"/>
                    <a:pt x="2189" y="4841"/>
                    <a:pt x="2189" y="5236"/>
                  </a:cubicBezTo>
                  <a:cubicBezTo>
                    <a:pt x="2159" y="5814"/>
                    <a:pt x="2159" y="6361"/>
                    <a:pt x="2129" y="6938"/>
                  </a:cubicBezTo>
                  <a:cubicBezTo>
                    <a:pt x="2129" y="7273"/>
                    <a:pt x="2129" y="7607"/>
                    <a:pt x="2159" y="7911"/>
                  </a:cubicBezTo>
                  <a:cubicBezTo>
                    <a:pt x="2159" y="7972"/>
                    <a:pt x="2197" y="8002"/>
                    <a:pt x="2235" y="8002"/>
                  </a:cubicBezTo>
                  <a:cubicBezTo>
                    <a:pt x="2273" y="8002"/>
                    <a:pt x="2311" y="7972"/>
                    <a:pt x="2311" y="7911"/>
                  </a:cubicBezTo>
                  <a:cubicBezTo>
                    <a:pt x="2311" y="7364"/>
                    <a:pt x="2311" y="6786"/>
                    <a:pt x="2311" y="6209"/>
                  </a:cubicBezTo>
                  <a:cubicBezTo>
                    <a:pt x="2341" y="5631"/>
                    <a:pt x="2372" y="5054"/>
                    <a:pt x="2402" y="4476"/>
                  </a:cubicBezTo>
                  <a:cubicBezTo>
                    <a:pt x="2402" y="4142"/>
                    <a:pt x="2433" y="3838"/>
                    <a:pt x="2463" y="3504"/>
                  </a:cubicBezTo>
                  <a:cubicBezTo>
                    <a:pt x="2463" y="3473"/>
                    <a:pt x="2463" y="3473"/>
                    <a:pt x="2433" y="3443"/>
                  </a:cubicBezTo>
                  <a:cubicBezTo>
                    <a:pt x="2463" y="3412"/>
                    <a:pt x="2463" y="3382"/>
                    <a:pt x="2463" y="3382"/>
                  </a:cubicBezTo>
                  <a:cubicBezTo>
                    <a:pt x="2463" y="3352"/>
                    <a:pt x="2463" y="3321"/>
                    <a:pt x="2463" y="3321"/>
                  </a:cubicBezTo>
                  <a:cubicBezTo>
                    <a:pt x="2524" y="2926"/>
                    <a:pt x="2615" y="2531"/>
                    <a:pt x="2676" y="2166"/>
                  </a:cubicBezTo>
                  <a:cubicBezTo>
                    <a:pt x="2737" y="1741"/>
                    <a:pt x="2797" y="1315"/>
                    <a:pt x="2828" y="890"/>
                  </a:cubicBezTo>
                  <a:cubicBezTo>
                    <a:pt x="2980" y="1406"/>
                    <a:pt x="3162" y="1923"/>
                    <a:pt x="3375" y="2440"/>
                  </a:cubicBezTo>
                  <a:cubicBezTo>
                    <a:pt x="3405" y="2531"/>
                    <a:pt x="3436" y="2622"/>
                    <a:pt x="3466" y="2713"/>
                  </a:cubicBezTo>
                  <a:cubicBezTo>
                    <a:pt x="3466" y="2713"/>
                    <a:pt x="3466" y="2744"/>
                    <a:pt x="3466" y="2744"/>
                  </a:cubicBezTo>
                  <a:cubicBezTo>
                    <a:pt x="3527" y="3382"/>
                    <a:pt x="3618" y="4051"/>
                    <a:pt x="3679" y="4689"/>
                  </a:cubicBezTo>
                  <a:cubicBezTo>
                    <a:pt x="3740" y="5358"/>
                    <a:pt x="3800" y="5996"/>
                    <a:pt x="3861" y="6634"/>
                  </a:cubicBezTo>
                  <a:cubicBezTo>
                    <a:pt x="3892" y="6999"/>
                    <a:pt x="3922" y="7394"/>
                    <a:pt x="3922" y="7759"/>
                  </a:cubicBezTo>
                  <a:cubicBezTo>
                    <a:pt x="3952" y="7789"/>
                    <a:pt x="3983" y="7820"/>
                    <a:pt x="4013" y="7820"/>
                  </a:cubicBezTo>
                  <a:cubicBezTo>
                    <a:pt x="4074" y="7820"/>
                    <a:pt x="4104" y="7789"/>
                    <a:pt x="4104" y="7759"/>
                  </a:cubicBezTo>
                  <a:cubicBezTo>
                    <a:pt x="4044" y="7090"/>
                    <a:pt x="4013" y="6452"/>
                    <a:pt x="3952" y="5783"/>
                  </a:cubicBezTo>
                  <a:cubicBezTo>
                    <a:pt x="3892" y="5145"/>
                    <a:pt x="3831" y="4476"/>
                    <a:pt x="3740" y="3838"/>
                  </a:cubicBezTo>
                  <a:cubicBezTo>
                    <a:pt x="3740" y="3656"/>
                    <a:pt x="3709" y="3473"/>
                    <a:pt x="3679" y="3291"/>
                  </a:cubicBezTo>
                  <a:lnTo>
                    <a:pt x="3679" y="3291"/>
                  </a:lnTo>
                  <a:cubicBezTo>
                    <a:pt x="3770" y="3504"/>
                    <a:pt x="3892" y="3747"/>
                    <a:pt x="4013" y="3929"/>
                  </a:cubicBezTo>
                  <a:cubicBezTo>
                    <a:pt x="4100" y="4131"/>
                    <a:pt x="4268" y="4387"/>
                    <a:pt x="4493" y="4387"/>
                  </a:cubicBezTo>
                  <a:cubicBezTo>
                    <a:pt x="4505" y="4387"/>
                    <a:pt x="4517" y="4387"/>
                    <a:pt x="4530" y="4385"/>
                  </a:cubicBezTo>
                  <a:cubicBezTo>
                    <a:pt x="4591" y="4385"/>
                    <a:pt x="4652" y="4355"/>
                    <a:pt x="4682" y="4324"/>
                  </a:cubicBezTo>
                  <a:cubicBezTo>
                    <a:pt x="5107" y="4081"/>
                    <a:pt x="5533" y="3807"/>
                    <a:pt x="5928" y="3534"/>
                  </a:cubicBezTo>
                  <a:cubicBezTo>
                    <a:pt x="5989" y="3534"/>
                    <a:pt x="5989" y="3473"/>
                    <a:pt x="5959" y="3443"/>
                  </a:cubicBezTo>
                  <a:cubicBezTo>
                    <a:pt x="5959" y="3407"/>
                    <a:pt x="5938" y="3392"/>
                    <a:pt x="5908" y="3392"/>
                  </a:cubicBezTo>
                  <a:cubicBezTo>
                    <a:pt x="5887" y="3392"/>
                    <a:pt x="5862" y="3400"/>
                    <a:pt x="5837" y="3412"/>
                  </a:cubicBezTo>
                  <a:cubicBezTo>
                    <a:pt x="5503" y="3656"/>
                    <a:pt x="5168" y="3868"/>
                    <a:pt x="4804" y="4081"/>
                  </a:cubicBezTo>
                  <a:cubicBezTo>
                    <a:pt x="4834" y="4020"/>
                    <a:pt x="4834" y="3959"/>
                    <a:pt x="4804" y="3929"/>
                  </a:cubicBezTo>
                  <a:cubicBezTo>
                    <a:pt x="4773" y="3656"/>
                    <a:pt x="4652" y="3412"/>
                    <a:pt x="4500" y="3200"/>
                  </a:cubicBezTo>
                  <a:lnTo>
                    <a:pt x="4104" y="2440"/>
                  </a:lnTo>
                  <a:cubicBezTo>
                    <a:pt x="3831" y="1923"/>
                    <a:pt x="3527" y="1406"/>
                    <a:pt x="3253" y="920"/>
                  </a:cubicBezTo>
                  <a:cubicBezTo>
                    <a:pt x="3223" y="859"/>
                    <a:pt x="3193" y="798"/>
                    <a:pt x="3162" y="738"/>
                  </a:cubicBezTo>
                  <a:cubicBezTo>
                    <a:pt x="3284" y="707"/>
                    <a:pt x="3375" y="616"/>
                    <a:pt x="3466" y="555"/>
                  </a:cubicBezTo>
                  <a:cubicBezTo>
                    <a:pt x="3588" y="434"/>
                    <a:pt x="3679" y="282"/>
                    <a:pt x="3709" y="99"/>
                  </a:cubicBezTo>
                  <a:cubicBezTo>
                    <a:pt x="3746" y="45"/>
                    <a:pt x="3695" y="1"/>
                    <a:pt x="36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54"/>
            <p:cNvSpPr/>
            <p:nvPr/>
          </p:nvSpPr>
          <p:spPr>
            <a:xfrm>
              <a:off x="1101735" y="1925177"/>
              <a:ext cx="721484" cy="1301025"/>
            </a:xfrm>
            <a:custGeom>
              <a:rect b="b" l="l" r="r" t="t"/>
              <a:pathLst>
                <a:path extrusionOk="0" h="27516" w="15259">
                  <a:moveTo>
                    <a:pt x="12551" y="0"/>
                  </a:moveTo>
                  <a:cubicBezTo>
                    <a:pt x="12496" y="0"/>
                    <a:pt x="12441" y="65"/>
                    <a:pt x="12463" y="129"/>
                  </a:cubicBezTo>
                  <a:cubicBezTo>
                    <a:pt x="12767" y="676"/>
                    <a:pt x="13070" y="1193"/>
                    <a:pt x="13283" y="1771"/>
                  </a:cubicBezTo>
                  <a:cubicBezTo>
                    <a:pt x="13496" y="2318"/>
                    <a:pt x="13618" y="2926"/>
                    <a:pt x="13648" y="3534"/>
                  </a:cubicBezTo>
                  <a:cubicBezTo>
                    <a:pt x="13678" y="4142"/>
                    <a:pt x="13618" y="4749"/>
                    <a:pt x="13526" y="5357"/>
                  </a:cubicBezTo>
                  <a:cubicBezTo>
                    <a:pt x="13405" y="5996"/>
                    <a:pt x="13253" y="6604"/>
                    <a:pt x="13101" y="7212"/>
                  </a:cubicBezTo>
                  <a:cubicBezTo>
                    <a:pt x="12949" y="7819"/>
                    <a:pt x="12797" y="8458"/>
                    <a:pt x="12645" y="9066"/>
                  </a:cubicBezTo>
                  <a:cubicBezTo>
                    <a:pt x="12645" y="9157"/>
                    <a:pt x="12615" y="9218"/>
                    <a:pt x="12615" y="9309"/>
                  </a:cubicBezTo>
                  <a:cubicBezTo>
                    <a:pt x="12067" y="9400"/>
                    <a:pt x="11551" y="9491"/>
                    <a:pt x="11004" y="9552"/>
                  </a:cubicBezTo>
                  <a:cubicBezTo>
                    <a:pt x="10456" y="9613"/>
                    <a:pt x="9879" y="9674"/>
                    <a:pt x="9332" y="9704"/>
                  </a:cubicBezTo>
                  <a:cubicBezTo>
                    <a:pt x="9043" y="9719"/>
                    <a:pt x="8754" y="9727"/>
                    <a:pt x="8469" y="9727"/>
                  </a:cubicBezTo>
                  <a:cubicBezTo>
                    <a:pt x="8184" y="9727"/>
                    <a:pt x="7903" y="9719"/>
                    <a:pt x="7630" y="9704"/>
                  </a:cubicBezTo>
                  <a:cubicBezTo>
                    <a:pt x="7052" y="9704"/>
                    <a:pt x="6505" y="9674"/>
                    <a:pt x="5927" y="9613"/>
                  </a:cubicBezTo>
                  <a:cubicBezTo>
                    <a:pt x="5380" y="9552"/>
                    <a:pt x="4803" y="9461"/>
                    <a:pt x="4256" y="9370"/>
                  </a:cubicBezTo>
                  <a:cubicBezTo>
                    <a:pt x="4195" y="9370"/>
                    <a:pt x="4104" y="9339"/>
                    <a:pt x="4043" y="9339"/>
                  </a:cubicBezTo>
                  <a:cubicBezTo>
                    <a:pt x="4013" y="9339"/>
                    <a:pt x="3952" y="9339"/>
                    <a:pt x="3952" y="9400"/>
                  </a:cubicBezTo>
                  <a:cubicBezTo>
                    <a:pt x="3921" y="9430"/>
                    <a:pt x="3952" y="9491"/>
                    <a:pt x="4013" y="9491"/>
                  </a:cubicBezTo>
                  <a:cubicBezTo>
                    <a:pt x="4560" y="9582"/>
                    <a:pt x="5137" y="9674"/>
                    <a:pt x="5715" y="9734"/>
                  </a:cubicBezTo>
                  <a:cubicBezTo>
                    <a:pt x="6262" y="9795"/>
                    <a:pt x="6839" y="9856"/>
                    <a:pt x="7417" y="9856"/>
                  </a:cubicBezTo>
                  <a:cubicBezTo>
                    <a:pt x="7690" y="9871"/>
                    <a:pt x="7972" y="9879"/>
                    <a:pt x="8257" y="9879"/>
                  </a:cubicBezTo>
                  <a:cubicBezTo>
                    <a:pt x="8542" y="9879"/>
                    <a:pt x="8830" y="9871"/>
                    <a:pt x="9119" y="9856"/>
                  </a:cubicBezTo>
                  <a:cubicBezTo>
                    <a:pt x="9697" y="9856"/>
                    <a:pt x="10274" y="9795"/>
                    <a:pt x="10821" y="9734"/>
                  </a:cubicBezTo>
                  <a:cubicBezTo>
                    <a:pt x="11399" y="9674"/>
                    <a:pt x="11976" y="9582"/>
                    <a:pt x="12523" y="9491"/>
                  </a:cubicBezTo>
                  <a:cubicBezTo>
                    <a:pt x="12584" y="9491"/>
                    <a:pt x="12615" y="9461"/>
                    <a:pt x="12675" y="9461"/>
                  </a:cubicBezTo>
                  <a:cubicBezTo>
                    <a:pt x="12706" y="9886"/>
                    <a:pt x="12706" y="10281"/>
                    <a:pt x="12645" y="10677"/>
                  </a:cubicBezTo>
                  <a:cubicBezTo>
                    <a:pt x="12645" y="10707"/>
                    <a:pt x="12645" y="10707"/>
                    <a:pt x="12645" y="10707"/>
                  </a:cubicBezTo>
                  <a:cubicBezTo>
                    <a:pt x="12128" y="10829"/>
                    <a:pt x="11581" y="10889"/>
                    <a:pt x="11034" y="10950"/>
                  </a:cubicBezTo>
                  <a:cubicBezTo>
                    <a:pt x="10456" y="11041"/>
                    <a:pt x="9909" y="11072"/>
                    <a:pt x="9332" y="11102"/>
                  </a:cubicBezTo>
                  <a:cubicBezTo>
                    <a:pt x="8754" y="11133"/>
                    <a:pt x="8207" y="11133"/>
                    <a:pt x="7630" y="11133"/>
                  </a:cubicBezTo>
                  <a:cubicBezTo>
                    <a:pt x="7052" y="11102"/>
                    <a:pt x="6505" y="11072"/>
                    <a:pt x="5927" y="11011"/>
                  </a:cubicBezTo>
                  <a:cubicBezTo>
                    <a:pt x="5380" y="10950"/>
                    <a:pt x="4803" y="10889"/>
                    <a:pt x="4256" y="10768"/>
                  </a:cubicBezTo>
                  <a:cubicBezTo>
                    <a:pt x="4195" y="10768"/>
                    <a:pt x="4104" y="10768"/>
                    <a:pt x="4043" y="10737"/>
                  </a:cubicBezTo>
                  <a:cubicBezTo>
                    <a:pt x="4013" y="10737"/>
                    <a:pt x="3952" y="10768"/>
                    <a:pt x="3952" y="10798"/>
                  </a:cubicBezTo>
                  <a:cubicBezTo>
                    <a:pt x="3921" y="10829"/>
                    <a:pt x="3952" y="10889"/>
                    <a:pt x="4013" y="10889"/>
                  </a:cubicBezTo>
                  <a:cubicBezTo>
                    <a:pt x="4560" y="11011"/>
                    <a:pt x="5137" y="11102"/>
                    <a:pt x="5715" y="11163"/>
                  </a:cubicBezTo>
                  <a:cubicBezTo>
                    <a:pt x="6262" y="11224"/>
                    <a:pt x="6839" y="11254"/>
                    <a:pt x="7417" y="11285"/>
                  </a:cubicBezTo>
                  <a:lnTo>
                    <a:pt x="9119" y="11285"/>
                  </a:lnTo>
                  <a:cubicBezTo>
                    <a:pt x="9697" y="11254"/>
                    <a:pt x="10274" y="11224"/>
                    <a:pt x="10821" y="11163"/>
                  </a:cubicBezTo>
                  <a:cubicBezTo>
                    <a:pt x="11399" y="11102"/>
                    <a:pt x="11976" y="11011"/>
                    <a:pt x="12523" y="10889"/>
                  </a:cubicBezTo>
                  <a:cubicBezTo>
                    <a:pt x="12584" y="10889"/>
                    <a:pt x="12645" y="10889"/>
                    <a:pt x="12675" y="10859"/>
                  </a:cubicBezTo>
                  <a:cubicBezTo>
                    <a:pt x="13010" y="11801"/>
                    <a:pt x="13314" y="12774"/>
                    <a:pt x="13587" y="13716"/>
                  </a:cubicBezTo>
                  <a:cubicBezTo>
                    <a:pt x="13861" y="14689"/>
                    <a:pt x="14074" y="15662"/>
                    <a:pt x="14286" y="16665"/>
                  </a:cubicBezTo>
                  <a:cubicBezTo>
                    <a:pt x="14469" y="17637"/>
                    <a:pt x="14651" y="18640"/>
                    <a:pt x="14773" y="19613"/>
                  </a:cubicBezTo>
                  <a:cubicBezTo>
                    <a:pt x="14894" y="20616"/>
                    <a:pt x="14985" y="21619"/>
                    <a:pt x="15016" y="22592"/>
                  </a:cubicBezTo>
                  <a:cubicBezTo>
                    <a:pt x="15077" y="23595"/>
                    <a:pt x="15077" y="24598"/>
                    <a:pt x="15077" y="25631"/>
                  </a:cubicBezTo>
                  <a:cubicBezTo>
                    <a:pt x="15077" y="25753"/>
                    <a:pt x="15046" y="25874"/>
                    <a:pt x="15046" y="25996"/>
                  </a:cubicBezTo>
                  <a:cubicBezTo>
                    <a:pt x="15046" y="26026"/>
                    <a:pt x="15077" y="26026"/>
                    <a:pt x="15077" y="26057"/>
                  </a:cubicBezTo>
                  <a:lnTo>
                    <a:pt x="15077" y="26604"/>
                  </a:lnTo>
                  <a:cubicBezTo>
                    <a:pt x="14134" y="26847"/>
                    <a:pt x="13192" y="27029"/>
                    <a:pt x="12219" y="27151"/>
                  </a:cubicBezTo>
                  <a:cubicBezTo>
                    <a:pt x="11277" y="27273"/>
                    <a:pt x="10304" y="27303"/>
                    <a:pt x="9332" y="27333"/>
                  </a:cubicBezTo>
                  <a:cubicBezTo>
                    <a:pt x="9063" y="27342"/>
                    <a:pt x="8796" y="27345"/>
                    <a:pt x="8531" y="27345"/>
                  </a:cubicBezTo>
                  <a:cubicBezTo>
                    <a:pt x="7807" y="27345"/>
                    <a:pt x="7095" y="27317"/>
                    <a:pt x="6383" y="27273"/>
                  </a:cubicBezTo>
                  <a:cubicBezTo>
                    <a:pt x="5411" y="27242"/>
                    <a:pt x="4438" y="27151"/>
                    <a:pt x="3465" y="27060"/>
                  </a:cubicBezTo>
                  <a:cubicBezTo>
                    <a:pt x="2493" y="26999"/>
                    <a:pt x="1490" y="26908"/>
                    <a:pt x="517" y="26786"/>
                  </a:cubicBezTo>
                  <a:cubicBezTo>
                    <a:pt x="395" y="26786"/>
                    <a:pt x="274" y="26756"/>
                    <a:pt x="152" y="26725"/>
                  </a:cubicBezTo>
                  <a:cubicBezTo>
                    <a:pt x="31" y="26725"/>
                    <a:pt x="0" y="26877"/>
                    <a:pt x="91" y="26908"/>
                  </a:cubicBezTo>
                  <a:cubicBezTo>
                    <a:pt x="1064" y="27060"/>
                    <a:pt x="2067" y="27121"/>
                    <a:pt x="3070" y="27212"/>
                  </a:cubicBezTo>
                  <a:cubicBezTo>
                    <a:pt x="4043" y="27303"/>
                    <a:pt x="5046" y="27364"/>
                    <a:pt x="6019" y="27425"/>
                  </a:cubicBezTo>
                  <a:cubicBezTo>
                    <a:pt x="7022" y="27485"/>
                    <a:pt x="7994" y="27516"/>
                    <a:pt x="8967" y="27516"/>
                  </a:cubicBezTo>
                  <a:cubicBezTo>
                    <a:pt x="9940" y="27485"/>
                    <a:pt x="10912" y="27455"/>
                    <a:pt x="11885" y="27333"/>
                  </a:cubicBezTo>
                  <a:cubicBezTo>
                    <a:pt x="12858" y="27242"/>
                    <a:pt x="13830" y="27090"/>
                    <a:pt x="14773" y="26847"/>
                  </a:cubicBezTo>
                  <a:cubicBezTo>
                    <a:pt x="14894" y="26817"/>
                    <a:pt x="15016" y="26786"/>
                    <a:pt x="15137" y="26756"/>
                  </a:cubicBezTo>
                  <a:cubicBezTo>
                    <a:pt x="15168" y="26756"/>
                    <a:pt x="15168" y="26725"/>
                    <a:pt x="15198" y="26725"/>
                  </a:cubicBezTo>
                  <a:cubicBezTo>
                    <a:pt x="15229" y="26695"/>
                    <a:pt x="15229" y="26665"/>
                    <a:pt x="15229" y="26634"/>
                  </a:cubicBezTo>
                  <a:lnTo>
                    <a:pt x="15229" y="26057"/>
                  </a:lnTo>
                  <a:cubicBezTo>
                    <a:pt x="15259" y="26026"/>
                    <a:pt x="15229" y="26026"/>
                    <a:pt x="15229" y="25996"/>
                  </a:cubicBezTo>
                  <a:cubicBezTo>
                    <a:pt x="15259" y="24993"/>
                    <a:pt x="15259" y="23990"/>
                    <a:pt x="15198" y="22987"/>
                  </a:cubicBezTo>
                  <a:cubicBezTo>
                    <a:pt x="15168" y="21984"/>
                    <a:pt x="15077" y="20981"/>
                    <a:pt x="14985" y="19978"/>
                  </a:cubicBezTo>
                  <a:cubicBezTo>
                    <a:pt x="14864" y="18975"/>
                    <a:pt x="14712" y="18002"/>
                    <a:pt x="14529" y="16999"/>
                  </a:cubicBezTo>
                  <a:cubicBezTo>
                    <a:pt x="14347" y="16026"/>
                    <a:pt x="14104" y="15023"/>
                    <a:pt x="13861" y="14051"/>
                  </a:cubicBezTo>
                  <a:cubicBezTo>
                    <a:pt x="13587" y="13078"/>
                    <a:pt x="13314" y="12136"/>
                    <a:pt x="12979" y="11163"/>
                  </a:cubicBezTo>
                  <a:cubicBezTo>
                    <a:pt x="12918" y="11041"/>
                    <a:pt x="12888" y="10950"/>
                    <a:pt x="12858" y="10829"/>
                  </a:cubicBezTo>
                  <a:cubicBezTo>
                    <a:pt x="12827" y="10798"/>
                    <a:pt x="12827" y="10798"/>
                    <a:pt x="12797" y="10768"/>
                  </a:cubicBezTo>
                  <a:cubicBezTo>
                    <a:pt x="12797" y="10737"/>
                    <a:pt x="12797" y="10737"/>
                    <a:pt x="12797" y="10737"/>
                  </a:cubicBezTo>
                  <a:cubicBezTo>
                    <a:pt x="12827" y="10737"/>
                    <a:pt x="12827" y="10707"/>
                    <a:pt x="12827" y="10677"/>
                  </a:cubicBezTo>
                  <a:cubicBezTo>
                    <a:pt x="12888" y="10251"/>
                    <a:pt x="12888" y="9795"/>
                    <a:pt x="12827" y="9339"/>
                  </a:cubicBezTo>
                  <a:cubicBezTo>
                    <a:pt x="12827" y="9309"/>
                    <a:pt x="12797" y="9278"/>
                    <a:pt x="12797" y="9278"/>
                  </a:cubicBezTo>
                  <a:cubicBezTo>
                    <a:pt x="12918" y="8671"/>
                    <a:pt x="13070" y="8063"/>
                    <a:pt x="13222" y="7455"/>
                  </a:cubicBezTo>
                  <a:cubicBezTo>
                    <a:pt x="13374" y="6847"/>
                    <a:pt x="13526" y="6239"/>
                    <a:pt x="13648" y="5601"/>
                  </a:cubicBezTo>
                  <a:cubicBezTo>
                    <a:pt x="13770" y="4993"/>
                    <a:pt x="13830" y="4354"/>
                    <a:pt x="13830" y="3746"/>
                  </a:cubicBezTo>
                  <a:cubicBezTo>
                    <a:pt x="13800" y="3108"/>
                    <a:pt x="13709" y="2500"/>
                    <a:pt x="13526" y="1923"/>
                  </a:cubicBezTo>
                  <a:cubicBezTo>
                    <a:pt x="13314" y="1345"/>
                    <a:pt x="13010" y="798"/>
                    <a:pt x="12736" y="251"/>
                  </a:cubicBezTo>
                  <a:cubicBezTo>
                    <a:pt x="12675" y="190"/>
                    <a:pt x="12645" y="129"/>
                    <a:pt x="12615" y="38"/>
                  </a:cubicBezTo>
                  <a:cubicBezTo>
                    <a:pt x="12597" y="11"/>
                    <a:pt x="12574" y="0"/>
                    <a:pt x="125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54"/>
            <p:cNvSpPr/>
            <p:nvPr/>
          </p:nvSpPr>
          <p:spPr>
            <a:xfrm>
              <a:off x="1498394" y="1520243"/>
              <a:ext cx="74801" cy="74754"/>
            </a:xfrm>
            <a:custGeom>
              <a:rect b="b" l="l" r="r" t="t"/>
              <a:pathLst>
                <a:path extrusionOk="0" fill="none" h="1581" w="1582">
                  <a:moveTo>
                    <a:pt x="1" y="0"/>
                  </a:moveTo>
                  <a:lnTo>
                    <a:pt x="1581" y="0"/>
                  </a:lnTo>
                  <a:lnTo>
                    <a:pt x="1581" y="1581"/>
                  </a:lnTo>
                  <a:lnTo>
                    <a:pt x="1" y="1581"/>
                  </a:lnTo>
                  <a:close/>
                </a:path>
              </a:pathLst>
            </a:custGeom>
            <a:noFill/>
            <a:ln cap="rnd" cmpd="sng" w="76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54"/>
            <p:cNvSpPr/>
            <p:nvPr/>
          </p:nvSpPr>
          <p:spPr>
            <a:xfrm>
              <a:off x="1392054" y="1520243"/>
              <a:ext cx="74754" cy="74754"/>
            </a:xfrm>
            <a:custGeom>
              <a:rect b="b" l="l" r="r" t="t"/>
              <a:pathLst>
                <a:path extrusionOk="0" fill="none" h="1581" w="1581">
                  <a:moveTo>
                    <a:pt x="0" y="0"/>
                  </a:moveTo>
                  <a:lnTo>
                    <a:pt x="1581" y="0"/>
                  </a:lnTo>
                  <a:lnTo>
                    <a:pt x="1581" y="1581"/>
                  </a:lnTo>
                  <a:lnTo>
                    <a:pt x="0" y="1581"/>
                  </a:lnTo>
                  <a:close/>
                </a:path>
              </a:pathLst>
            </a:custGeom>
            <a:noFill/>
            <a:ln cap="rnd" cmpd="sng" w="76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54"/>
            <p:cNvSpPr/>
            <p:nvPr/>
          </p:nvSpPr>
          <p:spPr>
            <a:xfrm>
              <a:off x="1466762" y="1557597"/>
              <a:ext cx="33098" cy="47"/>
            </a:xfrm>
            <a:custGeom>
              <a:rect b="b" l="l" r="r" t="t"/>
              <a:pathLst>
                <a:path extrusionOk="0" fill="none" h="1" w="700">
                  <a:moveTo>
                    <a:pt x="1" y="1"/>
                  </a:moveTo>
                  <a:lnTo>
                    <a:pt x="700" y="1"/>
                  </a:lnTo>
                </a:path>
              </a:pathLst>
            </a:custGeom>
            <a:noFill/>
            <a:ln cap="flat" cmpd="sng" w="760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5" name="Google Shape;1055;p54"/>
          <p:cNvGrpSpPr/>
          <p:nvPr/>
        </p:nvGrpSpPr>
        <p:grpSpPr>
          <a:xfrm>
            <a:off x="3048737" y="921103"/>
            <a:ext cx="997385" cy="965104"/>
            <a:chOff x="6739025" y="763225"/>
            <a:chExt cx="798675" cy="772825"/>
          </a:xfrm>
        </p:grpSpPr>
        <p:sp>
          <p:nvSpPr>
            <p:cNvPr id="1056" name="Google Shape;1056;p54"/>
            <p:cNvSpPr/>
            <p:nvPr/>
          </p:nvSpPr>
          <p:spPr>
            <a:xfrm>
              <a:off x="6908475" y="780700"/>
              <a:ext cx="459775" cy="134525"/>
            </a:xfrm>
            <a:custGeom>
              <a:rect b="b" l="l" r="r" t="t"/>
              <a:pathLst>
                <a:path extrusionOk="0" fill="none" h="5381" w="18391">
                  <a:moveTo>
                    <a:pt x="18390" y="5380"/>
                  </a:moveTo>
                  <a:lnTo>
                    <a:pt x="9211" y="0"/>
                  </a:lnTo>
                  <a:lnTo>
                    <a:pt x="1" y="5380"/>
                  </a:lnTo>
                </a:path>
              </a:pathLst>
            </a:custGeom>
            <a:noFill/>
            <a:ln cap="flat" cmpd="sng" w="9875">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54"/>
            <p:cNvSpPr/>
            <p:nvPr/>
          </p:nvSpPr>
          <p:spPr>
            <a:xfrm>
              <a:off x="7121250" y="763225"/>
              <a:ext cx="34225" cy="34225"/>
            </a:xfrm>
            <a:custGeom>
              <a:rect b="b" l="l" r="r" t="t"/>
              <a:pathLst>
                <a:path extrusionOk="0" h="1369" w="1369">
                  <a:moveTo>
                    <a:pt x="700" y="0"/>
                  </a:moveTo>
                  <a:cubicBezTo>
                    <a:pt x="305" y="0"/>
                    <a:pt x="1" y="304"/>
                    <a:pt x="1" y="699"/>
                  </a:cubicBezTo>
                  <a:cubicBezTo>
                    <a:pt x="1" y="1064"/>
                    <a:pt x="305" y="1368"/>
                    <a:pt x="700" y="1368"/>
                  </a:cubicBezTo>
                  <a:cubicBezTo>
                    <a:pt x="1065" y="1368"/>
                    <a:pt x="1369" y="1064"/>
                    <a:pt x="1369" y="699"/>
                  </a:cubicBezTo>
                  <a:cubicBezTo>
                    <a:pt x="1369" y="304"/>
                    <a:pt x="1065" y="0"/>
                    <a:pt x="7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54"/>
            <p:cNvSpPr/>
            <p:nvPr/>
          </p:nvSpPr>
          <p:spPr>
            <a:xfrm>
              <a:off x="6739025" y="900000"/>
              <a:ext cx="798675" cy="636050"/>
            </a:xfrm>
            <a:custGeom>
              <a:rect b="b" l="l" r="r" t="t"/>
              <a:pathLst>
                <a:path extrusionOk="0" h="25442" w="31947">
                  <a:moveTo>
                    <a:pt x="1" y="1"/>
                  </a:moveTo>
                  <a:lnTo>
                    <a:pt x="1" y="25442"/>
                  </a:lnTo>
                  <a:lnTo>
                    <a:pt x="31947" y="25442"/>
                  </a:lnTo>
                  <a:lnTo>
                    <a:pt x="31947" y="1"/>
                  </a:lnTo>
                  <a:close/>
                </a:path>
              </a:pathLst>
            </a:cu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54"/>
            <p:cNvSpPr/>
            <p:nvPr/>
          </p:nvSpPr>
          <p:spPr>
            <a:xfrm>
              <a:off x="6761075" y="921275"/>
              <a:ext cx="754600" cy="592750"/>
            </a:xfrm>
            <a:custGeom>
              <a:rect b="b" l="l" r="r" t="t"/>
              <a:pathLst>
                <a:path extrusionOk="0" h="23710" w="30184">
                  <a:moveTo>
                    <a:pt x="0" y="1"/>
                  </a:moveTo>
                  <a:lnTo>
                    <a:pt x="0" y="23709"/>
                  </a:lnTo>
                  <a:lnTo>
                    <a:pt x="30183" y="23709"/>
                  </a:lnTo>
                  <a:lnTo>
                    <a:pt x="3018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54"/>
            <p:cNvSpPr/>
            <p:nvPr/>
          </p:nvSpPr>
          <p:spPr>
            <a:xfrm>
              <a:off x="6783875" y="950925"/>
              <a:ext cx="418725" cy="534225"/>
            </a:xfrm>
            <a:custGeom>
              <a:rect b="b" l="l" r="r" t="t"/>
              <a:pathLst>
                <a:path extrusionOk="0" h="21369" w="16749">
                  <a:moveTo>
                    <a:pt x="0" y="0"/>
                  </a:moveTo>
                  <a:lnTo>
                    <a:pt x="0" y="21368"/>
                  </a:lnTo>
                  <a:lnTo>
                    <a:pt x="16748" y="21368"/>
                  </a:lnTo>
                  <a:lnTo>
                    <a:pt x="1674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54"/>
            <p:cNvSpPr/>
            <p:nvPr/>
          </p:nvSpPr>
          <p:spPr>
            <a:xfrm>
              <a:off x="7277800" y="1283750"/>
              <a:ext cx="189225" cy="12175"/>
            </a:xfrm>
            <a:custGeom>
              <a:rect b="b" l="l" r="r" t="t"/>
              <a:pathLst>
                <a:path extrusionOk="0" fill="none" h="487" w="7569">
                  <a:moveTo>
                    <a:pt x="7569" y="487"/>
                  </a:moveTo>
                  <a:lnTo>
                    <a:pt x="7265" y="183"/>
                  </a:lnTo>
                  <a:cubicBezTo>
                    <a:pt x="7083" y="0"/>
                    <a:pt x="6809" y="0"/>
                    <a:pt x="6627" y="183"/>
                  </a:cubicBezTo>
                  <a:lnTo>
                    <a:pt x="6627" y="183"/>
                  </a:lnTo>
                  <a:cubicBezTo>
                    <a:pt x="6444" y="365"/>
                    <a:pt x="6171" y="365"/>
                    <a:pt x="5988" y="183"/>
                  </a:cubicBezTo>
                  <a:lnTo>
                    <a:pt x="5988" y="183"/>
                  </a:lnTo>
                  <a:cubicBezTo>
                    <a:pt x="5836" y="0"/>
                    <a:pt x="5532" y="0"/>
                    <a:pt x="5380" y="183"/>
                  </a:cubicBezTo>
                  <a:lnTo>
                    <a:pt x="5380" y="183"/>
                  </a:lnTo>
                  <a:cubicBezTo>
                    <a:pt x="5198" y="365"/>
                    <a:pt x="4924" y="365"/>
                    <a:pt x="4742" y="183"/>
                  </a:cubicBezTo>
                  <a:lnTo>
                    <a:pt x="4742" y="183"/>
                  </a:lnTo>
                  <a:cubicBezTo>
                    <a:pt x="4560" y="0"/>
                    <a:pt x="4286" y="0"/>
                    <a:pt x="4104" y="183"/>
                  </a:cubicBezTo>
                  <a:lnTo>
                    <a:pt x="4104" y="183"/>
                  </a:lnTo>
                  <a:cubicBezTo>
                    <a:pt x="3921" y="365"/>
                    <a:pt x="3648" y="365"/>
                    <a:pt x="3465" y="183"/>
                  </a:cubicBezTo>
                  <a:lnTo>
                    <a:pt x="3465" y="183"/>
                  </a:lnTo>
                  <a:cubicBezTo>
                    <a:pt x="3313" y="0"/>
                    <a:pt x="3009" y="0"/>
                    <a:pt x="2858" y="183"/>
                  </a:cubicBezTo>
                  <a:lnTo>
                    <a:pt x="2858" y="183"/>
                  </a:lnTo>
                  <a:cubicBezTo>
                    <a:pt x="2675" y="365"/>
                    <a:pt x="2402" y="365"/>
                    <a:pt x="2219" y="183"/>
                  </a:cubicBezTo>
                  <a:lnTo>
                    <a:pt x="2219" y="183"/>
                  </a:lnTo>
                  <a:cubicBezTo>
                    <a:pt x="2037" y="0"/>
                    <a:pt x="1763" y="0"/>
                    <a:pt x="1581" y="183"/>
                  </a:cubicBezTo>
                  <a:lnTo>
                    <a:pt x="1581" y="183"/>
                  </a:lnTo>
                  <a:cubicBezTo>
                    <a:pt x="1399" y="365"/>
                    <a:pt x="1125" y="365"/>
                    <a:pt x="943" y="183"/>
                  </a:cubicBezTo>
                  <a:lnTo>
                    <a:pt x="943" y="183"/>
                  </a:lnTo>
                  <a:cubicBezTo>
                    <a:pt x="791" y="0"/>
                    <a:pt x="487" y="0"/>
                    <a:pt x="335" y="183"/>
                  </a:cubicBezTo>
                  <a:lnTo>
                    <a:pt x="0" y="487"/>
                  </a:lnTo>
                </a:path>
              </a:pathLst>
            </a:custGeom>
            <a:solidFill>
              <a:schemeClr val="dk2"/>
            </a:solidFill>
            <a:ln cap="rnd" cmpd="sng" w="68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54"/>
            <p:cNvSpPr/>
            <p:nvPr/>
          </p:nvSpPr>
          <p:spPr>
            <a:xfrm>
              <a:off x="7277800" y="1314150"/>
              <a:ext cx="189225" cy="12175"/>
            </a:xfrm>
            <a:custGeom>
              <a:rect b="b" l="l" r="r" t="t"/>
              <a:pathLst>
                <a:path extrusionOk="0" fill="none" h="487" w="7569">
                  <a:moveTo>
                    <a:pt x="7569" y="486"/>
                  </a:moveTo>
                  <a:lnTo>
                    <a:pt x="7265" y="182"/>
                  </a:lnTo>
                  <a:cubicBezTo>
                    <a:pt x="7083" y="0"/>
                    <a:pt x="6809" y="0"/>
                    <a:pt x="6627" y="182"/>
                  </a:cubicBezTo>
                  <a:lnTo>
                    <a:pt x="6627" y="182"/>
                  </a:lnTo>
                  <a:cubicBezTo>
                    <a:pt x="6444" y="365"/>
                    <a:pt x="6171" y="365"/>
                    <a:pt x="5988" y="182"/>
                  </a:cubicBezTo>
                  <a:lnTo>
                    <a:pt x="5988" y="182"/>
                  </a:lnTo>
                  <a:cubicBezTo>
                    <a:pt x="5836" y="0"/>
                    <a:pt x="5532" y="0"/>
                    <a:pt x="5380" y="182"/>
                  </a:cubicBezTo>
                  <a:lnTo>
                    <a:pt x="5380" y="182"/>
                  </a:lnTo>
                  <a:cubicBezTo>
                    <a:pt x="5198" y="365"/>
                    <a:pt x="4924" y="365"/>
                    <a:pt x="4742" y="182"/>
                  </a:cubicBezTo>
                  <a:lnTo>
                    <a:pt x="4742" y="182"/>
                  </a:lnTo>
                  <a:cubicBezTo>
                    <a:pt x="4560" y="0"/>
                    <a:pt x="4286" y="0"/>
                    <a:pt x="4104" y="182"/>
                  </a:cubicBezTo>
                  <a:lnTo>
                    <a:pt x="4104" y="182"/>
                  </a:lnTo>
                  <a:cubicBezTo>
                    <a:pt x="3921" y="365"/>
                    <a:pt x="3648" y="365"/>
                    <a:pt x="3465" y="182"/>
                  </a:cubicBezTo>
                  <a:lnTo>
                    <a:pt x="3465" y="182"/>
                  </a:lnTo>
                  <a:cubicBezTo>
                    <a:pt x="3313" y="0"/>
                    <a:pt x="3009" y="0"/>
                    <a:pt x="2858" y="182"/>
                  </a:cubicBezTo>
                  <a:lnTo>
                    <a:pt x="2858" y="182"/>
                  </a:lnTo>
                  <a:cubicBezTo>
                    <a:pt x="2675" y="365"/>
                    <a:pt x="2402" y="365"/>
                    <a:pt x="2219" y="182"/>
                  </a:cubicBezTo>
                  <a:lnTo>
                    <a:pt x="2219" y="182"/>
                  </a:lnTo>
                  <a:cubicBezTo>
                    <a:pt x="2037" y="0"/>
                    <a:pt x="1763" y="0"/>
                    <a:pt x="1581" y="182"/>
                  </a:cubicBezTo>
                  <a:lnTo>
                    <a:pt x="1581" y="182"/>
                  </a:lnTo>
                  <a:cubicBezTo>
                    <a:pt x="1399" y="365"/>
                    <a:pt x="1125" y="365"/>
                    <a:pt x="943" y="182"/>
                  </a:cubicBezTo>
                  <a:lnTo>
                    <a:pt x="943" y="182"/>
                  </a:lnTo>
                  <a:cubicBezTo>
                    <a:pt x="791" y="0"/>
                    <a:pt x="487" y="0"/>
                    <a:pt x="335" y="182"/>
                  </a:cubicBezTo>
                  <a:lnTo>
                    <a:pt x="0" y="486"/>
                  </a:lnTo>
                </a:path>
              </a:pathLst>
            </a:custGeom>
            <a:solidFill>
              <a:schemeClr val="dk2"/>
            </a:solidFill>
            <a:ln cap="rnd" cmpd="sng" w="68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54"/>
            <p:cNvSpPr/>
            <p:nvPr/>
          </p:nvSpPr>
          <p:spPr>
            <a:xfrm>
              <a:off x="7277800" y="1344525"/>
              <a:ext cx="95000" cy="12200"/>
            </a:xfrm>
            <a:custGeom>
              <a:rect b="b" l="l" r="r" t="t"/>
              <a:pathLst>
                <a:path extrusionOk="0" fill="none" h="488" w="3800">
                  <a:moveTo>
                    <a:pt x="3800" y="487"/>
                  </a:moveTo>
                  <a:lnTo>
                    <a:pt x="3465" y="183"/>
                  </a:lnTo>
                  <a:cubicBezTo>
                    <a:pt x="3313" y="1"/>
                    <a:pt x="3009" y="1"/>
                    <a:pt x="2858" y="183"/>
                  </a:cubicBezTo>
                  <a:lnTo>
                    <a:pt x="2858" y="183"/>
                  </a:lnTo>
                  <a:cubicBezTo>
                    <a:pt x="2675" y="335"/>
                    <a:pt x="2402" y="335"/>
                    <a:pt x="2219" y="183"/>
                  </a:cubicBezTo>
                  <a:lnTo>
                    <a:pt x="2219" y="183"/>
                  </a:lnTo>
                  <a:cubicBezTo>
                    <a:pt x="2037" y="1"/>
                    <a:pt x="1763" y="1"/>
                    <a:pt x="1581" y="183"/>
                  </a:cubicBezTo>
                  <a:lnTo>
                    <a:pt x="1581" y="183"/>
                  </a:lnTo>
                  <a:cubicBezTo>
                    <a:pt x="1399" y="335"/>
                    <a:pt x="1125" y="335"/>
                    <a:pt x="943" y="183"/>
                  </a:cubicBezTo>
                  <a:lnTo>
                    <a:pt x="943" y="183"/>
                  </a:lnTo>
                  <a:cubicBezTo>
                    <a:pt x="791" y="1"/>
                    <a:pt x="487" y="1"/>
                    <a:pt x="335" y="183"/>
                  </a:cubicBezTo>
                  <a:lnTo>
                    <a:pt x="0" y="487"/>
                  </a:lnTo>
                </a:path>
              </a:pathLst>
            </a:custGeom>
            <a:solidFill>
              <a:schemeClr val="dk2"/>
            </a:solidFill>
            <a:ln cap="rnd" cmpd="sng" w="68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54"/>
            <p:cNvSpPr/>
            <p:nvPr/>
          </p:nvSpPr>
          <p:spPr>
            <a:xfrm>
              <a:off x="7277800" y="1374925"/>
              <a:ext cx="95000" cy="12200"/>
            </a:xfrm>
            <a:custGeom>
              <a:rect b="b" l="l" r="r" t="t"/>
              <a:pathLst>
                <a:path extrusionOk="0" fill="none" h="488" w="3800">
                  <a:moveTo>
                    <a:pt x="3800" y="487"/>
                  </a:moveTo>
                  <a:lnTo>
                    <a:pt x="3465" y="153"/>
                  </a:lnTo>
                  <a:cubicBezTo>
                    <a:pt x="3313" y="1"/>
                    <a:pt x="3009" y="1"/>
                    <a:pt x="2858" y="153"/>
                  </a:cubicBezTo>
                  <a:lnTo>
                    <a:pt x="2858" y="153"/>
                  </a:lnTo>
                  <a:cubicBezTo>
                    <a:pt x="2675" y="335"/>
                    <a:pt x="2402" y="335"/>
                    <a:pt x="2219" y="153"/>
                  </a:cubicBezTo>
                  <a:lnTo>
                    <a:pt x="2219" y="153"/>
                  </a:lnTo>
                  <a:cubicBezTo>
                    <a:pt x="2037" y="1"/>
                    <a:pt x="1763" y="1"/>
                    <a:pt x="1581" y="153"/>
                  </a:cubicBezTo>
                  <a:lnTo>
                    <a:pt x="1581" y="153"/>
                  </a:lnTo>
                  <a:cubicBezTo>
                    <a:pt x="1399" y="335"/>
                    <a:pt x="1125" y="335"/>
                    <a:pt x="943" y="153"/>
                  </a:cubicBezTo>
                  <a:lnTo>
                    <a:pt x="943" y="153"/>
                  </a:lnTo>
                  <a:cubicBezTo>
                    <a:pt x="791" y="1"/>
                    <a:pt x="487" y="1"/>
                    <a:pt x="335" y="153"/>
                  </a:cubicBezTo>
                  <a:lnTo>
                    <a:pt x="0" y="487"/>
                  </a:lnTo>
                </a:path>
              </a:pathLst>
            </a:custGeom>
            <a:solidFill>
              <a:schemeClr val="dk2"/>
            </a:solidFill>
            <a:ln cap="rnd" cmpd="sng" w="68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54"/>
            <p:cNvSpPr/>
            <p:nvPr/>
          </p:nvSpPr>
          <p:spPr>
            <a:xfrm>
              <a:off x="7287675" y="1428125"/>
              <a:ext cx="28150" cy="27375"/>
            </a:xfrm>
            <a:custGeom>
              <a:rect b="b" l="l" r="r" t="t"/>
              <a:pathLst>
                <a:path extrusionOk="0" h="1095" w="1126">
                  <a:moveTo>
                    <a:pt x="578" y="0"/>
                  </a:moveTo>
                  <a:cubicBezTo>
                    <a:pt x="274" y="0"/>
                    <a:pt x="0" y="244"/>
                    <a:pt x="0" y="548"/>
                  </a:cubicBezTo>
                  <a:cubicBezTo>
                    <a:pt x="0" y="852"/>
                    <a:pt x="274" y="1095"/>
                    <a:pt x="578" y="1095"/>
                  </a:cubicBezTo>
                  <a:cubicBezTo>
                    <a:pt x="882" y="1095"/>
                    <a:pt x="1125" y="852"/>
                    <a:pt x="1125" y="548"/>
                  </a:cubicBezTo>
                  <a:cubicBezTo>
                    <a:pt x="1125" y="244"/>
                    <a:pt x="882" y="0"/>
                    <a:pt x="578" y="0"/>
                  </a:cubicBezTo>
                  <a:close/>
                </a:path>
              </a:pathLst>
            </a:cu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54"/>
            <p:cNvSpPr/>
            <p:nvPr/>
          </p:nvSpPr>
          <p:spPr>
            <a:xfrm>
              <a:off x="7349225" y="1428125"/>
              <a:ext cx="28150" cy="27375"/>
            </a:xfrm>
            <a:custGeom>
              <a:rect b="b" l="l" r="r" t="t"/>
              <a:pathLst>
                <a:path extrusionOk="0" h="1095" w="1126">
                  <a:moveTo>
                    <a:pt x="548" y="0"/>
                  </a:moveTo>
                  <a:cubicBezTo>
                    <a:pt x="274" y="0"/>
                    <a:pt x="1" y="244"/>
                    <a:pt x="1" y="548"/>
                  </a:cubicBezTo>
                  <a:cubicBezTo>
                    <a:pt x="1" y="852"/>
                    <a:pt x="244" y="1095"/>
                    <a:pt x="548" y="1095"/>
                  </a:cubicBezTo>
                  <a:cubicBezTo>
                    <a:pt x="852" y="1095"/>
                    <a:pt x="1125" y="852"/>
                    <a:pt x="1125" y="548"/>
                  </a:cubicBezTo>
                  <a:cubicBezTo>
                    <a:pt x="1125" y="244"/>
                    <a:pt x="882" y="0"/>
                    <a:pt x="548" y="0"/>
                  </a:cubicBezTo>
                  <a:close/>
                </a:path>
              </a:pathLst>
            </a:cu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54"/>
            <p:cNvSpPr/>
            <p:nvPr/>
          </p:nvSpPr>
          <p:spPr>
            <a:xfrm>
              <a:off x="7251200" y="979800"/>
              <a:ext cx="113250" cy="192275"/>
            </a:xfrm>
            <a:custGeom>
              <a:rect b="b" l="l" r="r" t="t"/>
              <a:pathLst>
                <a:path extrusionOk="0" h="7691" w="4530">
                  <a:moveTo>
                    <a:pt x="4529" y="0"/>
                  </a:moveTo>
                  <a:cubicBezTo>
                    <a:pt x="2037" y="0"/>
                    <a:pt x="0" y="2006"/>
                    <a:pt x="0" y="4499"/>
                  </a:cubicBezTo>
                  <a:cubicBezTo>
                    <a:pt x="0" y="5745"/>
                    <a:pt x="517" y="6869"/>
                    <a:pt x="1338" y="7690"/>
                  </a:cubicBezTo>
                  <a:lnTo>
                    <a:pt x="4529" y="4499"/>
                  </a:lnTo>
                  <a:lnTo>
                    <a:pt x="4529" y="0"/>
                  </a:ln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54"/>
            <p:cNvSpPr/>
            <p:nvPr/>
          </p:nvSpPr>
          <p:spPr>
            <a:xfrm>
              <a:off x="7284625" y="1012475"/>
              <a:ext cx="192275" cy="192275"/>
            </a:xfrm>
            <a:custGeom>
              <a:rect b="b" l="l" r="r" t="t"/>
              <a:pathLst>
                <a:path extrusionOk="0" h="7691" w="7691">
                  <a:moveTo>
                    <a:pt x="6354" y="0"/>
                  </a:moveTo>
                  <a:lnTo>
                    <a:pt x="3192" y="3192"/>
                  </a:lnTo>
                  <a:lnTo>
                    <a:pt x="1" y="6383"/>
                  </a:lnTo>
                  <a:cubicBezTo>
                    <a:pt x="822" y="7204"/>
                    <a:pt x="1946" y="7690"/>
                    <a:pt x="3192" y="7690"/>
                  </a:cubicBezTo>
                  <a:cubicBezTo>
                    <a:pt x="5654" y="7690"/>
                    <a:pt x="7691" y="5684"/>
                    <a:pt x="7691" y="3192"/>
                  </a:cubicBezTo>
                  <a:cubicBezTo>
                    <a:pt x="7691" y="1945"/>
                    <a:pt x="7174" y="821"/>
                    <a:pt x="6354" y="0"/>
                  </a:cubicBez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54"/>
            <p:cNvSpPr/>
            <p:nvPr/>
          </p:nvSpPr>
          <p:spPr>
            <a:xfrm>
              <a:off x="7364425" y="979800"/>
              <a:ext cx="79050" cy="112475"/>
            </a:xfrm>
            <a:custGeom>
              <a:rect b="b" l="l" r="r" t="t"/>
              <a:pathLst>
                <a:path extrusionOk="0" h="4499" w="3162">
                  <a:moveTo>
                    <a:pt x="0" y="0"/>
                  </a:moveTo>
                  <a:lnTo>
                    <a:pt x="0" y="4499"/>
                  </a:lnTo>
                  <a:lnTo>
                    <a:pt x="3162" y="1307"/>
                  </a:lnTo>
                  <a:cubicBezTo>
                    <a:pt x="2371" y="486"/>
                    <a:pt x="1216" y="0"/>
                    <a:pt x="0" y="0"/>
                  </a:cubicBezTo>
                  <a:close/>
                </a:path>
              </a:pathLst>
            </a:cu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54"/>
            <p:cNvSpPr/>
            <p:nvPr/>
          </p:nvSpPr>
          <p:spPr>
            <a:xfrm>
              <a:off x="7322625" y="1050450"/>
              <a:ext cx="100325" cy="100350"/>
            </a:xfrm>
            <a:custGeom>
              <a:rect b="b" l="l" r="r" t="t"/>
              <a:pathLst>
                <a:path extrusionOk="0" h="4014" w="4013">
                  <a:moveTo>
                    <a:pt x="3314" y="1"/>
                  </a:moveTo>
                  <a:lnTo>
                    <a:pt x="1642" y="1673"/>
                  </a:lnTo>
                  <a:lnTo>
                    <a:pt x="1" y="3314"/>
                  </a:lnTo>
                  <a:cubicBezTo>
                    <a:pt x="426" y="3739"/>
                    <a:pt x="1004" y="4013"/>
                    <a:pt x="1642" y="4013"/>
                  </a:cubicBezTo>
                  <a:cubicBezTo>
                    <a:pt x="2949" y="4013"/>
                    <a:pt x="3982" y="2949"/>
                    <a:pt x="3982" y="1673"/>
                  </a:cubicBezTo>
                  <a:cubicBezTo>
                    <a:pt x="4013" y="1034"/>
                    <a:pt x="3739" y="426"/>
                    <a:pt x="33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54"/>
            <p:cNvSpPr/>
            <p:nvPr/>
          </p:nvSpPr>
          <p:spPr>
            <a:xfrm>
              <a:off x="7305150" y="1033750"/>
              <a:ext cx="59300" cy="99550"/>
            </a:xfrm>
            <a:custGeom>
              <a:rect b="b" l="l" r="r" t="t"/>
              <a:pathLst>
                <a:path extrusionOk="0" h="3982" w="2372">
                  <a:moveTo>
                    <a:pt x="2371" y="0"/>
                  </a:moveTo>
                  <a:cubicBezTo>
                    <a:pt x="1064" y="0"/>
                    <a:pt x="1" y="1034"/>
                    <a:pt x="1" y="2341"/>
                  </a:cubicBezTo>
                  <a:cubicBezTo>
                    <a:pt x="1" y="2979"/>
                    <a:pt x="274" y="3556"/>
                    <a:pt x="700" y="3982"/>
                  </a:cubicBezTo>
                  <a:lnTo>
                    <a:pt x="2371" y="2341"/>
                  </a:lnTo>
                  <a:lnTo>
                    <a:pt x="237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54"/>
            <p:cNvSpPr/>
            <p:nvPr/>
          </p:nvSpPr>
          <p:spPr>
            <a:xfrm>
              <a:off x="7364425" y="1033750"/>
              <a:ext cx="41050" cy="58525"/>
            </a:xfrm>
            <a:custGeom>
              <a:rect b="b" l="l" r="r" t="t"/>
              <a:pathLst>
                <a:path extrusionOk="0" h="2341" w="1642">
                  <a:moveTo>
                    <a:pt x="0" y="0"/>
                  </a:moveTo>
                  <a:lnTo>
                    <a:pt x="0" y="2341"/>
                  </a:lnTo>
                  <a:lnTo>
                    <a:pt x="1642" y="669"/>
                  </a:lnTo>
                  <a:cubicBezTo>
                    <a:pt x="1216" y="274"/>
                    <a:pt x="639" y="0"/>
                    <a:pt x="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3" name="Google Shape;1073;p54"/>
          <p:cNvGrpSpPr/>
          <p:nvPr/>
        </p:nvGrpSpPr>
        <p:grpSpPr>
          <a:xfrm rot="5400000">
            <a:off x="3165997" y="3019001"/>
            <a:ext cx="1306200" cy="286025"/>
            <a:chOff x="2387919" y="2656100"/>
            <a:chExt cx="1306200" cy="286025"/>
          </a:xfrm>
        </p:grpSpPr>
        <p:sp>
          <p:nvSpPr>
            <p:cNvPr id="1074" name="Google Shape;1074;p54"/>
            <p:cNvSpPr/>
            <p:nvPr/>
          </p:nvSpPr>
          <p:spPr>
            <a:xfrm rot="5400000">
              <a:off x="3608319" y="26561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54"/>
            <p:cNvSpPr/>
            <p:nvPr/>
          </p:nvSpPr>
          <p:spPr>
            <a:xfrm rot="5400000">
              <a:off x="3608319" y="2856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54"/>
            <p:cNvSpPr/>
            <p:nvPr/>
          </p:nvSpPr>
          <p:spPr>
            <a:xfrm rot="5400000">
              <a:off x="3455769" y="26561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54"/>
            <p:cNvSpPr/>
            <p:nvPr/>
          </p:nvSpPr>
          <p:spPr>
            <a:xfrm rot="5400000">
              <a:off x="3455769" y="2856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54"/>
            <p:cNvSpPr/>
            <p:nvPr/>
          </p:nvSpPr>
          <p:spPr>
            <a:xfrm rot="5400000">
              <a:off x="3303219" y="26561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54"/>
            <p:cNvSpPr/>
            <p:nvPr/>
          </p:nvSpPr>
          <p:spPr>
            <a:xfrm rot="5400000">
              <a:off x="3303219" y="2856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54"/>
            <p:cNvSpPr/>
            <p:nvPr/>
          </p:nvSpPr>
          <p:spPr>
            <a:xfrm rot="5400000">
              <a:off x="3150669" y="26561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54"/>
            <p:cNvSpPr/>
            <p:nvPr/>
          </p:nvSpPr>
          <p:spPr>
            <a:xfrm rot="5400000">
              <a:off x="3150669" y="2856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54"/>
            <p:cNvSpPr/>
            <p:nvPr/>
          </p:nvSpPr>
          <p:spPr>
            <a:xfrm rot="5400000">
              <a:off x="2998119" y="26561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54"/>
            <p:cNvSpPr/>
            <p:nvPr/>
          </p:nvSpPr>
          <p:spPr>
            <a:xfrm rot="5400000">
              <a:off x="2998119" y="2856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54"/>
            <p:cNvSpPr/>
            <p:nvPr/>
          </p:nvSpPr>
          <p:spPr>
            <a:xfrm rot="5400000">
              <a:off x="2845569" y="26561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54"/>
            <p:cNvSpPr/>
            <p:nvPr/>
          </p:nvSpPr>
          <p:spPr>
            <a:xfrm rot="5400000">
              <a:off x="2845569" y="2856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54"/>
            <p:cNvSpPr/>
            <p:nvPr/>
          </p:nvSpPr>
          <p:spPr>
            <a:xfrm rot="5400000">
              <a:off x="2693019" y="26561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54"/>
            <p:cNvSpPr/>
            <p:nvPr/>
          </p:nvSpPr>
          <p:spPr>
            <a:xfrm rot="5400000">
              <a:off x="2693019" y="2856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54"/>
            <p:cNvSpPr/>
            <p:nvPr/>
          </p:nvSpPr>
          <p:spPr>
            <a:xfrm rot="5400000">
              <a:off x="2540469" y="26561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54"/>
            <p:cNvSpPr/>
            <p:nvPr/>
          </p:nvSpPr>
          <p:spPr>
            <a:xfrm rot="5400000">
              <a:off x="2540469" y="2856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54"/>
            <p:cNvSpPr/>
            <p:nvPr/>
          </p:nvSpPr>
          <p:spPr>
            <a:xfrm rot="5400000">
              <a:off x="2387919" y="26561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54"/>
            <p:cNvSpPr/>
            <p:nvPr/>
          </p:nvSpPr>
          <p:spPr>
            <a:xfrm rot="5400000">
              <a:off x="2387919" y="28563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2" name="Google Shape;1092;p54"/>
          <p:cNvGrpSpPr/>
          <p:nvPr/>
        </p:nvGrpSpPr>
        <p:grpSpPr>
          <a:xfrm>
            <a:off x="685934" y="410001"/>
            <a:ext cx="286025" cy="696000"/>
            <a:chOff x="3408106" y="3912500"/>
            <a:chExt cx="286025" cy="696000"/>
          </a:xfrm>
        </p:grpSpPr>
        <p:sp>
          <p:nvSpPr>
            <p:cNvPr id="1093" name="Google Shape;1093;p54"/>
            <p:cNvSpPr/>
            <p:nvPr/>
          </p:nvSpPr>
          <p:spPr>
            <a:xfrm rot="10800000">
              <a:off x="3608331" y="45227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54"/>
            <p:cNvSpPr/>
            <p:nvPr/>
          </p:nvSpPr>
          <p:spPr>
            <a:xfrm rot="10800000">
              <a:off x="3408106" y="45227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54"/>
            <p:cNvSpPr/>
            <p:nvPr/>
          </p:nvSpPr>
          <p:spPr>
            <a:xfrm rot="10800000">
              <a:off x="3608331" y="437015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54"/>
            <p:cNvSpPr/>
            <p:nvPr/>
          </p:nvSpPr>
          <p:spPr>
            <a:xfrm rot="10800000">
              <a:off x="3408106" y="437015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54"/>
            <p:cNvSpPr/>
            <p:nvPr/>
          </p:nvSpPr>
          <p:spPr>
            <a:xfrm rot="10800000">
              <a:off x="3608331" y="42176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54"/>
            <p:cNvSpPr/>
            <p:nvPr/>
          </p:nvSpPr>
          <p:spPr>
            <a:xfrm rot="10800000">
              <a:off x="3408106" y="42176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54"/>
            <p:cNvSpPr/>
            <p:nvPr/>
          </p:nvSpPr>
          <p:spPr>
            <a:xfrm rot="10800000">
              <a:off x="3608331" y="406505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54"/>
            <p:cNvSpPr/>
            <p:nvPr/>
          </p:nvSpPr>
          <p:spPr>
            <a:xfrm rot="10800000">
              <a:off x="3408106" y="406505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54"/>
            <p:cNvSpPr/>
            <p:nvPr/>
          </p:nvSpPr>
          <p:spPr>
            <a:xfrm rot="10800000">
              <a:off x="3608331" y="39125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54"/>
            <p:cNvSpPr/>
            <p:nvPr/>
          </p:nvSpPr>
          <p:spPr>
            <a:xfrm rot="10800000">
              <a:off x="3408106" y="39125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3" name="Google Shape;1103;p54"/>
          <p:cNvGrpSpPr/>
          <p:nvPr/>
        </p:nvGrpSpPr>
        <p:grpSpPr>
          <a:xfrm>
            <a:off x="2259247" y="3505926"/>
            <a:ext cx="390900" cy="286025"/>
            <a:chOff x="429069" y="4608500"/>
            <a:chExt cx="390900" cy="286025"/>
          </a:xfrm>
        </p:grpSpPr>
        <p:sp>
          <p:nvSpPr>
            <p:cNvPr id="1104" name="Google Shape;1104;p54"/>
            <p:cNvSpPr/>
            <p:nvPr/>
          </p:nvSpPr>
          <p:spPr>
            <a:xfrm rot="5400000">
              <a:off x="734169" y="46085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54"/>
            <p:cNvSpPr/>
            <p:nvPr/>
          </p:nvSpPr>
          <p:spPr>
            <a:xfrm rot="5400000">
              <a:off x="734169" y="48087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54"/>
            <p:cNvSpPr/>
            <p:nvPr/>
          </p:nvSpPr>
          <p:spPr>
            <a:xfrm rot="5400000">
              <a:off x="581619" y="46085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54"/>
            <p:cNvSpPr/>
            <p:nvPr/>
          </p:nvSpPr>
          <p:spPr>
            <a:xfrm rot="5400000">
              <a:off x="581619" y="48087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54"/>
            <p:cNvSpPr/>
            <p:nvPr/>
          </p:nvSpPr>
          <p:spPr>
            <a:xfrm rot="5400000">
              <a:off x="429069" y="4608500"/>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54"/>
            <p:cNvSpPr/>
            <p:nvPr/>
          </p:nvSpPr>
          <p:spPr>
            <a:xfrm rot="5400000">
              <a:off x="429069" y="4808725"/>
              <a:ext cx="85800" cy="858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ew Product Launch Marketing Plan by Slidesgo">
  <a:themeElements>
    <a:clrScheme name="Simple Light">
      <a:dk1>
        <a:srgbClr val="0D0D0D"/>
      </a:dk1>
      <a:lt1>
        <a:srgbClr val="F3F3F3"/>
      </a:lt1>
      <a:dk2>
        <a:srgbClr val="8C8C8C"/>
      </a:dk2>
      <a:lt2>
        <a:srgbClr val="595859"/>
      </a:lt2>
      <a:accent1>
        <a:srgbClr val="3C735F"/>
      </a:accent1>
      <a:accent2>
        <a:srgbClr val="4CB18C"/>
      </a:accent2>
      <a:accent3>
        <a:srgbClr val="BEEDD8"/>
      </a:accent3>
      <a:accent4>
        <a:srgbClr val="85E0BE"/>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