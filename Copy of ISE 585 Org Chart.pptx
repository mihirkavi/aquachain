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E5A3DC-E517-4687-9B3C-436B2889C757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A624FD-3287-4FB7-BC77-424C0CACA1EE}">
      <dgm:prSet phldrT="[Text]"/>
      <dgm:spPr/>
      <dgm:t>
        <a:bodyPr/>
        <a:lstStyle/>
        <a:p>
          <a:r>
            <a:rPr lang="en-US" dirty="0"/>
            <a:t>Patrick </a:t>
          </a:r>
          <a:r>
            <a:rPr lang="en-US" dirty="0" err="1"/>
            <a:t>Okimi</a:t>
          </a:r>
          <a:endParaRPr lang="en-US" dirty="0"/>
        </a:p>
      </dgm:t>
    </dgm:pt>
    <dgm:pt modelId="{80012299-72C9-4873-87F9-403F253C2B36}" type="parTrans" cxnId="{8609D315-8A2D-49E0-8D29-BDE3879216EC}">
      <dgm:prSet/>
      <dgm:spPr/>
      <dgm:t>
        <a:bodyPr/>
        <a:lstStyle/>
        <a:p>
          <a:endParaRPr lang="en-US"/>
        </a:p>
      </dgm:t>
    </dgm:pt>
    <dgm:pt modelId="{4930E36F-523A-42F1-A2B6-848B87FCEC4A}" type="sibTrans" cxnId="{8609D315-8A2D-49E0-8D29-BDE3879216EC}">
      <dgm:prSet/>
      <dgm:spPr/>
      <dgm:t>
        <a:bodyPr/>
        <a:lstStyle/>
        <a:p>
          <a:pPr algn="ctr"/>
          <a:r>
            <a:rPr lang="en-US" dirty="0"/>
            <a:t>CEO</a:t>
          </a:r>
        </a:p>
      </dgm:t>
    </dgm:pt>
    <dgm:pt modelId="{9AECBD97-0A92-46BD-8C87-DA99381B8E90}" type="asst">
      <dgm:prSet phldrT="[Text]"/>
      <dgm:spPr/>
      <dgm:t>
        <a:bodyPr/>
        <a:lstStyle/>
        <a:p>
          <a:r>
            <a:rPr lang="en-US" b="0" i="0" dirty="0"/>
            <a:t>Shruti </a:t>
          </a:r>
          <a:r>
            <a:rPr lang="en-US" b="0" i="0" dirty="0" err="1"/>
            <a:t>Kalyanaraman</a:t>
          </a:r>
          <a:endParaRPr lang="en-US" b="0" i="0" dirty="0"/>
        </a:p>
      </dgm:t>
    </dgm:pt>
    <dgm:pt modelId="{B43D881E-9A47-4F92-B2D7-5E2947F226F9}" type="parTrans" cxnId="{08ACB615-1F00-4E8F-884D-66EC3685D38C}">
      <dgm:prSet/>
      <dgm:spPr/>
      <dgm:t>
        <a:bodyPr/>
        <a:lstStyle/>
        <a:p>
          <a:endParaRPr lang="en-US"/>
        </a:p>
      </dgm:t>
    </dgm:pt>
    <dgm:pt modelId="{A5A560CB-4326-465F-BF82-B005F5F913C6}" type="sibTrans" cxnId="{08ACB615-1F00-4E8F-884D-66EC3685D38C}">
      <dgm:prSet/>
      <dgm:spPr/>
      <dgm:t>
        <a:bodyPr/>
        <a:lstStyle/>
        <a:p>
          <a:pPr algn="ctr"/>
          <a:r>
            <a:rPr lang="en-US" dirty="0"/>
            <a:t>CPO</a:t>
          </a:r>
        </a:p>
      </dgm:t>
    </dgm:pt>
    <dgm:pt modelId="{85ABB0D4-F4A8-465F-8E97-F648D6C7A1F3}" type="asst">
      <dgm:prSet phldrT="[Text]"/>
      <dgm:spPr/>
      <dgm:t>
        <a:bodyPr/>
        <a:lstStyle/>
        <a:p>
          <a:r>
            <a:rPr lang="en-US" b="0" i="0" dirty="0"/>
            <a:t>Mihir </a:t>
          </a:r>
          <a:r>
            <a:rPr lang="en-US" b="0" i="0" dirty="0" err="1"/>
            <a:t>Kavishwar</a:t>
          </a:r>
          <a:endParaRPr lang="en-US" b="0" i="0" dirty="0"/>
        </a:p>
      </dgm:t>
    </dgm:pt>
    <dgm:pt modelId="{C69FB7A9-B14D-4CFC-B342-8DBE64BC4FD5}" type="parTrans" cxnId="{E1A2BB8E-3B59-42B6-8FF1-059F95F67ADA}">
      <dgm:prSet/>
      <dgm:spPr/>
      <dgm:t>
        <a:bodyPr/>
        <a:lstStyle/>
        <a:p>
          <a:endParaRPr lang="en-US"/>
        </a:p>
      </dgm:t>
    </dgm:pt>
    <dgm:pt modelId="{BB03FA55-807E-4545-B8BD-C413FA1D4108}" type="sibTrans" cxnId="{E1A2BB8E-3B59-42B6-8FF1-059F95F67ADA}">
      <dgm:prSet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50800" tIns="12700" rIns="50800" bIns="127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CFO</a:t>
          </a:r>
        </a:p>
      </dgm:t>
    </dgm:pt>
    <dgm:pt modelId="{E8711C8A-C7F4-48EF-A388-0381A148BB48}" type="asst">
      <dgm:prSet phldrT="[Text]"/>
      <dgm:spPr/>
      <dgm:t>
        <a:bodyPr/>
        <a:lstStyle/>
        <a:p>
          <a:r>
            <a:rPr lang="en-US" b="0" i="0" dirty="0"/>
            <a:t>William Lopez</a:t>
          </a:r>
        </a:p>
      </dgm:t>
    </dgm:pt>
    <dgm:pt modelId="{DD991E34-AC8C-4715-88E7-251CB38604B8}" type="parTrans" cxnId="{EFAE7A99-A810-4C0A-A49F-C2BFEB35A1A8}">
      <dgm:prSet/>
      <dgm:spPr/>
      <dgm:t>
        <a:bodyPr/>
        <a:lstStyle/>
        <a:p>
          <a:endParaRPr lang="en-US"/>
        </a:p>
      </dgm:t>
    </dgm:pt>
    <dgm:pt modelId="{DDC69F37-F621-4160-A259-77DC12B1F13C}" type="sibTrans" cxnId="{EFAE7A99-A810-4C0A-A49F-C2BFEB35A1A8}">
      <dgm:prSet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50800" tIns="12700" rIns="50800" bIns="127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COO</a:t>
          </a:r>
        </a:p>
      </dgm:t>
    </dgm:pt>
    <dgm:pt modelId="{6F1594DF-C650-4B85-A574-628BAC878816}" type="asst">
      <dgm:prSet/>
      <dgm:spPr/>
      <dgm:t>
        <a:bodyPr/>
        <a:lstStyle/>
        <a:p>
          <a:r>
            <a:rPr lang="en-US" b="0" i="0" dirty="0"/>
            <a:t>Rachana Bangalore </a:t>
          </a:r>
          <a:r>
            <a:rPr lang="en-US" b="0" i="0" dirty="0" err="1"/>
            <a:t>Nagaraju</a:t>
          </a:r>
          <a:endParaRPr lang="en-US" b="0" i="0" dirty="0"/>
        </a:p>
      </dgm:t>
    </dgm:pt>
    <dgm:pt modelId="{613AF1EE-70E5-44C7-960B-84FF5DD321AA}" type="parTrans" cxnId="{846D166C-370F-4AE6-9C77-1FC2D5370521}">
      <dgm:prSet/>
      <dgm:spPr/>
      <dgm:t>
        <a:bodyPr/>
        <a:lstStyle/>
        <a:p>
          <a:endParaRPr lang="en-US"/>
        </a:p>
      </dgm:t>
    </dgm:pt>
    <dgm:pt modelId="{90E5120D-385A-4BC5-A2E2-77DE0FB6BD0E}" type="sibTrans" cxnId="{846D166C-370F-4AE6-9C77-1FC2D5370521}">
      <dgm:prSet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50800" tIns="12700" rIns="50800" bIns="12700" numCol="1" spcCol="1270" anchor="ctr" anchorCtr="0"/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CMO</a:t>
          </a:r>
        </a:p>
      </dgm:t>
    </dgm:pt>
    <dgm:pt modelId="{53BE59BE-7BC2-426F-8F16-28283828DF0A}" type="asst">
      <dgm:prSet phldrT="[Text]"/>
      <dgm:spPr/>
      <dgm:t>
        <a:bodyPr/>
        <a:lstStyle/>
        <a:p>
          <a:r>
            <a:rPr lang="en-US" b="0" i="0" dirty="0"/>
            <a:t>Product Manager</a:t>
          </a:r>
        </a:p>
      </dgm:t>
    </dgm:pt>
    <dgm:pt modelId="{2E10E251-BDFB-4986-91D8-D5EA3EE4BAF1}" type="parTrans" cxnId="{34FDC602-02E4-477E-A8F9-B7AC98A1AD58}">
      <dgm:prSet/>
      <dgm:spPr/>
      <dgm:t>
        <a:bodyPr/>
        <a:lstStyle/>
        <a:p>
          <a:endParaRPr lang="en-US"/>
        </a:p>
      </dgm:t>
    </dgm:pt>
    <dgm:pt modelId="{09A42E01-7B85-465F-A368-C25A20A61560}" type="sibTrans" cxnId="{34FDC602-02E4-477E-A8F9-B7AC98A1AD58}">
      <dgm:prSet/>
      <dgm:spPr/>
      <dgm:t>
        <a:bodyPr/>
        <a:lstStyle/>
        <a:p>
          <a:endParaRPr lang="en-US" dirty="0"/>
        </a:p>
      </dgm:t>
    </dgm:pt>
    <dgm:pt modelId="{EBFAC8C5-3D8A-4363-9A65-56692268F845}" type="asst">
      <dgm:prSet phldrT="[Text]"/>
      <dgm:spPr/>
      <dgm:t>
        <a:bodyPr/>
        <a:lstStyle/>
        <a:p>
          <a:r>
            <a:rPr lang="en-US" b="0" i="0" dirty="0"/>
            <a:t>Hardware Engineer</a:t>
          </a:r>
        </a:p>
      </dgm:t>
    </dgm:pt>
    <dgm:pt modelId="{E6112C12-D16A-4C4E-9B0F-1D5BA37D9587}" type="parTrans" cxnId="{C5E297EE-CA7C-43C2-911C-BE5E16E7ED5A}">
      <dgm:prSet/>
      <dgm:spPr/>
      <dgm:t>
        <a:bodyPr/>
        <a:lstStyle/>
        <a:p>
          <a:endParaRPr lang="en-US"/>
        </a:p>
      </dgm:t>
    </dgm:pt>
    <dgm:pt modelId="{1BCC36EC-F761-42F2-B5AF-029543AAF30A}" type="sibTrans" cxnId="{C5E297EE-CA7C-43C2-911C-BE5E16E7ED5A}">
      <dgm:prSet/>
      <dgm:spPr/>
      <dgm:t>
        <a:bodyPr/>
        <a:lstStyle/>
        <a:p>
          <a:endParaRPr lang="en-US"/>
        </a:p>
      </dgm:t>
    </dgm:pt>
    <dgm:pt modelId="{EF7A99CD-1A37-4C7C-9552-07CC68D96293}" type="asst">
      <dgm:prSet phldrT="[Text]"/>
      <dgm:spPr/>
      <dgm:t>
        <a:bodyPr/>
        <a:lstStyle/>
        <a:p>
          <a:r>
            <a:rPr lang="en-US" b="0" i="0" dirty="0"/>
            <a:t>Software Engineer</a:t>
          </a:r>
        </a:p>
      </dgm:t>
    </dgm:pt>
    <dgm:pt modelId="{D8A08375-07B1-4A1E-ABA8-2F701100F05A}" type="parTrans" cxnId="{0EBD85FD-C5A8-41BB-8C56-8F3956CD290C}">
      <dgm:prSet/>
      <dgm:spPr/>
      <dgm:t>
        <a:bodyPr/>
        <a:lstStyle/>
        <a:p>
          <a:endParaRPr lang="en-US"/>
        </a:p>
      </dgm:t>
    </dgm:pt>
    <dgm:pt modelId="{95A70BCC-A7FF-49B2-9B80-A1D41FB2FDE0}" type="sibTrans" cxnId="{0EBD85FD-C5A8-41BB-8C56-8F3956CD290C}">
      <dgm:prSet/>
      <dgm:spPr/>
      <dgm:t>
        <a:bodyPr/>
        <a:lstStyle/>
        <a:p>
          <a:endParaRPr lang="en-US"/>
        </a:p>
      </dgm:t>
    </dgm:pt>
    <dgm:pt modelId="{0F7569F0-AC35-48B2-88CC-7B7D82A1A147}" type="pres">
      <dgm:prSet presAssocID="{BCE5A3DC-E517-4687-9B3C-436B2889C75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5940377-511D-4FFE-B64F-5C9EF71C8046}" type="pres">
      <dgm:prSet presAssocID="{A0A624FD-3287-4FB7-BC77-424C0CACA1EE}" presName="hierRoot1" presStyleCnt="0">
        <dgm:presLayoutVars>
          <dgm:hierBranch val="init"/>
        </dgm:presLayoutVars>
      </dgm:prSet>
      <dgm:spPr/>
    </dgm:pt>
    <dgm:pt modelId="{D97AF065-DC14-4EC7-832D-850CF4A3AB55}" type="pres">
      <dgm:prSet presAssocID="{A0A624FD-3287-4FB7-BC77-424C0CACA1EE}" presName="rootComposite1" presStyleCnt="0"/>
      <dgm:spPr/>
    </dgm:pt>
    <dgm:pt modelId="{C4DC2744-9508-4ABB-A984-A922E9AB76CE}" type="pres">
      <dgm:prSet presAssocID="{A0A624FD-3287-4FB7-BC77-424C0CACA1EE}" presName="rootText1" presStyleLbl="node0" presStyleIdx="0" presStyleCnt="1">
        <dgm:presLayoutVars>
          <dgm:chMax/>
          <dgm:chPref val="3"/>
        </dgm:presLayoutVars>
      </dgm:prSet>
      <dgm:spPr/>
    </dgm:pt>
    <dgm:pt modelId="{0F205F1A-F168-4A5F-866D-90A91F6F2B77}" type="pres">
      <dgm:prSet presAssocID="{A0A624FD-3287-4FB7-BC77-424C0CACA1EE}" presName="titleText1" presStyleLbl="fgAcc0" presStyleIdx="0" presStyleCnt="1">
        <dgm:presLayoutVars>
          <dgm:chMax val="0"/>
          <dgm:chPref val="0"/>
        </dgm:presLayoutVars>
      </dgm:prSet>
      <dgm:spPr/>
    </dgm:pt>
    <dgm:pt modelId="{3A01205A-4E1C-4601-BEBC-0BE107701722}" type="pres">
      <dgm:prSet presAssocID="{A0A624FD-3287-4FB7-BC77-424C0CACA1EE}" presName="rootConnector1" presStyleLbl="node1" presStyleIdx="0" presStyleCnt="0"/>
      <dgm:spPr/>
    </dgm:pt>
    <dgm:pt modelId="{EFDF3219-6EB2-49A2-937B-D247378F4A6C}" type="pres">
      <dgm:prSet presAssocID="{A0A624FD-3287-4FB7-BC77-424C0CACA1EE}" presName="hierChild2" presStyleCnt="0"/>
      <dgm:spPr/>
    </dgm:pt>
    <dgm:pt modelId="{79F9CDA2-FC19-45BF-86D8-7B5D638DBB58}" type="pres">
      <dgm:prSet presAssocID="{A0A624FD-3287-4FB7-BC77-424C0CACA1EE}" presName="hierChild3" presStyleCnt="0"/>
      <dgm:spPr/>
    </dgm:pt>
    <dgm:pt modelId="{12CB27B6-4C98-44EA-BBBB-24073CD6AED6}" type="pres">
      <dgm:prSet presAssocID="{B43D881E-9A47-4F92-B2D7-5E2947F226F9}" presName="Name96" presStyleLbl="parChTrans1D2" presStyleIdx="0" presStyleCnt="4"/>
      <dgm:spPr/>
    </dgm:pt>
    <dgm:pt modelId="{73A4C6B8-B15D-4F96-B12C-9B9AD1DB3E94}" type="pres">
      <dgm:prSet presAssocID="{9AECBD97-0A92-46BD-8C87-DA99381B8E90}" presName="hierRoot3" presStyleCnt="0">
        <dgm:presLayoutVars>
          <dgm:hierBranch val="init"/>
        </dgm:presLayoutVars>
      </dgm:prSet>
      <dgm:spPr/>
    </dgm:pt>
    <dgm:pt modelId="{A11D390E-232E-49E1-909C-11E1AE2353C1}" type="pres">
      <dgm:prSet presAssocID="{9AECBD97-0A92-46BD-8C87-DA99381B8E90}" presName="rootComposite3" presStyleCnt="0"/>
      <dgm:spPr/>
    </dgm:pt>
    <dgm:pt modelId="{6906CDBB-1DD8-4BB6-A58A-BAC900424F9E}" type="pres">
      <dgm:prSet presAssocID="{9AECBD97-0A92-46BD-8C87-DA99381B8E90}" presName="rootText3" presStyleLbl="asst1" presStyleIdx="0" presStyleCnt="7">
        <dgm:presLayoutVars>
          <dgm:chPref val="3"/>
        </dgm:presLayoutVars>
      </dgm:prSet>
      <dgm:spPr/>
    </dgm:pt>
    <dgm:pt modelId="{BBE20C4D-D13E-418E-B3B9-60C80158FC78}" type="pres">
      <dgm:prSet presAssocID="{9AECBD97-0A92-46BD-8C87-DA99381B8E90}" presName="titleText3" presStyleLbl="fgAcc2" presStyleIdx="0" presStyleCnt="7">
        <dgm:presLayoutVars>
          <dgm:chMax val="0"/>
          <dgm:chPref val="0"/>
        </dgm:presLayoutVars>
      </dgm:prSet>
      <dgm:spPr/>
    </dgm:pt>
    <dgm:pt modelId="{AD175CF2-2473-4782-AE49-4D177EA3B124}" type="pres">
      <dgm:prSet presAssocID="{9AECBD97-0A92-46BD-8C87-DA99381B8E90}" presName="rootConnector3" presStyleLbl="asst1" presStyleIdx="0" presStyleCnt="7"/>
      <dgm:spPr/>
    </dgm:pt>
    <dgm:pt modelId="{5D071526-CB19-430F-8FA2-D2127E081FAD}" type="pres">
      <dgm:prSet presAssocID="{9AECBD97-0A92-46BD-8C87-DA99381B8E90}" presName="hierChild6" presStyleCnt="0"/>
      <dgm:spPr/>
    </dgm:pt>
    <dgm:pt modelId="{54E8E31D-D493-4CDC-9081-A3A3F9835AB0}" type="pres">
      <dgm:prSet presAssocID="{9AECBD97-0A92-46BD-8C87-DA99381B8E90}" presName="hierChild7" presStyleCnt="0"/>
      <dgm:spPr/>
    </dgm:pt>
    <dgm:pt modelId="{A9EB9016-A57A-4FD0-AE4D-6870DCFBA715}" type="pres">
      <dgm:prSet presAssocID="{2E10E251-BDFB-4986-91D8-D5EA3EE4BAF1}" presName="Name96" presStyleLbl="parChTrans1D3" presStyleIdx="0" presStyleCnt="3"/>
      <dgm:spPr/>
    </dgm:pt>
    <dgm:pt modelId="{3A247566-1029-4641-9322-E61A53A3661F}" type="pres">
      <dgm:prSet presAssocID="{53BE59BE-7BC2-426F-8F16-28283828DF0A}" presName="hierRoot3" presStyleCnt="0">
        <dgm:presLayoutVars>
          <dgm:hierBranch val="init"/>
        </dgm:presLayoutVars>
      </dgm:prSet>
      <dgm:spPr/>
    </dgm:pt>
    <dgm:pt modelId="{4020D183-7C48-4070-85BB-E73BFE702E95}" type="pres">
      <dgm:prSet presAssocID="{53BE59BE-7BC2-426F-8F16-28283828DF0A}" presName="rootComposite3" presStyleCnt="0"/>
      <dgm:spPr/>
    </dgm:pt>
    <dgm:pt modelId="{282921C7-06D1-4D54-8ADD-F65234429547}" type="pres">
      <dgm:prSet presAssocID="{53BE59BE-7BC2-426F-8F16-28283828DF0A}" presName="rootText3" presStyleLbl="asst1" presStyleIdx="1" presStyleCnt="7">
        <dgm:presLayoutVars>
          <dgm:chPref val="3"/>
        </dgm:presLayoutVars>
      </dgm:prSet>
      <dgm:spPr/>
    </dgm:pt>
    <dgm:pt modelId="{BDEE1CD3-86A6-4B03-851A-2A7C23FE49DE}" type="pres">
      <dgm:prSet presAssocID="{53BE59BE-7BC2-426F-8F16-28283828DF0A}" presName="titleText3" presStyleLbl="fgAcc2" presStyleIdx="1" presStyleCnt="7">
        <dgm:presLayoutVars>
          <dgm:chMax val="0"/>
          <dgm:chPref val="0"/>
        </dgm:presLayoutVars>
      </dgm:prSet>
      <dgm:spPr/>
    </dgm:pt>
    <dgm:pt modelId="{87A1E9AC-D2F2-41A7-9BC7-4CB034A65B00}" type="pres">
      <dgm:prSet presAssocID="{53BE59BE-7BC2-426F-8F16-28283828DF0A}" presName="rootConnector3" presStyleLbl="asst1" presStyleIdx="1" presStyleCnt="7"/>
      <dgm:spPr/>
    </dgm:pt>
    <dgm:pt modelId="{6B0DC945-C22C-4549-8A15-B2181F32EF54}" type="pres">
      <dgm:prSet presAssocID="{53BE59BE-7BC2-426F-8F16-28283828DF0A}" presName="hierChild6" presStyleCnt="0"/>
      <dgm:spPr/>
    </dgm:pt>
    <dgm:pt modelId="{56669C9F-40A9-4EC0-B09F-953C17FF910B}" type="pres">
      <dgm:prSet presAssocID="{53BE59BE-7BC2-426F-8F16-28283828DF0A}" presName="hierChild7" presStyleCnt="0"/>
      <dgm:spPr/>
    </dgm:pt>
    <dgm:pt modelId="{B116CE7B-F5EA-47FB-9916-E5D124B2B962}" type="pres">
      <dgm:prSet presAssocID="{C69FB7A9-B14D-4CFC-B342-8DBE64BC4FD5}" presName="Name96" presStyleLbl="parChTrans1D2" presStyleIdx="1" presStyleCnt="4"/>
      <dgm:spPr/>
    </dgm:pt>
    <dgm:pt modelId="{29088D35-6481-4457-A8C2-4FD4682EBE18}" type="pres">
      <dgm:prSet presAssocID="{85ABB0D4-F4A8-465F-8E97-F648D6C7A1F3}" presName="hierRoot3" presStyleCnt="0">
        <dgm:presLayoutVars>
          <dgm:hierBranch val="init"/>
        </dgm:presLayoutVars>
      </dgm:prSet>
      <dgm:spPr/>
    </dgm:pt>
    <dgm:pt modelId="{692FD10D-1610-4104-AA0F-8E704E35E778}" type="pres">
      <dgm:prSet presAssocID="{85ABB0D4-F4A8-465F-8E97-F648D6C7A1F3}" presName="rootComposite3" presStyleCnt="0"/>
      <dgm:spPr/>
    </dgm:pt>
    <dgm:pt modelId="{ACF6CCA6-47AC-4028-AEB1-AB6815FF5BE2}" type="pres">
      <dgm:prSet presAssocID="{85ABB0D4-F4A8-465F-8E97-F648D6C7A1F3}" presName="rootText3" presStyleLbl="asst1" presStyleIdx="2" presStyleCnt="7">
        <dgm:presLayoutVars>
          <dgm:chPref val="3"/>
        </dgm:presLayoutVars>
      </dgm:prSet>
      <dgm:spPr/>
    </dgm:pt>
    <dgm:pt modelId="{EE078D65-DC22-4FD6-9FA5-0072DA81D9ED}" type="pres">
      <dgm:prSet presAssocID="{85ABB0D4-F4A8-465F-8E97-F648D6C7A1F3}" presName="titleText3" presStyleLbl="fgAcc2" presStyleIdx="2" presStyleCnt="7">
        <dgm:presLayoutVars>
          <dgm:chMax val="0"/>
          <dgm:chPref val="0"/>
        </dgm:presLayoutVars>
      </dgm:prSet>
      <dgm:spPr>
        <a:xfrm>
          <a:off x="6180848" y="2184171"/>
          <a:ext cx="1610954" cy="308918"/>
        </a:xfrm>
        <a:prstGeom prst="rect">
          <a:avLst/>
        </a:prstGeom>
      </dgm:spPr>
    </dgm:pt>
    <dgm:pt modelId="{7FD2126A-CD12-4A5B-81A0-3E96BD687432}" type="pres">
      <dgm:prSet presAssocID="{85ABB0D4-F4A8-465F-8E97-F648D6C7A1F3}" presName="rootConnector3" presStyleLbl="asst1" presStyleIdx="2" presStyleCnt="7"/>
      <dgm:spPr/>
    </dgm:pt>
    <dgm:pt modelId="{0D643CA9-119F-4854-AAF4-82AB21082F93}" type="pres">
      <dgm:prSet presAssocID="{85ABB0D4-F4A8-465F-8E97-F648D6C7A1F3}" presName="hierChild6" presStyleCnt="0"/>
      <dgm:spPr/>
    </dgm:pt>
    <dgm:pt modelId="{5D7A74D8-3C23-4F19-BD6F-BF0684EEB086}" type="pres">
      <dgm:prSet presAssocID="{85ABB0D4-F4A8-465F-8E97-F648D6C7A1F3}" presName="hierChild7" presStyleCnt="0"/>
      <dgm:spPr/>
    </dgm:pt>
    <dgm:pt modelId="{32EECD2A-1117-46EB-8659-EB77DDB5DD02}" type="pres">
      <dgm:prSet presAssocID="{DD991E34-AC8C-4715-88E7-251CB38604B8}" presName="Name96" presStyleLbl="parChTrans1D2" presStyleIdx="2" presStyleCnt="4"/>
      <dgm:spPr/>
    </dgm:pt>
    <dgm:pt modelId="{63BE015D-859A-462C-B321-E0924EB67455}" type="pres">
      <dgm:prSet presAssocID="{E8711C8A-C7F4-48EF-A388-0381A148BB48}" presName="hierRoot3" presStyleCnt="0">
        <dgm:presLayoutVars>
          <dgm:hierBranch val="init"/>
        </dgm:presLayoutVars>
      </dgm:prSet>
      <dgm:spPr/>
    </dgm:pt>
    <dgm:pt modelId="{C4EFD78D-2DE3-45E6-8F96-DEBE8D9CE628}" type="pres">
      <dgm:prSet presAssocID="{E8711C8A-C7F4-48EF-A388-0381A148BB48}" presName="rootComposite3" presStyleCnt="0"/>
      <dgm:spPr/>
    </dgm:pt>
    <dgm:pt modelId="{CA6F1D30-3C2B-4C1A-91D0-37FF7BB48177}" type="pres">
      <dgm:prSet presAssocID="{E8711C8A-C7F4-48EF-A388-0381A148BB48}" presName="rootText3" presStyleLbl="asst1" presStyleIdx="3" presStyleCnt="7">
        <dgm:presLayoutVars>
          <dgm:chPref val="3"/>
        </dgm:presLayoutVars>
      </dgm:prSet>
      <dgm:spPr/>
    </dgm:pt>
    <dgm:pt modelId="{B28EBDF7-6A74-4C79-873D-B817FEDDE168}" type="pres">
      <dgm:prSet presAssocID="{E8711C8A-C7F4-48EF-A388-0381A148BB48}" presName="titleText3" presStyleLbl="fgAcc2" presStyleIdx="3" presStyleCnt="7">
        <dgm:presLayoutVars>
          <dgm:chMax val="0"/>
          <dgm:chPref val="0"/>
        </dgm:presLayoutVars>
      </dgm:prSet>
      <dgm:spPr>
        <a:xfrm>
          <a:off x="2578702" y="5108603"/>
          <a:ext cx="1610954" cy="308918"/>
        </a:xfrm>
        <a:prstGeom prst="rect">
          <a:avLst/>
        </a:prstGeom>
      </dgm:spPr>
    </dgm:pt>
    <dgm:pt modelId="{0BB3A433-7B48-42A7-B3E1-32A7C632DDD6}" type="pres">
      <dgm:prSet presAssocID="{E8711C8A-C7F4-48EF-A388-0381A148BB48}" presName="rootConnector3" presStyleLbl="asst1" presStyleIdx="3" presStyleCnt="7"/>
      <dgm:spPr/>
    </dgm:pt>
    <dgm:pt modelId="{3E41D94E-BFE5-497E-9DC1-6A40274915DE}" type="pres">
      <dgm:prSet presAssocID="{E8711C8A-C7F4-48EF-A388-0381A148BB48}" presName="hierChild6" presStyleCnt="0"/>
      <dgm:spPr/>
    </dgm:pt>
    <dgm:pt modelId="{CABE6EB0-7D80-447B-B9A2-9DD1E377E7CD}" type="pres">
      <dgm:prSet presAssocID="{E8711C8A-C7F4-48EF-A388-0381A148BB48}" presName="hierChild7" presStyleCnt="0"/>
      <dgm:spPr/>
    </dgm:pt>
    <dgm:pt modelId="{8C16C0DB-AFCF-4312-A743-B19846B9D481}" type="pres">
      <dgm:prSet presAssocID="{E6112C12-D16A-4C4E-9B0F-1D5BA37D9587}" presName="Name96" presStyleLbl="parChTrans1D3" presStyleIdx="1" presStyleCnt="3"/>
      <dgm:spPr/>
    </dgm:pt>
    <dgm:pt modelId="{6C71E7FD-43B2-49CC-A5DA-D4BA007C1A7C}" type="pres">
      <dgm:prSet presAssocID="{EBFAC8C5-3D8A-4363-9A65-56692268F845}" presName="hierRoot3" presStyleCnt="0">
        <dgm:presLayoutVars>
          <dgm:hierBranch val="init"/>
        </dgm:presLayoutVars>
      </dgm:prSet>
      <dgm:spPr/>
    </dgm:pt>
    <dgm:pt modelId="{5C7C489F-48D7-410C-A9F5-801D0669A758}" type="pres">
      <dgm:prSet presAssocID="{EBFAC8C5-3D8A-4363-9A65-56692268F845}" presName="rootComposite3" presStyleCnt="0"/>
      <dgm:spPr/>
    </dgm:pt>
    <dgm:pt modelId="{3202EC84-3A37-4BDB-864D-1C574ED67EA2}" type="pres">
      <dgm:prSet presAssocID="{EBFAC8C5-3D8A-4363-9A65-56692268F845}" presName="rootText3" presStyleLbl="asst1" presStyleIdx="4" presStyleCnt="7">
        <dgm:presLayoutVars>
          <dgm:chPref val="3"/>
        </dgm:presLayoutVars>
      </dgm:prSet>
      <dgm:spPr/>
    </dgm:pt>
    <dgm:pt modelId="{2737A547-1AEC-44A5-9BB5-C45B578FC190}" type="pres">
      <dgm:prSet presAssocID="{EBFAC8C5-3D8A-4363-9A65-56692268F845}" presName="titleText3" presStyleLbl="fgAcc2" presStyleIdx="4" presStyleCnt="7">
        <dgm:presLayoutVars>
          <dgm:chMax val="0"/>
          <dgm:chPref val="0"/>
        </dgm:presLayoutVars>
      </dgm:prSet>
      <dgm:spPr/>
    </dgm:pt>
    <dgm:pt modelId="{11C4D4C8-4A8C-4A41-A465-21622F2842B8}" type="pres">
      <dgm:prSet presAssocID="{EBFAC8C5-3D8A-4363-9A65-56692268F845}" presName="rootConnector3" presStyleLbl="asst1" presStyleIdx="4" presStyleCnt="7"/>
      <dgm:spPr/>
    </dgm:pt>
    <dgm:pt modelId="{2B4F0569-CC11-4B28-9EFD-49804406A14B}" type="pres">
      <dgm:prSet presAssocID="{EBFAC8C5-3D8A-4363-9A65-56692268F845}" presName="hierChild6" presStyleCnt="0"/>
      <dgm:spPr/>
    </dgm:pt>
    <dgm:pt modelId="{CE1E6ACE-D477-495A-AE71-EE230BCC2759}" type="pres">
      <dgm:prSet presAssocID="{EBFAC8C5-3D8A-4363-9A65-56692268F845}" presName="hierChild7" presStyleCnt="0"/>
      <dgm:spPr/>
    </dgm:pt>
    <dgm:pt modelId="{2070F7A0-3100-47DE-9985-77CC7EDA757B}" type="pres">
      <dgm:prSet presAssocID="{D8A08375-07B1-4A1E-ABA8-2F701100F05A}" presName="Name96" presStyleLbl="parChTrans1D3" presStyleIdx="2" presStyleCnt="3"/>
      <dgm:spPr/>
    </dgm:pt>
    <dgm:pt modelId="{18C6A094-2C54-4F94-ADF5-EC5EEAC6519E}" type="pres">
      <dgm:prSet presAssocID="{EF7A99CD-1A37-4C7C-9552-07CC68D96293}" presName="hierRoot3" presStyleCnt="0">
        <dgm:presLayoutVars>
          <dgm:hierBranch val="init"/>
        </dgm:presLayoutVars>
      </dgm:prSet>
      <dgm:spPr/>
    </dgm:pt>
    <dgm:pt modelId="{110A9150-7D9E-4073-A177-3D0E91ACD697}" type="pres">
      <dgm:prSet presAssocID="{EF7A99CD-1A37-4C7C-9552-07CC68D96293}" presName="rootComposite3" presStyleCnt="0"/>
      <dgm:spPr/>
    </dgm:pt>
    <dgm:pt modelId="{92F1DFCE-DC3A-43C8-B2B3-E14AF990D3D4}" type="pres">
      <dgm:prSet presAssocID="{EF7A99CD-1A37-4C7C-9552-07CC68D96293}" presName="rootText3" presStyleLbl="asst1" presStyleIdx="5" presStyleCnt="7">
        <dgm:presLayoutVars>
          <dgm:chPref val="3"/>
        </dgm:presLayoutVars>
      </dgm:prSet>
      <dgm:spPr/>
    </dgm:pt>
    <dgm:pt modelId="{445DE994-D766-43AA-A13B-CBB6D4CAB904}" type="pres">
      <dgm:prSet presAssocID="{EF7A99CD-1A37-4C7C-9552-07CC68D96293}" presName="titleText3" presStyleLbl="fgAcc2" presStyleIdx="5" presStyleCnt="7">
        <dgm:presLayoutVars>
          <dgm:chMax val="0"/>
          <dgm:chPref val="0"/>
        </dgm:presLayoutVars>
      </dgm:prSet>
      <dgm:spPr/>
    </dgm:pt>
    <dgm:pt modelId="{CD6BC10F-3164-4C23-BB68-325E932F0CE7}" type="pres">
      <dgm:prSet presAssocID="{EF7A99CD-1A37-4C7C-9552-07CC68D96293}" presName="rootConnector3" presStyleLbl="asst1" presStyleIdx="5" presStyleCnt="7"/>
      <dgm:spPr/>
    </dgm:pt>
    <dgm:pt modelId="{586F49FD-5CB7-439A-B0F3-01534BB9C79E}" type="pres">
      <dgm:prSet presAssocID="{EF7A99CD-1A37-4C7C-9552-07CC68D96293}" presName="hierChild6" presStyleCnt="0"/>
      <dgm:spPr/>
    </dgm:pt>
    <dgm:pt modelId="{A39640D1-CB17-4032-AEBB-8F6C80C29588}" type="pres">
      <dgm:prSet presAssocID="{EF7A99CD-1A37-4C7C-9552-07CC68D96293}" presName="hierChild7" presStyleCnt="0"/>
      <dgm:spPr/>
    </dgm:pt>
    <dgm:pt modelId="{653CBE7F-FBDD-49A3-B531-299B3E2D947C}" type="pres">
      <dgm:prSet presAssocID="{613AF1EE-70E5-44C7-960B-84FF5DD321AA}" presName="Name96" presStyleLbl="parChTrans1D2" presStyleIdx="3" presStyleCnt="4"/>
      <dgm:spPr/>
    </dgm:pt>
    <dgm:pt modelId="{ED6FA95C-2F89-4949-9431-8286B92F0EF4}" type="pres">
      <dgm:prSet presAssocID="{6F1594DF-C650-4B85-A574-628BAC878816}" presName="hierRoot3" presStyleCnt="0">
        <dgm:presLayoutVars>
          <dgm:hierBranch val="init"/>
        </dgm:presLayoutVars>
      </dgm:prSet>
      <dgm:spPr/>
    </dgm:pt>
    <dgm:pt modelId="{AADC4188-667F-4ACC-86CA-6256DF61BAE7}" type="pres">
      <dgm:prSet presAssocID="{6F1594DF-C650-4B85-A574-628BAC878816}" presName="rootComposite3" presStyleCnt="0"/>
      <dgm:spPr/>
    </dgm:pt>
    <dgm:pt modelId="{CD8CFE4B-DC2C-41AF-8EC9-A69BC33C02A7}" type="pres">
      <dgm:prSet presAssocID="{6F1594DF-C650-4B85-A574-628BAC878816}" presName="rootText3" presStyleLbl="asst1" presStyleIdx="6" presStyleCnt="7">
        <dgm:presLayoutVars>
          <dgm:chPref val="3"/>
        </dgm:presLayoutVars>
      </dgm:prSet>
      <dgm:spPr/>
    </dgm:pt>
    <dgm:pt modelId="{3637F729-2C78-4250-B0ED-24F48826831E}" type="pres">
      <dgm:prSet presAssocID="{6F1594DF-C650-4B85-A574-628BAC878816}" presName="titleText3" presStyleLbl="fgAcc2" presStyleIdx="6" presStyleCnt="7">
        <dgm:presLayoutVars>
          <dgm:chMax val="0"/>
          <dgm:chPref val="0"/>
        </dgm:presLayoutVars>
      </dgm:prSet>
      <dgm:spPr>
        <a:xfrm>
          <a:off x="6180848" y="5108603"/>
          <a:ext cx="1610954" cy="308918"/>
        </a:xfrm>
        <a:prstGeom prst="rect">
          <a:avLst/>
        </a:prstGeom>
      </dgm:spPr>
    </dgm:pt>
    <dgm:pt modelId="{727A620D-586D-4CEC-9FD2-AC9C61AF9DB1}" type="pres">
      <dgm:prSet presAssocID="{6F1594DF-C650-4B85-A574-628BAC878816}" presName="rootConnector3" presStyleLbl="asst1" presStyleIdx="6" presStyleCnt="7"/>
      <dgm:spPr/>
    </dgm:pt>
    <dgm:pt modelId="{726F7B0A-254B-45E2-A45B-3E1A108885EB}" type="pres">
      <dgm:prSet presAssocID="{6F1594DF-C650-4B85-A574-628BAC878816}" presName="hierChild6" presStyleCnt="0"/>
      <dgm:spPr/>
    </dgm:pt>
    <dgm:pt modelId="{323EE892-272A-4FB7-A0D5-D4FAFC6EA313}" type="pres">
      <dgm:prSet presAssocID="{6F1594DF-C650-4B85-A574-628BAC878816}" presName="hierChild7" presStyleCnt="0"/>
      <dgm:spPr/>
    </dgm:pt>
  </dgm:ptLst>
  <dgm:cxnLst>
    <dgm:cxn modelId="{34FDC602-02E4-477E-A8F9-B7AC98A1AD58}" srcId="{9AECBD97-0A92-46BD-8C87-DA99381B8E90}" destId="{53BE59BE-7BC2-426F-8F16-28283828DF0A}" srcOrd="0" destOrd="0" parTransId="{2E10E251-BDFB-4986-91D8-D5EA3EE4BAF1}" sibTransId="{09A42E01-7B85-465F-A368-C25A20A61560}"/>
    <dgm:cxn modelId="{082AB814-2FAF-4BA8-90DC-D9FE81DB4B8D}" type="presOf" srcId="{A0A624FD-3287-4FB7-BC77-424C0CACA1EE}" destId="{C4DC2744-9508-4ABB-A984-A922E9AB76CE}" srcOrd="0" destOrd="0" presId="urn:microsoft.com/office/officeart/2008/layout/NameandTitleOrganizationalChart"/>
    <dgm:cxn modelId="{588E4B15-90C4-4187-8F04-E96E00302CE6}" type="presOf" srcId="{6F1594DF-C650-4B85-A574-628BAC878816}" destId="{727A620D-586D-4CEC-9FD2-AC9C61AF9DB1}" srcOrd="1" destOrd="0" presId="urn:microsoft.com/office/officeart/2008/layout/NameandTitleOrganizationalChart"/>
    <dgm:cxn modelId="{08ACB615-1F00-4E8F-884D-66EC3685D38C}" srcId="{A0A624FD-3287-4FB7-BC77-424C0CACA1EE}" destId="{9AECBD97-0A92-46BD-8C87-DA99381B8E90}" srcOrd="0" destOrd="0" parTransId="{B43D881E-9A47-4F92-B2D7-5E2947F226F9}" sibTransId="{A5A560CB-4326-465F-BF82-B005F5F913C6}"/>
    <dgm:cxn modelId="{8609D315-8A2D-49E0-8D29-BDE3879216EC}" srcId="{BCE5A3DC-E517-4687-9B3C-436B2889C757}" destId="{A0A624FD-3287-4FB7-BC77-424C0CACA1EE}" srcOrd="0" destOrd="0" parTransId="{80012299-72C9-4873-87F9-403F253C2B36}" sibTransId="{4930E36F-523A-42F1-A2B6-848B87FCEC4A}"/>
    <dgm:cxn modelId="{2E074817-54F6-4D35-A277-B9884E0AC17F}" type="presOf" srcId="{DD991E34-AC8C-4715-88E7-251CB38604B8}" destId="{32EECD2A-1117-46EB-8659-EB77DDB5DD02}" srcOrd="0" destOrd="0" presId="urn:microsoft.com/office/officeart/2008/layout/NameandTitleOrganizationalChart"/>
    <dgm:cxn modelId="{7CA96718-394E-45F9-BC6D-D5112DDED9D8}" type="presOf" srcId="{EBFAC8C5-3D8A-4363-9A65-56692268F845}" destId="{3202EC84-3A37-4BDB-864D-1C574ED67EA2}" srcOrd="0" destOrd="0" presId="urn:microsoft.com/office/officeart/2008/layout/NameandTitleOrganizationalChart"/>
    <dgm:cxn modelId="{0A834818-2AC7-470E-82B2-79E3F77082F8}" type="presOf" srcId="{DDC69F37-F621-4160-A259-77DC12B1F13C}" destId="{B28EBDF7-6A74-4C79-873D-B817FEDDE168}" srcOrd="0" destOrd="0" presId="urn:microsoft.com/office/officeart/2008/layout/NameandTitleOrganizationalChart"/>
    <dgm:cxn modelId="{FB258319-655B-4D5D-ADDA-3CFE729119EF}" type="presOf" srcId="{BCE5A3DC-E517-4687-9B3C-436B2889C757}" destId="{0F7569F0-AC35-48B2-88CC-7B7D82A1A147}" srcOrd="0" destOrd="0" presId="urn:microsoft.com/office/officeart/2008/layout/NameandTitleOrganizationalChart"/>
    <dgm:cxn modelId="{87A3AE20-30C7-4C8E-8CDA-FD47BEC27A56}" type="presOf" srcId="{2E10E251-BDFB-4986-91D8-D5EA3EE4BAF1}" destId="{A9EB9016-A57A-4FD0-AE4D-6870DCFBA715}" srcOrd="0" destOrd="0" presId="urn:microsoft.com/office/officeart/2008/layout/NameandTitleOrganizationalChart"/>
    <dgm:cxn modelId="{EA95A125-B9AE-4F48-B5E7-A951A3B3B321}" type="presOf" srcId="{E8711C8A-C7F4-48EF-A388-0381A148BB48}" destId="{0BB3A433-7B48-42A7-B3E1-32A7C632DDD6}" srcOrd="1" destOrd="0" presId="urn:microsoft.com/office/officeart/2008/layout/NameandTitleOrganizationalChart"/>
    <dgm:cxn modelId="{FA0CC329-395A-4667-A062-EB7BEAA4EC9E}" type="presOf" srcId="{1BCC36EC-F761-42F2-B5AF-029543AAF30A}" destId="{2737A547-1AEC-44A5-9BB5-C45B578FC190}" srcOrd="0" destOrd="0" presId="urn:microsoft.com/office/officeart/2008/layout/NameandTitleOrganizationalChart"/>
    <dgm:cxn modelId="{A0A1FB2A-A9CB-4DBE-A4DB-80854DC6B428}" type="presOf" srcId="{A0A624FD-3287-4FB7-BC77-424C0CACA1EE}" destId="{3A01205A-4E1C-4601-BEBC-0BE107701722}" srcOrd="1" destOrd="0" presId="urn:microsoft.com/office/officeart/2008/layout/NameandTitleOrganizationalChart"/>
    <dgm:cxn modelId="{7D5F6931-E2EA-4849-9D3E-072994FBBCD5}" type="presOf" srcId="{9AECBD97-0A92-46BD-8C87-DA99381B8E90}" destId="{AD175CF2-2473-4782-AE49-4D177EA3B124}" srcOrd="1" destOrd="0" presId="urn:microsoft.com/office/officeart/2008/layout/NameandTitleOrganizationalChart"/>
    <dgm:cxn modelId="{54F9F53B-3B65-412D-9E2B-047EB0E3FF3F}" type="presOf" srcId="{EF7A99CD-1A37-4C7C-9552-07CC68D96293}" destId="{92F1DFCE-DC3A-43C8-B2B3-E14AF990D3D4}" srcOrd="0" destOrd="0" presId="urn:microsoft.com/office/officeart/2008/layout/NameandTitleOrganizationalChart"/>
    <dgm:cxn modelId="{60F71F3D-D9C2-4EBB-91A8-9C252061E88C}" type="presOf" srcId="{53BE59BE-7BC2-426F-8F16-28283828DF0A}" destId="{87A1E9AC-D2F2-41A7-9BC7-4CB034A65B00}" srcOrd="1" destOrd="0" presId="urn:microsoft.com/office/officeart/2008/layout/NameandTitleOrganizationalChart"/>
    <dgm:cxn modelId="{0A469849-49BE-4CC5-A5C1-42F3359209FB}" type="presOf" srcId="{09A42E01-7B85-465F-A368-C25A20A61560}" destId="{BDEE1CD3-86A6-4B03-851A-2A7C23FE49DE}" srcOrd="0" destOrd="0" presId="urn:microsoft.com/office/officeart/2008/layout/NameandTitleOrganizationalChart"/>
    <dgm:cxn modelId="{846D166C-370F-4AE6-9C77-1FC2D5370521}" srcId="{A0A624FD-3287-4FB7-BC77-424C0CACA1EE}" destId="{6F1594DF-C650-4B85-A574-628BAC878816}" srcOrd="3" destOrd="0" parTransId="{613AF1EE-70E5-44C7-960B-84FF5DD321AA}" sibTransId="{90E5120D-385A-4BC5-A2E2-77DE0FB6BD0E}"/>
    <dgm:cxn modelId="{B83E564F-0C4E-4502-8001-F6B0C953F704}" type="presOf" srcId="{6F1594DF-C650-4B85-A574-628BAC878816}" destId="{CD8CFE4B-DC2C-41AF-8EC9-A69BC33C02A7}" srcOrd="0" destOrd="0" presId="urn:microsoft.com/office/officeart/2008/layout/NameandTitleOrganizationalChart"/>
    <dgm:cxn modelId="{E0F84554-91AE-46D1-A3ED-DB3145DC1D43}" type="presOf" srcId="{BB03FA55-807E-4545-B8BD-C413FA1D4108}" destId="{EE078D65-DC22-4FD6-9FA5-0072DA81D9ED}" srcOrd="0" destOrd="0" presId="urn:microsoft.com/office/officeart/2008/layout/NameandTitleOrganizationalChart"/>
    <dgm:cxn modelId="{004A1E7C-791D-4C82-B816-BC5B30DDAF04}" type="presOf" srcId="{53BE59BE-7BC2-426F-8F16-28283828DF0A}" destId="{282921C7-06D1-4D54-8ADD-F65234429547}" srcOrd="0" destOrd="0" presId="urn:microsoft.com/office/officeart/2008/layout/NameandTitleOrganizationalChart"/>
    <dgm:cxn modelId="{C77B7F7E-BA32-4BEC-A0F9-A23AFDE6BF28}" type="presOf" srcId="{D8A08375-07B1-4A1E-ABA8-2F701100F05A}" destId="{2070F7A0-3100-47DE-9985-77CC7EDA757B}" srcOrd="0" destOrd="0" presId="urn:microsoft.com/office/officeart/2008/layout/NameandTitleOrganizationalChart"/>
    <dgm:cxn modelId="{9D9FD67F-920C-42A7-969E-E5DCC7ADB8A4}" type="presOf" srcId="{C69FB7A9-B14D-4CFC-B342-8DBE64BC4FD5}" destId="{B116CE7B-F5EA-47FB-9916-E5D124B2B962}" srcOrd="0" destOrd="0" presId="urn:microsoft.com/office/officeart/2008/layout/NameandTitleOrganizationalChart"/>
    <dgm:cxn modelId="{B9409C80-E6E6-4679-B68B-69A576D52732}" type="presOf" srcId="{9AECBD97-0A92-46BD-8C87-DA99381B8E90}" destId="{6906CDBB-1DD8-4BB6-A58A-BAC900424F9E}" srcOrd="0" destOrd="0" presId="urn:microsoft.com/office/officeart/2008/layout/NameandTitleOrganizationalChart"/>
    <dgm:cxn modelId="{88DA9581-7488-4DF1-AB9C-EE343FC6B2F7}" type="presOf" srcId="{4930E36F-523A-42F1-A2B6-848B87FCEC4A}" destId="{0F205F1A-F168-4A5F-866D-90A91F6F2B77}" srcOrd="0" destOrd="0" presId="urn:microsoft.com/office/officeart/2008/layout/NameandTitleOrganizationalChart"/>
    <dgm:cxn modelId="{E1A2BB8E-3B59-42B6-8FF1-059F95F67ADA}" srcId="{A0A624FD-3287-4FB7-BC77-424C0CACA1EE}" destId="{85ABB0D4-F4A8-465F-8E97-F648D6C7A1F3}" srcOrd="1" destOrd="0" parTransId="{C69FB7A9-B14D-4CFC-B342-8DBE64BC4FD5}" sibTransId="{BB03FA55-807E-4545-B8BD-C413FA1D4108}"/>
    <dgm:cxn modelId="{43EA7995-A15C-420A-8406-4201601A0FB8}" type="presOf" srcId="{EF7A99CD-1A37-4C7C-9552-07CC68D96293}" destId="{CD6BC10F-3164-4C23-BB68-325E932F0CE7}" srcOrd="1" destOrd="0" presId="urn:microsoft.com/office/officeart/2008/layout/NameandTitleOrganizationalChart"/>
    <dgm:cxn modelId="{EFAE7A99-A810-4C0A-A49F-C2BFEB35A1A8}" srcId="{A0A624FD-3287-4FB7-BC77-424C0CACA1EE}" destId="{E8711C8A-C7F4-48EF-A388-0381A148BB48}" srcOrd="2" destOrd="0" parTransId="{DD991E34-AC8C-4715-88E7-251CB38604B8}" sibTransId="{DDC69F37-F621-4160-A259-77DC12B1F13C}"/>
    <dgm:cxn modelId="{ABCC7B9E-55DF-4DDA-9A23-71FD9A25EC4F}" type="presOf" srcId="{613AF1EE-70E5-44C7-960B-84FF5DD321AA}" destId="{653CBE7F-FBDD-49A3-B531-299B3E2D947C}" srcOrd="0" destOrd="0" presId="urn:microsoft.com/office/officeart/2008/layout/NameandTitleOrganizationalChart"/>
    <dgm:cxn modelId="{FB3244A0-A6C4-4BF6-882A-CE15C6923E00}" type="presOf" srcId="{85ABB0D4-F4A8-465F-8E97-F648D6C7A1F3}" destId="{ACF6CCA6-47AC-4028-AEB1-AB6815FF5BE2}" srcOrd="0" destOrd="0" presId="urn:microsoft.com/office/officeart/2008/layout/NameandTitleOrganizationalChart"/>
    <dgm:cxn modelId="{647075AA-62A3-4076-99FF-7CFEF7B4F0F0}" type="presOf" srcId="{85ABB0D4-F4A8-465F-8E97-F648D6C7A1F3}" destId="{7FD2126A-CD12-4A5B-81A0-3E96BD687432}" srcOrd="1" destOrd="0" presId="urn:microsoft.com/office/officeart/2008/layout/NameandTitleOrganizationalChart"/>
    <dgm:cxn modelId="{946B93B8-3005-4155-AAF2-F38336FAFA52}" type="presOf" srcId="{95A70BCC-A7FF-49B2-9B80-A1D41FB2FDE0}" destId="{445DE994-D766-43AA-A13B-CBB6D4CAB904}" srcOrd="0" destOrd="0" presId="urn:microsoft.com/office/officeart/2008/layout/NameandTitleOrganizationalChart"/>
    <dgm:cxn modelId="{7A9428C5-CF96-4951-AB42-430BFFDF354C}" type="presOf" srcId="{A5A560CB-4326-465F-BF82-B005F5F913C6}" destId="{BBE20C4D-D13E-418E-B3B9-60C80158FC78}" srcOrd="0" destOrd="0" presId="urn:microsoft.com/office/officeart/2008/layout/NameandTitleOrganizationalChart"/>
    <dgm:cxn modelId="{3FDCC0C7-0458-4727-AB00-D3C796A84FD7}" type="presOf" srcId="{E8711C8A-C7F4-48EF-A388-0381A148BB48}" destId="{CA6F1D30-3C2B-4C1A-91D0-37FF7BB48177}" srcOrd="0" destOrd="0" presId="urn:microsoft.com/office/officeart/2008/layout/NameandTitleOrganizationalChart"/>
    <dgm:cxn modelId="{BA53F4D8-14DA-4344-842C-6F72C7E79ADC}" type="presOf" srcId="{E6112C12-D16A-4C4E-9B0F-1D5BA37D9587}" destId="{8C16C0DB-AFCF-4312-A743-B19846B9D481}" srcOrd="0" destOrd="0" presId="urn:microsoft.com/office/officeart/2008/layout/NameandTitleOrganizationalChart"/>
    <dgm:cxn modelId="{6EEF0ED9-3377-4AAF-9C15-8E910B53B04C}" type="presOf" srcId="{EBFAC8C5-3D8A-4363-9A65-56692268F845}" destId="{11C4D4C8-4A8C-4A41-A465-21622F2842B8}" srcOrd="1" destOrd="0" presId="urn:microsoft.com/office/officeart/2008/layout/NameandTitleOrganizationalChart"/>
    <dgm:cxn modelId="{C5E297EE-CA7C-43C2-911C-BE5E16E7ED5A}" srcId="{E8711C8A-C7F4-48EF-A388-0381A148BB48}" destId="{EBFAC8C5-3D8A-4363-9A65-56692268F845}" srcOrd="0" destOrd="0" parTransId="{E6112C12-D16A-4C4E-9B0F-1D5BA37D9587}" sibTransId="{1BCC36EC-F761-42F2-B5AF-029543AAF30A}"/>
    <dgm:cxn modelId="{813F20F1-0E9C-40B6-A68C-D6D5EF5E756D}" type="presOf" srcId="{90E5120D-385A-4BC5-A2E2-77DE0FB6BD0E}" destId="{3637F729-2C78-4250-B0ED-24F48826831E}" srcOrd="0" destOrd="0" presId="urn:microsoft.com/office/officeart/2008/layout/NameandTitleOrganizationalChart"/>
    <dgm:cxn modelId="{4FF030FD-51B9-4F89-A8DA-64C3424936E7}" type="presOf" srcId="{B43D881E-9A47-4F92-B2D7-5E2947F226F9}" destId="{12CB27B6-4C98-44EA-BBBB-24073CD6AED6}" srcOrd="0" destOrd="0" presId="urn:microsoft.com/office/officeart/2008/layout/NameandTitleOrganizationalChart"/>
    <dgm:cxn modelId="{0EBD85FD-C5A8-41BB-8C56-8F3956CD290C}" srcId="{E8711C8A-C7F4-48EF-A388-0381A148BB48}" destId="{EF7A99CD-1A37-4C7C-9552-07CC68D96293}" srcOrd="1" destOrd="0" parTransId="{D8A08375-07B1-4A1E-ABA8-2F701100F05A}" sibTransId="{95A70BCC-A7FF-49B2-9B80-A1D41FB2FDE0}"/>
    <dgm:cxn modelId="{9BCAD11E-FAD7-47A8-9AAF-C1302D84E23E}" type="presParOf" srcId="{0F7569F0-AC35-48B2-88CC-7B7D82A1A147}" destId="{C5940377-511D-4FFE-B64F-5C9EF71C8046}" srcOrd="0" destOrd="0" presId="urn:microsoft.com/office/officeart/2008/layout/NameandTitleOrganizationalChart"/>
    <dgm:cxn modelId="{76CDF60B-B9C8-40CD-AE4F-DC864DE2BD91}" type="presParOf" srcId="{C5940377-511D-4FFE-B64F-5C9EF71C8046}" destId="{D97AF065-DC14-4EC7-832D-850CF4A3AB55}" srcOrd="0" destOrd="0" presId="urn:microsoft.com/office/officeart/2008/layout/NameandTitleOrganizationalChart"/>
    <dgm:cxn modelId="{60C54C1B-8701-443F-B555-7FD1F09C5379}" type="presParOf" srcId="{D97AF065-DC14-4EC7-832D-850CF4A3AB55}" destId="{C4DC2744-9508-4ABB-A984-A922E9AB76CE}" srcOrd="0" destOrd="0" presId="urn:microsoft.com/office/officeart/2008/layout/NameandTitleOrganizationalChart"/>
    <dgm:cxn modelId="{BD419475-A76E-4A8A-A125-6AB32B2121C5}" type="presParOf" srcId="{D97AF065-DC14-4EC7-832D-850CF4A3AB55}" destId="{0F205F1A-F168-4A5F-866D-90A91F6F2B77}" srcOrd="1" destOrd="0" presId="urn:microsoft.com/office/officeart/2008/layout/NameandTitleOrganizationalChart"/>
    <dgm:cxn modelId="{6CEA2449-738F-415C-AF34-E5B14595C582}" type="presParOf" srcId="{D97AF065-DC14-4EC7-832D-850CF4A3AB55}" destId="{3A01205A-4E1C-4601-BEBC-0BE107701722}" srcOrd="2" destOrd="0" presId="urn:microsoft.com/office/officeart/2008/layout/NameandTitleOrganizationalChart"/>
    <dgm:cxn modelId="{99699FEA-00BE-4E68-B547-EC40428FCFBB}" type="presParOf" srcId="{C5940377-511D-4FFE-B64F-5C9EF71C8046}" destId="{EFDF3219-6EB2-49A2-937B-D247378F4A6C}" srcOrd="1" destOrd="0" presId="urn:microsoft.com/office/officeart/2008/layout/NameandTitleOrganizationalChart"/>
    <dgm:cxn modelId="{C542D035-AB87-4C5E-8D1C-DA099B574900}" type="presParOf" srcId="{C5940377-511D-4FFE-B64F-5C9EF71C8046}" destId="{79F9CDA2-FC19-45BF-86D8-7B5D638DBB58}" srcOrd="2" destOrd="0" presId="urn:microsoft.com/office/officeart/2008/layout/NameandTitleOrganizationalChart"/>
    <dgm:cxn modelId="{DA8BB460-1D2C-4FD3-8B9D-8CC4C7A602C9}" type="presParOf" srcId="{79F9CDA2-FC19-45BF-86D8-7B5D638DBB58}" destId="{12CB27B6-4C98-44EA-BBBB-24073CD6AED6}" srcOrd="0" destOrd="0" presId="urn:microsoft.com/office/officeart/2008/layout/NameandTitleOrganizationalChart"/>
    <dgm:cxn modelId="{C824422C-1B90-447D-BB74-DF72BBF15C60}" type="presParOf" srcId="{79F9CDA2-FC19-45BF-86D8-7B5D638DBB58}" destId="{73A4C6B8-B15D-4F96-B12C-9B9AD1DB3E94}" srcOrd="1" destOrd="0" presId="urn:microsoft.com/office/officeart/2008/layout/NameandTitleOrganizationalChart"/>
    <dgm:cxn modelId="{22E354C0-08AE-490A-9584-C8047A05A40B}" type="presParOf" srcId="{73A4C6B8-B15D-4F96-B12C-9B9AD1DB3E94}" destId="{A11D390E-232E-49E1-909C-11E1AE2353C1}" srcOrd="0" destOrd="0" presId="urn:microsoft.com/office/officeart/2008/layout/NameandTitleOrganizationalChart"/>
    <dgm:cxn modelId="{44152F92-20A1-4D52-9D8A-1AFA37F349A2}" type="presParOf" srcId="{A11D390E-232E-49E1-909C-11E1AE2353C1}" destId="{6906CDBB-1DD8-4BB6-A58A-BAC900424F9E}" srcOrd="0" destOrd="0" presId="urn:microsoft.com/office/officeart/2008/layout/NameandTitleOrganizationalChart"/>
    <dgm:cxn modelId="{A2585A81-5266-47E4-90A2-B344585220BA}" type="presParOf" srcId="{A11D390E-232E-49E1-909C-11E1AE2353C1}" destId="{BBE20C4D-D13E-418E-B3B9-60C80158FC78}" srcOrd="1" destOrd="0" presId="urn:microsoft.com/office/officeart/2008/layout/NameandTitleOrganizationalChart"/>
    <dgm:cxn modelId="{7EF217E5-E33B-4B02-9487-1DFB178A58A1}" type="presParOf" srcId="{A11D390E-232E-49E1-909C-11E1AE2353C1}" destId="{AD175CF2-2473-4782-AE49-4D177EA3B124}" srcOrd="2" destOrd="0" presId="urn:microsoft.com/office/officeart/2008/layout/NameandTitleOrganizationalChart"/>
    <dgm:cxn modelId="{BACE4F14-D083-4A98-BEB6-FF89F978DF87}" type="presParOf" srcId="{73A4C6B8-B15D-4F96-B12C-9B9AD1DB3E94}" destId="{5D071526-CB19-430F-8FA2-D2127E081FAD}" srcOrd="1" destOrd="0" presId="urn:microsoft.com/office/officeart/2008/layout/NameandTitleOrganizationalChart"/>
    <dgm:cxn modelId="{7E1D8674-86B7-4AAE-9D9D-564092A84917}" type="presParOf" srcId="{73A4C6B8-B15D-4F96-B12C-9B9AD1DB3E94}" destId="{54E8E31D-D493-4CDC-9081-A3A3F9835AB0}" srcOrd="2" destOrd="0" presId="urn:microsoft.com/office/officeart/2008/layout/NameandTitleOrganizationalChart"/>
    <dgm:cxn modelId="{9837604C-0DD5-4942-9025-7649950F4DCE}" type="presParOf" srcId="{54E8E31D-D493-4CDC-9081-A3A3F9835AB0}" destId="{A9EB9016-A57A-4FD0-AE4D-6870DCFBA715}" srcOrd="0" destOrd="0" presId="urn:microsoft.com/office/officeart/2008/layout/NameandTitleOrganizationalChart"/>
    <dgm:cxn modelId="{0B29926E-138A-4601-B6AB-B54134934357}" type="presParOf" srcId="{54E8E31D-D493-4CDC-9081-A3A3F9835AB0}" destId="{3A247566-1029-4641-9322-E61A53A3661F}" srcOrd="1" destOrd="0" presId="urn:microsoft.com/office/officeart/2008/layout/NameandTitleOrganizationalChart"/>
    <dgm:cxn modelId="{32B05D54-3F25-438E-A933-32DE5E7CD5E8}" type="presParOf" srcId="{3A247566-1029-4641-9322-E61A53A3661F}" destId="{4020D183-7C48-4070-85BB-E73BFE702E95}" srcOrd="0" destOrd="0" presId="urn:microsoft.com/office/officeart/2008/layout/NameandTitleOrganizationalChart"/>
    <dgm:cxn modelId="{A1493574-06F2-459A-868E-F60395C26E5D}" type="presParOf" srcId="{4020D183-7C48-4070-85BB-E73BFE702E95}" destId="{282921C7-06D1-4D54-8ADD-F65234429547}" srcOrd="0" destOrd="0" presId="urn:microsoft.com/office/officeart/2008/layout/NameandTitleOrganizationalChart"/>
    <dgm:cxn modelId="{BE3C2179-44E9-4512-B071-F6853731637A}" type="presParOf" srcId="{4020D183-7C48-4070-85BB-E73BFE702E95}" destId="{BDEE1CD3-86A6-4B03-851A-2A7C23FE49DE}" srcOrd="1" destOrd="0" presId="urn:microsoft.com/office/officeart/2008/layout/NameandTitleOrganizationalChart"/>
    <dgm:cxn modelId="{EBD817B2-E945-49A0-8213-69C8B11E858E}" type="presParOf" srcId="{4020D183-7C48-4070-85BB-E73BFE702E95}" destId="{87A1E9AC-D2F2-41A7-9BC7-4CB034A65B00}" srcOrd="2" destOrd="0" presId="urn:microsoft.com/office/officeart/2008/layout/NameandTitleOrganizationalChart"/>
    <dgm:cxn modelId="{BF0DAD60-6FF1-476C-90BA-AB44B4A6903A}" type="presParOf" srcId="{3A247566-1029-4641-9322-E61A53A3661F}" destId="{6B0DC945-C22C-4549-8A15-B2181F32EF54}" srcOrd="1" destOrd="0" presId="urn:microsoft.com/office/officeart/2008/layout/NameandTitleOrganizationalChart"/>
    <dgm:cxn modelId="{47E90320-91A1-490E-AE7F-55CE8D020F0D}" type="presParOf" srcId="{3A247566-1029-4641-9322-E61A53A3661F}" destId="{56669C9F-40A9-4EC0-B09F-953C17FF910B}" srcOrd="2" destOrd="0" presId="urn:microsoft.com/office/officeart/2008/layout/NameandTitleOrganizationalChart"/>
    <dgm:cxn modelId="{8E6AD904-FBD3-4392-8BA7-D72A92D0A47A}" type="presParOf" srcId="{79F9CDA2-FC19-45BF-86D8-7B5D638DBB58}" destId="{B116CE7B-F5EA-47FB-9916-E5D124B2B962}" srcOrd="2" destOrd="0" presId="urn:microsoft.com/office/officeart/2008/layout/NameandTitleOrganizationalChart"/>
    <dgm:cxn modelId="{700EFB70-CD69-41A5-98DF-FEC51786F53E}" type="presParOf" srcId="{79F9CDA2-FC19-45BF-86D8-7B5D638DBB58}" destId="{29088D35-6481-4457-A8C2-4FD4682EBE18}" srcOrd="3" destOrd="0" presId="urn:microsoft.com/office/officeart/2008/layout/NameandTitleOrganizationalChart"/>
    <dgm:cxn modelId="{698325BC-AD7C-4B8B-9451-26731BB9366C}" type="presParOf" srcId="{29088D35-6481-4457-A8C2-4FD4682EBE18}" destId="{692FD10D-1610-4104-AA0F-8E704E35E778}" srcOrd="0" destOrd="0" presId="urn:microsoft.com/office/officeart/2008/layout/NameandTitleOrganizationalChart"/>
    <dgm:cxn modelId="{27F4BE87-BF8E-4C85-9184-89FC01FCEC12}" type="presParOf" srcId="{692FD10D-1610-4104-AA0F-8E704E35E778}" destId="{ACF6CCA6-47AC-4028-AEB1-AB6815FF5BE2}" srcOrd="0" destOrd="0" presId="urn:microsoft.com/office/officeart/2008/layout/NameandTitleOrganizationalChart"/>
    <dgm:cxn modelId="{B2E6864C-F95B-4186-A7CD-522076D1C696}" type="presParOf" srcId="{692FD10D-1610-4104-AA0F-8E704E35E778}" destId="{EE078D65-DC22-4FD6-9FA5-0072DA81D9ED}" srcOrd="1" destOrd="0" presId="urn:microsoft.com/office/officeart/2008/layout/NameandTitleOrganizationalChart"/>
    <dgm:cxn modelId="{297BD4B7-F92B-4013-A988-E5D6DD31C8BC}" type="presParOf" srcId="{692FD10D-1610-4104-AA0F-8E704E35E778}" destId="{7FD2126A-CD12-4A5B-81A0-3E96BD687432}" srcOrd="2" destOrd="0" presId="urn:microsoft.com/office/officeart/2008/layout/NameandTitleOrganizationalChart"/>
    <dgm:cxn modelId="{2DBB3460-E1B3-4615-9177-56A2F475DD8E}" type="presParOf" srcId="{29088D35-6481-4457-A8C2-4FD4682EBE18}" destId="{0D643CA9-119F-4854-AAF4-82AB21082F93}" srcOrd="1" destOrd="0" presId="urn:microsoft.com/office/officeart/2008/layout/NameandTitleOrganizationalChart"/>
    <dgm:cxn modelId="{C551F88C-79C9-4A30-9810-3823FECCBD20}" type="presParOf" srcId="{29088D35-6481-4457-A8C2-4FD4682EBE18}" destId="{5D7A74D8-3C23-4F19-BD6F-BF0684EEB086}" srcOrd="2" destOrd="0" presId="urn:microsoft.com/office/officeart/2008/layout/NameandTitleOrganizationalChart"/>
    <dgm:cxn modelId="{4EE15003-DD13-4E00-B7E3-D8578E50E6EF}" type="presParOf" srcId="{79F9CDA2-FC19-45BF-86D8-7B5D638DBB58}" destId="{32EECD2A-1117-46EB-8659-EB77DDB5DD02}" srcOrd="4" destOrd="0" presId="urn:microsoft.com/office/officeart/2008/layout/NameandTitleOrganizationalChart"/>
    <dgm:cxn modelId="{446170D2-B1CC-4416-BCBC-7C3867539866}" type="presParOf" srcId="{79F9CDA2-FC19-45BF-86D8-7B5D638DBB58}" destId="{63BE015D-859A-462C-B321-E0924EB67455}" srcOrd="5" destOrd="0" presId="urn:microsoft.com/office/officeart/2008/layout/NameandTitleOrganizationalChart"/>
    <dgm:cxn modelId="{F8805C84-4CE3-4FD9-A035-2658E1C333F3}" type="presParOf" srcId="{63BE015D-859A-462C-B321-E0924EB67455}" destId="{C4EFD78D-2DE3-45E6-8F96-DEBE8D9CE628}" srcOrd="0" destOrd="0" presId="urn:microsoft.com/office/officeart/2008/layout/NameandTitleOrganizationalChart"/>
    <dgm:cxn modelId="{3F7F45A9-28ED-4DC1-8D93-6C8C3E7DC87A}" type="presParOf" srcId="{C4EFD78D-2DE3-45E6-8F96-DEBE8D9CE628}" destId="{CA6F1D30-3C2B-4C1A-91D0-37FF7BB48177}" srcOrd="0" destOrd="0" presId="urn:microsoft.com/office/officeart/2008/layout/NameandTitleOrganizationalChart"/>
    <dgm:cxn modelId="{BE6D272F-F886-47EB-BC98-4C1EC50D0479}" type="presParOf" srcId="{C4EFD78D-2DE3-45E6-8F96-DEBE8D9CE628}" destId="{B28EBDF7-6A74-4C79-873D-B817FEDDE168}" srcOrd="1" destOrd="0" presId="urn:microsoft.com/office/officeart/2008/layout/NameandTitleOrganizationalChart"/>
    <dgm:cxn modelId="{4F1DEE25-9A06-4D78-8731-067B1FF55B63}" type="presParOf" srcId="{C4EFD78D-2DE3-45E6-8F96-DEBE8D9CE628}" destId="{0BB3A433-7B48-42A7-B3E1-32A7C632DDD6}" srcOrd="2" destOrd="0" presId="urn:microsoft.com/office/officeart/2008/layout/NameandTitleOrganizationalChart"/>
    <dgm:cxn modelId="{B1F35D1F-A381-4985-815B-45A9C94F2922}" type="presParOf" srcId="{63BE015D-859A-462C-B321-E0924EB67455}" destId="{3E41D94E-BFE5-497E-9DC1-6A40274915DE}" srcOrd="1" destOrd="0" presId="urn:microsoft.com/office/officeart/2008/layout/NameandTitleOrganizationalChart"/>
    <dgm:cxn modelId="{5E9CE127-BAB1-43D3-BE9A-4D9771603251}" type="presParOf" srcId="{63BE015D-859A-462C-B321-E0924EB67455}" destId="{CABE6EB0-7D80-447B-B9A2-9DD1E377E7CD}" srcOrd="2" destOrd="0" presId="urn:microsoft.com/office/officeart/2008/layout/NameandTitleOrganizationalChart"/>
    <dgm:cxn modelId="{626F8E7C-6043-4B78-B808-D802C701741F}" type="presParOf" srcId="{CABE6EB0-7D80-447B-B9A2-9DD1E377E7CD}" destId="{8C16C0DB-AFCF-4312-A743-B19846B9D481}" srcOrd="0" destOrd="0" presId="urn:microsoft.com/office/officeart/2008/layout/NameandTitleOrganizationalChart"/>
    <dgm:cxn modelId="{49397E0E-9A12-4F7B-997D-3B0EFB94A33F}" type="presParOf" srcId="{CABE6EB0-7D80-447B-B9A2-9DD1E377E7CD}" destId="{6C71E7FD-43B2-49CC-A5DA-D4BA007C1A7C}" srcOrd="1" destOrd="0" presId="urn:microsoft.com/office/officeart/2008/layout/NameandTitleOrganizationalChart"/>
    <dgm:cxn modelId="{8E7CC3DA-F323-4265-BD60-65881BC80E07}" type="presParOf" srcId="{6C71E7FD-43B2-49CC-A5DA-D4BA007C1A7C}" destId="{5C7C489F-48D7-410C-A9F5-801D0669A758}" srcOrd="0" destOrd="0" presId="urn:microsoft.com/office/officeart/2008/layout/NameandTitleOrganizationalChart"/>
    <dgm:cxn modelId="{114947AE-508B-4B09-9B0A-1D22FDD06D7A}" type="presParOf" srcId="{5C7C489F-48D7-410C-A9F5-801D0669A758}" destId="{3202EC84-3A37-4BDB-864D-1C574ED67EA2}" srcOrd="0" destOrd="0" presId="urn:microsoft.com/office/officeart/2008/layout/NameandTitleOrganizationalChart"/>
    <dgm:cxn modelId="{8213DFA6-1620-4958-A7E4-0BB4EE47E4B5}" type="presParOf" srcId="{5C7C489F-48D7-410C-A9F5-801D0669A758}" destId="{2737A547-1AEC-44A5-9BB5-C45B578FC190}" srcOrd="1" destOrd="0" presId="urn:microsoft.com/office/officeart/2008/layout/NameandTitleOrganizationalChart"/>
    <dgm:cxn modelId="{FFAD5503-B5A9-4694-A33A-7E3FB77F0F8E}" type="presParOf" srcId="{5C7C489F-48D7-410C-A9F5-801D0669A758}" destId="{11C4D4C8-4A8C-4A41-A465-21622F2842B8}" srcOrd="2" destOrd="0" presId="urn:microsoft.com/office/officeart/2008/layout/NameandTitleOrganizationalChart"/>
    <dgm:cxn modelId="{A94E96CB-46FD-4495-A946-18F1CFA17C4B}" type="presParOf" srcId="{6C71E7FD-43B2-49CC-A5DA-D4BA007C1A7C}" destId="{2B4F0569-CC11-4B28-9EFD-49804406A14B}" srcOrd="1" destOrd="0" presId="urn:microsoft.com/office/officeart/2008/layout/NameandTitleOrganizationalChart"/>
    <dgm:cxn modelId="{295CE1EE-A6F5-45FD-B068-B61CBFA4945D}" type="presParOf" srcId="{6C71E7FD-43B2-49CC-A5DA-D4BA007C1A7C}" destId="{CE1E6ACE-D477-495A-AE71-EE230BCC2759}" srcOrd="2" destOrd="0" presId="urn:microsoft.com/office/officeart/2008/layout/NameandTitleOrganizationalChart"/>
    <dgm:cxn modelId="{EB4727FA-A2F6-4646-81A0-6448BD24181E}" type="presParOf" srcId="{CABE6EB0-7D80-447B-B9A2-9DD1E377E7CD}" destId="{2070F7A0-3100-47DE-9985-77CC7EDA757B}" srcOrd="2" destOrd="0" presId="urn:microsoft.com/office/officeart/2008/layout/NameandTitleOrganizationalChart"/>
    <dgm:cxn modelId="{EF64BC70-0AFE-473A-BE73-0B9F0D19954A}" type="presParOf" srcId="{CABE6EB0-7D80-447B-B9A2-9DD1E377E7CD}" destId="{18C6A094-2C54-4F94-ADF5-EC5EEAC6519E}" srcOrd="3" destOrd="0" presId="urn:microsoft.com/office/officeart/2008/layout/NameandTitleOrganizationalChart"/>
    <dgm:cxn modelId="{200D7EE3-2EB5-4C3C-9FAE-4E4C5E224308}" type="presParOf" srcId="{18C6A094-2C54-4F94-ADF5-EC5EEAC6519E}" destId="{110A9150-7D9E-4073-A177-3D0E91ACD697}" srcOrd="0" destOrd="0" presId="urn:microsoft.com/office/officeart/2008/layout/NameandTitleOrganizationalChart"/>
    <dgm:cxn modelId="{311B7E22-1E85-43CD-A8D7-3E7766333EBF}" type="presParOf" srcId="{110A9150-7D9E-4073-A177-3D0E91ACD697}" destId="{92F1DFCE-DC3A-43C8-B2B3-E14AF990D3D4}" srcOrd="0" destOrd="0" presId="urn:microsoft.com/office/officeart/2008/layout/NameandTitleOrganizationalChart"/>
    <dgm:cxn modelId="{17602407-764E-490F-A62F-A36F35835B25}" type="presParOf" srcId="{110A9150-7D9E-4073-A177-3D0E91ACD697}" destId="{445DE994-D766-43AA-A13B-CBB6D4CAB904}" srcOrd="1" destOrd="0" presId="urn:microsoft.com/office/officeart/2008/layout/NameandTitleOrganizationalChart"/>
    <dgm:cxn modelId="{642C351E-DE4E-4AD8-A669-71DD5391EE78}" type="presParOf" srcId="{110A9150-7D9E-4073-A177-3D0E91ACD697}" destId="{CD6BC10F-3164-4C23-BB68-325E932F0CE7}" srcOrd="2" destOrd="0" presId="urn:microsoft.com/office/officeart/2008/layout/NameandTitleOrganizationalChart"/>
    <dgm:cxn modelId="{9F94CA01-C29A-459D-98A3-DD58074118D4}" type="presParOf" srcId="{18C6A094-2C54-4F94-ADF5-EC5EEAC6519E}" destId="{586F49FD-5CB7-439A-B0F3-01534BB9C79E}" srcOrd="1" destOrd="0" presId="urn:microsoft.com/office/officeart/2008/layout/NameandTitleOrganizationalChart"/>
    <dgm:cxn modelId="{A230743B-85AC-4CB2-A77B-91D61A9181FE}" type="presParOf" srcId="{18C6A094-2C54-4F94-ADF5-EC5EEAC6519E}" destId="{A39640D1-CB17-4032-AEBB-8F6C80C29588}" srcOrd="2" destOrd="0" presId="urn:microsoft.com/office/officeart/2008/layout/NameandTitleOrganizationalChart"/>
    <dgm:cxn modelId="{BB2F544A-0203-4FE1-8C9E-4FA29B09B2BB}" type="presParOf" srcId="{79F9CDA2-FC19-45BF-86D8-7B5D638DBB58}" destId="{653CBE7F-FBDD-49A3-B531-299B3E2D947C}" srcOrd="6" destOrd="0" presId="urn:microsoft.com/office/officeart/2008/layout/NameandTitleOrganizationalChart"/>
    <dgm:cxn modelId="{ABE15BE1-5B63-4BD0-93CB-8CC38810F347}" type="presParOf" srcId="{79F9CDA2-FC19-45BF-86D8-7B5D638DBB58}" destId="{ED6FA95C-2F89-4949-9431-8286B92F0EF4}" srcOrd="7" destOrd="0" presId="urn:microsoft.com/office/officeart/2008/layout/NameandTitleOrganizationalChart"/>
    <dgm:cxn modelId="{F575A442-C504-42F6-9A4B-73BC2E5E0807}" type="presParOf" srcId="{ED6FA95C-2F89-4949-9431-8286B92F0EF4}" destId="{AADC4188-667F-4ACC-86CA-6256DF61BAE7}" srcOrd="0" destOrd="0" presId="urn:microsoft.com/office/officeart/2008/layout/NameandTitleOrganizationalChart"/>
    <dgm:cxn modelId="{072F0C7B-7611-494E-BFD4-CD01B4D83035}" type="presParOf" srcId="{AADC4188-667F-4ACC-86CA-6256DF61BAE7}" destId="{CD8CFE4B-DC2C-41AF-8EC9-A69BC33C02A7}" srcOrd="0" destOrd="0" presId="urn:microsoft.com/office/officeart/2008/layout/NameandTitleOrganizationalChart"/>
    <dgm:cxn modelId="{61585F97-F2B2-4E35-85CB-592C451E810F}" type="presParOf" srcId="{AADC4188-667F-4ACC-86CA-6256DF61BAE7}" destId="{3637F729-2C78-4250-B0ED-24F48826831E}" srcOrd="1" destOrd="0" presId="urn:microsoft.com/office/officeart/2008/layout/NameandTitleOrganizationalChart"/>
    <dgm:cxn modelId="{D9AC1F52-7F6D-4C47-B210-BC922D262CB5}" type="presParOf" srcId="{AADC4188-667F-4ACC-86CA-6256DF61BAE7}" destId="{727A620D-586D-4CEC-9FD2-AC9C61AF9DB1}" srcOrd="2" destOrd="0" presId="urn:microsoft.com/office/officeart/2008/layout/NameandTitleOrganizationalChart"/>
    <dgm:cxn modelId="{D7CD4EDD-0949-4892-9834-E7C0F75632A2}" type="presParOf" srcId="{ED6FA95C-2F89-4949-9431-8286B92F0EF4}" destId="{726F7B0A-254B-45E2-A45B-3E1A108885EB}" srcOrd="1" destOrd="0" presId="urn:microsoft.com/office/officeart/2008/layout/NameandTitleOrganizationalChart"/>
    <dgm:cxn modelId="{FFD415A4-B065-4019-A59E-560BDA465487}" type="presParOf" srcId="{ED6FA95C-2F89-4949-9431-8286B92F0EF4}" destId="{323EE892-272A-4FB7-A0D5-D4FAFC6EA313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3CBE7F-FBDD-49A3-B531-299B3E2D947C}">
      <dsp:nvSpPr>
        <dsp:cNvPr id="0" name=""/>
        <dsp:cNvSpPr/>
      </dsp:nvSpPr>
      <dsp:spPr>
        <a:xfrm>
          <a:off x="4093785" y="805050"/>
          <a:ext cx="264742" cy="33971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97186"/>
              </a:lnTo>
              <a:lnTo>
                <a:pt x="264742" y="339718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70F7A0-3100-47DE-9985-77CC7EDA757B}">
      <dsp:nvSpPr>
        <dsp:cNvPr id="0" name=""/>
        <dsp:cNvSpPr/>
      </dsp:nvSpPr>
      <dsp:spPr>
        <a:xfrm>
          <a:off x="2014369" y="4603478"/>
          <a:ext cx="264742" cy="8649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4900"/>
              </a:lnTo>
              <a:lnTo>
                <a:pt x="264742" y="86490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16C0DB-AFCF-4312-A743-B19846B9D481}">
      <dsp:nvSpPr>
        <dsp:cNvPr id="0" name=""/>
        <dsp:cNvSpPr/>
      </dsp:nvSpPr>
      <dsp:spPr>
        <a:xfrm>
          <a:off x="1749626" y="4603478"/>
          <a:ext cx="264742" cy="864900"/>
        </a:xfrm>
        <a:custGeom>
          <a:avLst/>
          <a:gdLst/>
          <a:ahLst/>
          <a:cxnLst/>
          <a:rect l="0" t="0" r="0" b="0"/>
          <a:pathLst>
            <a:path>
              <a:moveTo>
                <a:pt x="264742" y="0"/>
              </a:moveTo>
              <a:lnTo>
                <a:pt x="264742" y="864900"/>
              </a:lnTo>
              <a:lnTo>
                <a:pt x="0" y="86490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EECD2A-1117-46EB-8659-EB77DDB5DD02}">
      <dsp:nvSpPr>
        <dsp:cNvPr id="0" name=""/>
        <dsp:cNvSpPr/>
      </dsp:nvSpPr>
      <dsp:spPr>
        <a:xfrm>
          <a:off x="2789334" y="805050"/>
          <a:ext cx="1304450" cy="3397186"/>
        </a:xfrm>
        <a:custGeom>
          <a:avLst/>
          <a:gdLst/>
          <a:ahLst/>
          <a:cxnLst/>
          <a:rect l="0" t="0" r="0" b="0"/>
          <a:pathLst>
            <a:path>
              <a:moveTo>
                <a:pt x="1304450" y="0"/>
              </a:moveTo>
              <a:lnTo>
                <a:pt x="1304450" y="3397186"/>
              </a:lnTo>
              <a:lnTo>
                <a:pt x="0" y="339718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16CE7B-F5EA-47FB-9916-E5D124B2B962}">
      <dsp:nvSpPr>
        <dsp:cNvPr id="0" name=""/>
        <dsp:cNvSpPr/>
      </dsp:nvSpPr>
      <dsp:spPr>
        <a:xfrm>
          <a:off x="4093785" y="805050"/>
          <a:ext cx="264742" cy="8649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4900"/>
              </a:lnTo>
              <a:lnTo>
                <a:pt x="264742" y="86490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EB9016-A57A-4FD0-AE4D-6870DCFBA715}">
      <dsp:nvSpPr>
        <dsp:cNvPr id="0" name=""/>
        <dsp:cNvSpPr/>
      </dsp:nvSpPr>
      <dsp:spPr>
        <a:xfrm>
          <a:off x="1749626" y="2071193"/>
          <a:ext cx="264742" cy="864900"/>
        </a:xfrm>
        <a:custGeom>
          <a:avLst/>
          <a:gdLst/>
          <a:ahLst/>
          <a:cxnLst/>
          <a:rect l="0" t="0" r="0" b="0"/>
          <a:pathLst>
            <a:path>
              <a:moveTo>
                <a:pt x="264742" y="0"/>
              </a:moveTo>
              <a:lnTo>
                <a:pt x="264742" y="864900"/>
              </a:lnTo>
              <a:lnTo>
                <a:pt x="0" y="86490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CB27B6-4C98-44EA-BBBB-24073CD6AED6}">
      <dsp:nvSpPr>
        <dsp:cNvPr id="0" name=""/>
        <dsp:cNvSpPr/>
      </dsp:nvSpPr>
      <dsp:spPr>
        <a:xfrm>
          <a:off x="2789334" y="805050"/>
          <a:ext cx="1304450" cy="864900"/>
        </a:xfrm>
        <a:custGeom>
          <a:avLst/>
          <a:gdLst/>
          <a:ahLst/>
          <a:cxnLst/>
          <a:rect l="0" t="0" r="0" b="0"/>
          <a:pathLst>
            <a:path>
              <a:moveTo>
                <a:pt x="1304450" y="0"/>
              </a:moveTo>
              <a:lnTo>
                <a:pt x="1304450" y="864900"/>
              </a:lnTo>
              <a:lnTo>
                <a:pt x="0" y="86490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DC2744-9508-4ABB-A984-A922E9AB76CE}">
      <dsp:nvSpPr>
        <dsp:cNvPr id="0" name=""/>
        <dsp:cNvSpPr/>
      </dsp:nvSpPr>
      <dsp:spPr>
        <a:xfrm>
          <a:off x="3318820" y="2565"/>
          <a:ext cx="1549929" cy="8024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1324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Patrick </a:t>
          </a:r>
          <a:r>
            <a:rPr lang="en-US" sz="1600" kern="1200" dirty="0" err="1"/>
            <a:t>Okimi</a:t>
          </a:r>
          <a:endParaRPr lang="en-US" sz="1600" kern="1200" dirty="0"/>
        </a:p>
      </dsp:txBody>
      <dsp:txXfrm>
        <a:off x="3318820" y="2565"/>
        <a:ext cx="1549929" cy="802484"/>
      </dsp:txXfrm>
    </dsp:sp>
    <dsp:sp modelId="{0F205F1A-F168-4A5F-866D-90A91F6F2B77}">
      <dsp:nvSpPr>
        <dsp:cNvPr id="0" name=""/>
        <dsp:cNvSpPr/>
      </dsp:nvSpPr>
      <dsp:spPr>
        <a:xfrm>
          <a:off x="3628806" y="626720"/>
          <a:ext cx="1394936" cy="26749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10795" rIns="43180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CEO</a:t>
          </a:r>
        </a:p>
      </dsp:txBody>
      <dsp:txXfrm>
        <a:off x="3628806" y="626720"/>
        <a:ext cx="1394936" cy="267494"/>
      </dsp:txXfrm>
    </dsp:sp>
    <dsp:sp modelId="{6906CDBB-1DD8-4BB6-A58A-BAC900424F9E}">
      <dsp:nvSpPr>
        <dsp:cNvPr id="0" name=""/>
        <dsp:cNvSpPr/>
      </dsp:nvSpPr>
      <dsp:spPr>
        <a:xfrm>
          <a:off x="1239404" y="1268708"/>
          <a:ext cx="1549929" cy="8024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1324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Shruti </a:t>
          </a:r>
          <a:r>
            <a:rPr lang="en-US" sz="1600" b="0" i="0" kern="1200" dirty="0" err="1"/>
            <a:t>Kalyanaraman</a:t>
          </a:r>
          <a:endParaRPr lang="en-US" sz="1600" b="0" i="0" kern="1200" dirty="0"/>
        </a:p>
      </dsp:txBody>
      <dsp:txXfrm>
        <a:off x="1239404" y="1268708"/>
        <a:ext cx="1549929" cy="802484"/>
      </dsp:txXfrm>
    </dsp:sp>
    <dsp:sp modelId="{BBE20C4D-D13E-418E-B3B9-60C80158FC78}">
      <dsp:nvSpPr>
        <dsp:cNvPr id="0" name=""/>
        <dsp:cNvSpPr/>
      </dsp:nvSpPr>
      <dsp:spPr>
        <a:xfrm>
          <a:off x="1549390" y="1892863"/>
          <a:ext cx="1394936" cy="26749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10795" rIns="43180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CPO</a:t>
          </a:r>
        </a:p>
      </dsp:txBody>
      <dsp:txXfrm>
        <a:off x="1549390" y="1892863"/>
        <a:ext cx="1394936" cy="267494"/>
      </dsp:txXfrm>
    </dsp:sp>
    <dsp:sp modelId="{282921C7-06D1-4D54-8ADD-F65234429547}">
      <dsp:nvSpPr>
        <dsp:cNvPr id="0" name=""/>
        <dsp:cNvSpPr/>
      </dsp:nvSpPr>
      <dsp:spPr>
        <a:xfrm>
          <a:off x="199696" y="2534851"/>
          <a:ext cx="1549929" cy="8024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1324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Product Manager</a:t>
          </a:r>
        </a:p>
      </dsp:txBody>
      <dsp:txXfrm>
        <a:off x="199696" y="2534851"/>
        <a:ext cx="1549929" cy="802484"/>
      </dsp:txXfrm>
    </dsp:sp>
    <dsp:sp modelId="{BDEE1CD3-86A6-4B03-851A-2A7C23FE49DE}">
      <dsp:nvSpPr>
        <dsp:cNvPr id="0" name=""/>
        <dsp:cNvSpPr/>
      </dsp:nvSpPr>
      <dsp:spPr>
        <a:xfrm>
          <a:off x="509682" y="3159005"/>
          <a:ext cx="1394936" cy="26749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10795" rIns="4318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</dsp:txBody>
      <dsp:txXfrm>
        <a:off x="509682" y="3159005"/>
        <a:ext cx="1394936" cy="267494"/>
      </dsp:txXfrm>
    </dsp:sp>
    <dsp:sp modelId="{ACF6CCA6-47AC-4028-AEB1-AB6815FF5BE2}">
      <dsp:nvSpPr>
        <dsp:cNvPr id="0" name=""/>
        <dsp:cNvSpPr/>
      </dsp:nvSpPr>
      <dsp:spPr>
        <a:xfrm>
          <a:off x="4358528" y="1268708"/>
          <a:ext cx="1549929" cy="8024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1324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Mihir </a:t>
          </a:r>
          <a:r>
            <a:rPr lang="en-US" sz="1600" b="0" i="0" kern="1200" dirty="0" err="1"/>
            <a:t>Kavishwar</a:t>
          </a:r>
          <a:endParaRPr lang="en-US" sz="1600" b="0" i="0" kern="1200" dirty="0"/>
        </a:p>
      </dsp:txBody>
      <dsp:txXfrm>
        <a:off x="4358528" y="1268708"/>
        <a:ext cx="1549929" cy="802484"/>
      </dsp:txXfrm>
    </dsp:sp>
    <dsp:sp modelId="{EE078D65-DC22-4FD6-9FA5-0072DA81D9ED}">
      <dsp:nvSpPr>
        <dsp:cNvPr id="0" name=""/>
        <dsp:cNvSpPr/>
      </dsp:nvSpPr>
      <dsp:spPr>
        <a:xfrm>
          <a:off x="4668514" y="1892863"/>
          <a:ext cx="1394936" cy="267494"/>
        </a:xfrm>
        <a:prstGeom prst="rect">
          <a:avLst/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12700" rIns="508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CFO</a:t>
          </a:r>
        </a:p>
      </dsp:txBody>
      <dsp:txXfrm>
        <a:off x="4668514" y="1892863"/>
        <a:ext cx="1394936" cy="267494"/>
      </dsp:txXfrm>
    </dsp:sp>
    <dsp:sp modelId="{CA6F1D30-3C2B-4C1A-91D0-37FF7BB48177}">
      <dsp:nvSpPr>
        <dsp:cNvPr id="0" name=""/>
        <dsp:cNvSpPr/>
      </dsp:nvSpPr>
      <dsp:spPr>
        <a:xfrm>
          <a:off x="1239404" y="3800993"/>
          <a:ext cx="1549929" cy="8024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1324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William Lopez</a:t>
          </a:r>
        </a:p>
      </dsp:txBody>
      <dsp:txXfrm>
        <a:off x="1239404" y="3800993"/>
        <a:ext cx="1549929" cy="802484"/>
      </dsp:txXfrm>
    </dsp:sp>
    <dsp:sp modelId="{B28EBDF7-6A74-4C79-873D-B817FEDDE168}">
      <dsp:nvSpPr>
        <dsp:cNvPr id="0" name=""/>
        <dsp:cNvSpPr/>
      </dsp:nvSpPr>
      <dsp:spPr>
        <a:xfrm>
          <a:off x="1549390" y="4425148"/>
          <a:ext cx="1394936" cy="267494"/>
        </a:xfrm>
        <a:prstGeom prst="rect">
          <a:avLst/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12700" rIns="508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COO</a:t>
          </a:r>
        </a:p>
      </dsp:txBody>
      <dsp:txXfrm>
        <a:off x="1549390" y="4425148"/>
        <a:ext cx="1394936" cy="267494"/>
      </dsp:txXfrm>
    </dsp:sp>
    <dsp:sp modelId="{3202EC84-3A37-4BDB-864D-1C574ED67EA2}">
      <dsp:nvSpPr>
        <dsp:cNvPr id="0" name=""/>
        <dsp:cNvSpPr/>
      </dsp:nvSpPr>
      <dsp:spPr>
        <a:xfrm>
          <a:off x="199696" y="5067136"/>
          <a:ext cx="1549929" cy="8024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1324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Hardware Engineer</a:t>
          </a:r>
        </a:p>
      </dsp:txBody>
      <dsp:txXfrm>
        <a:off x="199696" y="5067136"/>
        <a:ext cx="1549929" cy="802484"/>
      </dsp:txXfrm>
    </dsp:sp>
    <dsp:sp modelId="{2737A547-1AEC-44A5-9BB5-C45B578FC190}">
      <dsp:nvSpPr>
        <dsp:cNvPr id="0" name=""/>
        <dsp:cNvSpPr/>
      </dsp:nvSpPr>
      <dsp:spPr>
        <a:xfrm>
          <a:off x="509682" y="5691291"/>
          <a:ext cx="1394936" cy="26749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10795" rIns="4318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509682" y="5691291"/>
        <a:ext cx="1394936" cy="267494"/>
      </dsp:txXfrm>
    </dsp:sp>
    <dsp:sp modelId="{92F1DFCE-DC3A-43C8-B2B3-E14AF990D3D4}">
      <dsp:nvSpPr>
        <dsp:cNvPr id="0" name=""/>
        <dsp:cNvSpPr/>
      </dsp:nvSpPr>
      <dsp:spPr>
        <a:xfrm>
          <a:off x="2279112" y="5067136"/>
          <a:ext cx="1549929" cy="8024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1324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Software Engineer</a:t>
          </a:r>
        </a:p>
      </dsp:txBody>
      <dsp:txXfrm>
        <a:off x="2279112" y="5067136"/>
        <a:ext cx="1549929" cy="802484"/>
      </dsp:txXfrm>
    </dsp:sp>
    <dsp:sp modelId="{445DE994-D766-43AA-A13B-CBB6D4CAB904}">
      <dsp:nvSpPr>
        <dsp:cNvPr id="0" name=""/>
        <dsp:cNvSpPr/>
      </dsp:nvSpPr>
      <dsp:spPr>
        <a:xfrm>
          <a:off x="2589098" y="5691291"/>
          <a:ext cx="1394936" cy="26749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10795" rIns="4318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2589098" y="5691291"/>
        <a:ext cx="1394936" cy="267494"/>
      </dsp:txXfrm>
    </dsp:sp>
    <dsp:sp modelId="{CD8CFE4B-DC2C-41AF-8EC9-A69BC33C02A7}">
      <dsp:nvSpPr>
        <dsp:cNvPr id="0" name=""/>
        <dsp:cNvSpPr/>
      </dsp:nvSpPr>
      <dsp:spPr>
        <a:xfrm>
          <a:off x="4358528" y="3800993"/>
          <a:ext cx="1549929" cy="8024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1324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Rachana Bangalore </a:t>
          </a:r>
          <a:r>
            <a:rPr lang="en-US" sz="1600" b="0" i="0" kern="1200" dirty="0" err="1"/>
            <a:t>Nagaraju</a:t>
          </a:r>
          <a:endParaRPr lang="en-US" sz="1600" b="0" i="0" kern="1200" dirty="0"/>
        </a:p>
      </dsp:txBody>
      <dsp:txXfrm>
        <a:off x="4358528" y="3800993"/>
        <a:ext cx="1549929" cy="802484"/>
      </dsp:txXfrm>
    </dsp:sp>
    <dsp:sp modelId="{3637F729-2C78-4250-B0ED-24F48826831E}">
      <dsp:nvSpPr>
        <dsp:cNvPr id="0" name=""/>
        <dsp:cNvSpPr/>
      </dsp:nvSpPr>
      <dsp:spPr>
        <a:xfrm>
          <a:off x="4668514" y="4425148"/>
          <a:ext cx="1394936" cy="267494"/>
        </a:xfrm>
        <a:prstGeom prst="rect">
          <a:avLst/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12700" rIns="50800" bIns="1270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CMO</a:t>
          </a:r>
        </a:p>
      </dsp:txBody>
      <dsp:txXfrm>
        <a:off x="4668514" y="4425148"/>
        <a:ext cx="1394936" cy="2674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D8E2B-3198-A178-669B-CB9EA534D2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8FEFB3-64E2-9824-5A05-CA6BF0595E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DB107-70B3-16E9-D8E5-4D38580B6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485B-74C0-4EDF-B254-D6E77369617F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DBD0F-28A3-ED4F-07D6-54E165BF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3099E-2E52-41F4-0F75-CCD5D2853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63BE-F90D-4565-8E3B-F41A7302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21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61C46-0736-1A09-BD2F-47C2BDEEF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EC918-DF93-9DE8-7013-25536C488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1D48B-AD23-5A31-21D2-80ACC24C4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485B-74C0-4EDF-B254-D6E77369617F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BCAFF-0E2A-24D5-5FFC-3EFCA539B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38B5B-F3F3-5292-919C-C4DFBD903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63BE-F90D-4565-8E3B-F41A7302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76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61104-A396-3267-E3A5-32B89E9CC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1CBE9-6EAD-9BCE-4168-D2D893527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F2444-8CE7-5899-F8BA-00D3F63B2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485B-74C0-4EDF-B254-D6E77369617F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76118-4BE6-205B-2697-C0550822F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3DAC2-9F93-ECC4-0981-903D4E5D5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63BE-F90D-4565-8E3B-F41A7302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45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ABA0E-E5C4-ACA6-0BFD-43B9D5FE4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F507E-AAE1-6934-9F83-F3497FFA1B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0D89-FFC8-33C8-52F9-351771C79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1F4622-79A0-AA68-5561-FF07E4D42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485B-74C0-4EDF-B254-D6E77369617F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EDF16-4032-937B-FA58-A16B803DD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C481B-AD99-EADE-A805-F23E7B096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63BE-F90D-4565-8E3B-F41A7302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161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41478-FAFE-F101-BCFF-38770A086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591E40-EB62-B349-3FA3-FF4186863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179AA9-37B2-C17C-1469-EB4FB8DF6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96666D-D07B-EE26-1060-E45C19E77D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DD5CCC-5FB5-F9CB-7323-1867DAC7E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238027-62AA-BAB8-ACE3-6CB140468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485B-74C0-4EDF-B254-D6E77369617F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93F8AF-3972-BD38-8475-6A457CB5D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B0DDC5-A116-856C-FE0E-D5DD6CDA4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63BE-F90D-4565-8E3B-F41A7302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534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75BE5-CAA6-361B-0747-09820033E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489591-22D3-F353-29EF-BAF76A788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485B-74C0-4EDF-B254-D6E77369617F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487202-8853-F34A-47FF-FFEA8FC12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FBEE6E-AD49-1D10-FEAC-497CC3FAE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63BE-F90D-4565-8E3B-F41A7302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458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DE8DF1-6094-A277-C7CB-514515265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485B-74C0-4EDF-B254-D6E77369617F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EFF812-E6BC-5952-3F01-E50194CA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38465-14AF-90FF-AF0C-230344F0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63BE-F90D-4565-8E3B-F41A7302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510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6B0B4-77A3-0665-0F32-CA53C352A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8733F-A318-37A9-D08D-735A5411E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005A5-8156-612F-0046-01945ED988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777221-842C-ABFF-B703-53E65C4F2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485B-74C0-4EDF-B254-D6E77369617F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F0F2B-604D-DB6E-5187-234E7A4BF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387E9-D77C-D411-76BE-F0958DBE6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63BE-F90D-4565-8E3B-F41A7302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18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A197D-D96B-64E2-3EDC-0652B3EFD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3801D3-4CB5-0C12-A262-254211CC17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CD3290-06BA-E8E1-B8BE-5C288A7D4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77FBF-F085-B503-C47B-5B4FFC5EC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485B-74C0-4EDF-B254-D6E77369617F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6F110-6958-55C2-E0B9-9253A5898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2A5B2-BF38-EFB7-500E-16BB29D94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63BE-F90D-4565-8E3B-F41A7302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234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ECC22-3883-6493-9BC7-7135F2658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F6A92E-FE8A-A96A-4CD3-8A83BB054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FA314-8318-A5B4-F859-879F066A6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485B-74C0-4EDF-B254-D6E77369617F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75661-1633-D506-B550-C5E5F9328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7C212-EC38-3C1C-F8A7-93BC565F7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63BE-F90D-4565-8E3B-F41A7302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50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85CD83-54E8-C554-2AF2-F966CF8751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154756-4B40-E7BC-B434-CFFAE4558F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2795E-A043-E4EA-23D4-60BADC28D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485B-74C0-4EDF-B254-D6E77369617F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05CB-F0B9-88BB-F6E9-3ABCA3D0B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6D08D-39ED-D306-6298-ABAEE573C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163BE-F90D-4565-8E3B-F41A7302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349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E333D9-1504-99C3-7CBE-1EF3DC815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FF8E5-2E6A-A2FD-5545-BB0BEB83F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C68A3-D40A-B285-8B56-4DCB7365BF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05485B-74C0-4EDF-B254-D6E77369617F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7C0FD-B364-5A46-02F4-B4EFBA7AE0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2C5B9-56EA-A34E-00BC-7674A2582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D163BE-F90D-4565-8E3B-F41A7302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17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CD75D14-BEB7-624B-0803-53EB663E9D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1105547"/>
              </p:ext>
            </p:extLst>
          </p:nvPr>
        </p:nvGraphicFramePr>
        <p:xfrm>
          <a:off x="1140542" y="176982"/>
          <a:ext cx="6263148" cy="59613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2996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22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[USC] William Lopez</dc:creator>
  <cp:lastModifiedBy>[USC] William Lopez</cp:lastModifiedBy>
  <cp:revision>1</cp:revision>
  <dcterms:created xsi:type="dcterms:W3CDTF">2024-04-11T00:15:35Z</dcterms:created>
  <dcterms:modified xsi:type="dcterms:W3CDTF">2024-04-11T00:26:12Z</dcterms:modified>
</cp:coreProperties>
</file>