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Darker Grotesque Medium"/>
      <p:regular r:id="rId28"/>
      <p:bold r:id="rId29"/>
    </p:embeddedFont>
    <p:embeddedFont>
      <p:font typeface="Nunito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Maven Pro"/>
      <p:regular r:id="rId38"/>
      <p:bold r:id="rId39"/>
    </p:embeddedFont>
    <p:embeddedFont>
      <p:font typeface="Darker Grotesque"/>
      <p:regular r:id="rId40"/>
      <p:bold r:id="rId41"/>
    </p:embeddedFont>
    <p:embeddedFont>
      <p:font typeface="Nunito Medium"/>
      <p:regular r:id="rId42"/>
      <p:bold r:id="rId43"/>
      <p:italic r:id="rId44"/>
      <p:boldItalic r:id="rId45"/>
    </p:embeddedFont>
    <p:embeddedFont>
      <p:font typeface="Poppins Black"/>
      <p:bold r:id="rId46"/>
      <p:boldItalic r:id="rId47"/>
    </p:embeddedFont>
    <p:embeddedFont>
      <p:font typeface="Darker Grotesque Black"/>
      <p:bold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B0E7D9-EB38-44A0-9C26-3AC3BEDD9822}">
  <a:tblStyle styleId="{5BB0E7D9-EB38-44A0-9C26-3AC3BEDD98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arkerGrotesque-regular.fntdata"/><Relationship Id="rId42" Type="http://schemas.openxmlformats.org/officeDocument/2006/relationships/font" Target="fonts/NunitoMedium-regular.fntdata"/><Relationship Id="rId41" Type="http://schemas.openxmlformats.org/officeDocument/2006/relationships/font" Target="fonts/DarkerGrotesque-bold.fntdata"/><Relationship Id="rId44" Type="http://schemas.openxmlformats.org/officeDocument/2006/relationships/font" Target="fonts/NunitoMedium-italic.fntdata"/><Relationship Id="rId43" Type="http://schemas.openxmlformats.org/officeDocument/2006/relationships/font" Target="fonts/NunitoMedium-bold.fntdata"/><Relationship Id="rId46" Type="http://schemas.openxmlformats.org/officeDocument/2006/relationships/font" Target="fonts/PoppinsBlack-bold.fntdata"/><Relationship Id="rId45" Type="http://schemas.openxmlformats.org/officeDocument/2006/relationships/font" Target="fonts/Nunito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arkerGrotesqueBlack-bold.fntdata"/><Relationship Id="rId47" Type="http://schemas.openxmlformats.org/officeDocument/2006/relationships/font" Target="fonts/PoppinsBlack-boldItalic.fntdata"/><Relationship Id="rId49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33" Type="http://schemas.openxmlformats.org/officeDocument/2006/relationships/font" Target="fonts/Nunito-boldItalic.fntdata"/><Relationship Id="rId32" Type="http://schemas.openxmlformats.org/officeDocument/2006/relationships/font" Target="fonts/Nunito-italic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MavenPro-bold.fntdata"/><Relationship Id="rId38" Type="http://schemas.openxmlformats.org/officeDocument/2006/relationships/font" Target="fonts/MavenPr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DarkerGrotesqueMedium-regular.fntdata"/><Relationship Id="rId27" Type="http://schemas.openxmlformats.org/officeDocument/2006/relationships/slide" Target="slides/slide22.xml"/><Relationship Id="rId29" Type="http://schemas.openxmlformats.org/officeDocument/2006/relationships/font" Target="fonts/DarkerGrotesqueMedium-bold.fntdata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N7ll9g7sK9DtGcDIy4uaYeHEGla8wIiO8u3AVWfr7NA/edit?usp=sharing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79d57be5d8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79d57be5d8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c718aa7c62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c718aa7c6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424e3170a6a49a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424e3170a6a49a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c7abdbcc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c7abdbcc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c6e939831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c6e939831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c7abdbcce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c7abdbcce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c603810509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c603810509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424e3170a6a49a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424e3170a6a49a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c7abdbcce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c7abdbcce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c7abdbcce1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c7abdbcce1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c7197a246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c7197a246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https://docs.google.com/spreadsheets/d/1N7ll9g7sK9DtGcDIy4uaYeHEGla8wIiO8u3AVWfr7NA/edit?usp=sharing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c7abdbcce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c7abdbcce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c687a3d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c687a3d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Fixed Cost</a:t>
            </a:r>
            <a:r>
              <a:rPr lang="en"/>
              <a:t> : </a:t>
            </a:r>
            <a:r>
              <a:rPr lang="en" sz="1200">
                <a:solidFill>
                  <a:schemeClr val="dk1"/>
                </a:solidFill>
              </a:rPr>
              <a:t>Salary,Labor Cost;</a:t>
            </a:r>
            <a:r>
              <a:rPr lang="en" sz="1200">
                <a:solidFill>
                  <a:srgbClr val="1F1F1F"/>
                </a:solidFill>
              </a:rPr>
              <a:t>Rent (WFH);Technology Licenses (Zoom, Microsoft, GitHub, etc.)</a:t>
            </a:r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424e3170a6a49a8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424e3170a6a49a8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f4fb87ee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f4fb87ee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f4fb87ee3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f4fb87ee3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c7abdbcc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c7abdbcc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424e3170a6a49a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424e3170a6a49a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424e3170a6a49a8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424e3170a6a49a8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a46eb17aa6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a46eb17aa6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f4fb87f6f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f4fb87f6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c6e939831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c6e939831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5_1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idx="1" type="subTitle"/>
          </p:nvPr>
        </p:nvSpPr>
        <p:spPr>
          <a:xfrm>
            <a:off x="1502225" y="2577247"/>
            <a:ext cx="29343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2" type="subTitle"/>
          </p:nvPr>
        </p:nvSpPr>
        <p:spPr>
          <a:xfrm>
            <a:off x="1502225" y="294035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3" type="subTitle"/>
          </p:nvPr>
        </p:nvSpPr>
        <p:spPr>
          <a:xfrm>
            <a:off x="1502225" y="3757047"/>
            <a:ext cx="29277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77" name="Google Shape;277;p13"/>
          <p:cNvSpPr txBox="1"/>
          <p:nvPr>
            <p:ph idx="4" type="subTitle"/>
          </p:nvPr>
        </p:nvSpPr>
        <p:spPr>
          <a:xfrm>
            <a:off x="1502225" y="4117722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78" name="Google Shape;278;p13"/>
          <p:cNvSpPr txBox="1"/>
          <p:nvPr>
            <p:ph idx="5" type="subTitle"/>
          </p:nvPr>
        </p:nvSpPr>
        <p:spPr>
          <a:xfrm>
            <a:off x="5335886" y="3757047"/>
            <a:ext cx="29277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79" name="Google Shape;279;p13"/>
          <p:cNvSpPr txBox="1"/>
          <p:nvPr>
            <p:ph idx="6" type="subTitle"/>
          </p:nvPr>
        </p:nvSpPr>
        <p:spPr>
          <a:xfrm>
            <a:off x="5335886" y="4117722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80" name="Google Shape;280;p13"/>
          <p:cNvSpPr txBox="1"/>
          <p:nvPr>
            <p:ph idx="7" type="subTitle"/>
          </p:nvPr>
        </p:nvSpPr>
        <p:spPr>
          <a:xfrm>
            <a:off x="5335886" y="1397447"/>
            <a:ext cx="29277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81" name="Google Shape;281;p13"/>
          <p:cNvSpPr txBox="1"/>
          <p:nvPr>
            <p:ph idx="8" type="subTitle"/>
          </p:nvPr>
        </p:nvSpPr>
        <p:spPr>
          <a:xfrm>
            <a:off x="5335886" y="1762988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9" type="subTitle"/>
          </p:nvPr>
        </p:nvSpPr>
        <p:spPr>
          <a:xfrm>
            <a:off x="5335886" y="2577247"/>
            <a:ext cx="29277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13" type="subTitle"/>
          </p:nvPr>
        </p:nvSpPr>
        <p:spPr>
          <a:xfrm>
            <a:off x="5335886" y="294035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14" type="subTitle"/>
          </p:nvPr>
        </p:nvSpPr>
        <p:spPr>
          <a:xfrm>
            <a:off x="1502225" y="1397447"/>
            <a:ext cx="2934300" cy="35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15" type="subTitle"/>
          </p:nvPr>
        </p:nvSpPr>
        <p:spPr>
          <a:xfrm>
            <a:off x="1502225" y="1762988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hasCustomPrompt="1" idx="16" type="title"/>
          </p:nvPr>
        </p:nvSpPr>
        <p:spPr>
          <a:xfrm>
            <a:off x="4359998" y="1198973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88" name="Google Shape;288;p13"/>
          <p:cNvSpPr txBox="1"/>
          <p:nvPr>
            <p:ph hasCustomPrompt="1" idx="17" type="title"/>
          </p:nvPr>
        </p:nvSpPr>
        <p:spPr>
          <a:xfrm>
            <a:off x="4359998" y="2387260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/>
          <p:nvPr>
            <p:ph hasCustomPrompt="1" idx="18" type="title"/>
          </p:nvPr>
        </p:nvSpPr>
        <p:spPr>
          <a:xfrm>
            <a:off x="4359998" y="3575547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/>
          <p:nvPr>
            <p:ph hasCustomPrompt="1" idx="19" type="title"/>
          </p:nvPr>
        </p:nvSpPr>
        <p:spPr>
          <a:xfrm>
            <a:off x="560823" y="1198973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/>
          <p:nvPr>
            <p:ph hasCustomPrompt="1" idx="20" type="title"/>
          </p:nvPr>
        </p:nvSpPr>
        <p:spPr>
          <a:xfrm>
            <a:off x="560823" y="2387260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/>
          <p:nvPr>
            <p:ph hasCustomPrompt="1" idx="21" type="title"/>
          </p:nvPr>
        </p:nvSpPr>
        <p:spPr>
          <a:xfrm>
            <a:off x="560823" y="3575547"/>
            <a:ext cx="9000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b="1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grpSp>
        <p:nvGrpSpPr>
          <p:cNvPr id="293" name="Google Shape;293;p13"/>
          <p:cNvGrpSpPr/>
          <p:nvPr/>
        </p:nvGrpSpPr>
        <p:grpSpPr>
          <a:xfrm>
            <a:off x="8280678" y="4857373"/>
            <a:ext cx="895292" cy="298285"/>
            <a:chOff x="5977976" y="1238193"/>
            <a:chExt cx="1968973" cy="656003"/>
          </a:xfrm>
        </p:grpSpPr>
        <p:sp>
          <p:nvSpPr>
            <p:cNvPr id="294" name="Google Shape;294;p13"/>
            <p:cNvSpPr/>
            <p:nvPr/>
          </p:nvSpPr>
          <p:spPr>
            <a:xfrm flipH="1">
              <a:off x="7290709" y="1238193"/>
              <a:ext cx="656241" cy="656003"/>
            </a:xfrm>
            <a:custGeom>
              <a:rect b="b" l="l" r="r" t="t"/>
              <a:pathLst>
                <a:path extrusionOk="0" h="2684" w="2685">
                  <a:moveTo>
                    <a:pt x="1" y="0"/>
                  </a:moveTo>
                  <a:lnTo>
                    <a:pt x="1" y="2684"/>
                  </a:lnTo>
                  <a:lnTo>
                    <a:pt x="2684" y="2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 flipH="1">
              <a:off x="6633731" y="1238193"/>
              <a:ext cx="657218" cy="656003"/>
            </a:xfrm>
            <a:custGeom>
              <a:rect b="b" l="l" r="r" t="t"/>
              <a:pathLst>
                <a:path extrusionOk="0" h="2684" w="2689">
                  <a:moveTo>
                    <a:pt x="0" y="0"/>
                  </a:moveTo>
                  <a:lnTo>
                    <a:pt x="0" y="2684"/>
                  </a:lnTo>
                  <a:lnTo>
                    <a:pt x="2688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 flipH="1">
              <a:off x="5977976" y="1238193"/>
              <a:ext cx="655996" cy="656003"/>
            </a:xfrm>
            <a:custGeom>
              <a:rect b="b" l="l" r="r" t="t"/>
              <a:pathLst>
                <a:path extrusionOk="0" h="2684" w="2684">
                  <a:moveTo>
                    <a:pt x="0" y="0"/>
                  </a:moveTo>
                  <a:lnTo>
                    <a:pt x="0" y="2684"/>
                  </a:lnTo>
                  <a:lnTo>
                    <a:pt x="2684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13"/>
          <p:cNvGrpSpPr/>
          <p:nvPr/>
        </p:nvGrpSpPr>
        <p:grpSpPr>
          <a:xfrm rot="10800000">
            <a:off x="-52621" y="-3660"/>
            <a:ext cx="1548007" cy="515684"/>
            <a:chOff x="5977976" y="1238193"/>
            <a:chExt cx="1968973" cy="656003"/>
          </a:xfrm>
        </p:grpSpPr>
        <p:sp>
          <p:nvSpPr>
            <p:cNvPr id="298" name="Google Shape;298;p13"/>
            <p:cNvSpPr/>
            <p:nvPr/>
          </p:nvSpPr>
          <p:spPr>
            <a:xfrm flipH="1">
              <a:off x="7290709" y="1238193"/>
              <a:ext cx="656241" cy="656003"/>
            </a:xfrm>
            <a:custGeom>
              <a:rect b="b" l="l" r="r" t="t"/>
              <a:pathLst>
                <a:path extrusionOk="0" h="2684" w="2685">
                  <a:moveTo>
                    <a:pt x="1" y="0"/>
                  </a:moveTo>
                  <a:lnTo>
                    <a:pt x="1" y="2684"/>
                  </a:lnTo>
                  <a:lnTo>
                    <a:pt x="2684" y="2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 flipH="1">
              <a:off x="6633731" y="1238193"/>
              <a:ext cx="657218" cy="656003"/>
            </a:xfrm>
            <a:custGeom>
              <a:rect b="b" l="l" r="r" t="t"/>
              <a:pathLst>
                <a:path extrusionOk="0" h="2684" w="2689">
                  <a:moveTo>
                    <a:pt x="0" y="0"/>
                  </a:moveTo>
                  <a:lnTo>
                    <a:pt x="0" y="2684"/>
                  </a:lnTo>
                  <a:lnTo>
                    <a:pt x="2688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 flipH="1">
              <a:off x="5977976" y="1238193"/>
              <a:ext cx="655996" cy="656003"/>
            </a:xfrm>
            <a:custGeom>
              <a:rect b="b" l="l" r="r" t="t"/>
              <a:pathLst>
                <a:path extrusionOk="0" h="2684" w="2684">
                  <a:moveTo>
                    <a:pt x="0" y="0"/>
                  </a:moveTo>
                  <a:lnTo>
                    <a:pt x="0" y="2684"/>
                  </a:lnTo>
                  <a:lnTo>
                    <a:pt x="2684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3"/>
          <p:cNvGrpSpPr/>
          <p:nvPr/>
        </p:nvGrpSpPr>
        <p:grpSpPr>
          <a:xfrm>
            <a:off x="-51293" y="947012"/>
            <a:ext cx="186688" cy="373785"/>
            <a:chOff x="-51293" y="947012"/>
            <a:chExt cx="186688" cy="373785"/>
          </a:xfrm>
        </p:grpSpPr>
        <p:sp>
          <p:nvSpPr>
            <p:cNvPr id="302" name="Google Shape;302;p13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" name="Google Shape;304;p13"/>
          <p:cNvGrpSpPr/>
          <p:nvPr/>
        </p:nvGrpSpPr>
        <p:grpSpPr>
          <a:xfrm flipH="1" rot="5400000">
            <a:off x="-533300" y="3881573"/>
            <a:ext cx="1253980" cy="1266469"/>
            <a:chOff x="-38513" y="3757475"/>
            <a:chExt cx="1430505" cy="1444752"/>
          </a:xfrm>
        </p:grpSpPr>
        <p:sp>
          <p:nvSpPr>
            <p:cNvPr id="305" name="Google Shape;305;p13"/>
            <p:cNvSpPr/>
            <p:nvPr/>
          </p:nvSpPr>
          <p:spPr>
            <a:xfrm>
              <a:off x="-38513" y="3757475"/>
              <a:ext cx="530938" cy="144475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9B6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256339" y="4288156"/>
              <a:ext cx="1135653" cy="914068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" name="Google Shape;307;p13"/>
          <p:cNvGrpSpPr/>
          <p:nvPr/>
        </p:nvGrpSpPr>
        <p:grpSpPr>
          <a:xfrm>
            <a:off x="7705406" y="-252262"/>
            <a:ext cx="1451244" cy="1451244"/>
            <a:chOff x="8008354" y="0"/>
            <a:chExt cx="1135647" cy="1135647"/>
          </a:xfrm>
        </p:grpSpPr>
        <p:sp>
          <p:nvSpPr>
            <p:cNvPr id="308" name="Google Shape;308;p13"/>
            <p:cNvSpPr/>
            <p:nvPr/>
          </p:nvSpPr>
          <p:spPr>
            <a:xfrm rot="5400000">
              <a:off x="8008354" y="0"/>
              <a:ext cx="1135647" cy="1135647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 rot="5400000">
              <a:off x="8304354" y="345674"/>
              <a:ext cx="573963" cy="573963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 txBox="1"/>
          <p:nvPr>
            <p:ph type="title"/>
          </p:nvPr>
        </p:nvSpPr>
        <p:spPr>
          <a:xfrm>
            <a:off x="1778065" y="2378000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3" name="Google Shape;313;p14"/>
          <p:cNvSpPr txBox="1"/>
          <p:nvPr>
            <p:ph idx="1" type="subTitle"/>
          </p:nvPr>
        </p:nvSpPr>
        <p:spPr>
          <a:xfrm>
            <a:off x="1437265" y="3852527"/>
            <a:ext cx="6281100" cy="54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314" name="Google Shape;314;p14"/>
          <p:cNvSpPr txBox="1"/>
          <p:nvPr>
            <p:ph hasCustomPrompt="1" idx="2" type="title"/>
          </p:nvPr>
        </p:nvSpPr>
        <p:spPr>
          <a:xfrm>
            <a:off x="1437265" y="1091852"/>
            <a:ext cx="6281100" cy="11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15" name="Google Shape;315;p14"/>
          <p:cNvGrpSpPr/>
          <p:nvPr/>
        </p:nvGrpSpPr>
        <p:grpSpPr>
          <a:xfrm rot="5400000">
            <a:off x="505283" y="3434340"/>
            <a:ext cx="1379269" cy="2286130"/>
            <a:chOff x="6250996" y="2163558"/>
            <a:chExt cx="1165809" cy="1932322"/>
          </a:xfrm>
        </p:grpSpPr>
        <p:sp>
          <p:nvSpPr>
            <p:cNvPr id="316" name="Google Shape;316;p14"/>
            <p:cNvSpPr/>
            <p:nvPr/>
          </p:nvSpPr>
          <p:spPr>
            <a:xfrm>
              <a:off x="6639830" y="2163558"/>
              <a:ext cx="776974" cy="1544187"/>
            </a:xfrm>
            <a:custGeom>
              <a:rect b="b" l="l" r="r" t="t"/>
              <a:pathLst>
                <a:path extrusionOk="0" h="8860" w="4458">
                  <a:moveTo>
                    <a:pt x="4457" y="0"/>
                  </a:moveTo>
                  <a:cubicBezTo>
                    <a:pt x="3200" y="0"/>
                    <a:pt x="2112" y="457"/>
                    <a:pt x="1312" y="1257"/>
                  </a:cubicBezTo>
                  <a:lnTo>
                    <a:pt x="4457" y="4457"/>
                  </a:lnTo>
                  <a:lnTo>
                    <a:pt x="4457" y="0"/>
                  </a:lnTo>
                  <a:close/>
                  <a:moveTo>
                    <a:pt x="0" y="4457"/>
                  </a:moveTo>
                  <a:cubicBezTo>
                    <a:pt x="0" y="6917"/>
                    <a:pt x="1998" y="8860"/>
                    <a:pt x="4457" y="8860"/>
                  </a:cubicBezTo>
                  <a:lnTo>
                    <a:pt x="4457" y="44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6639830" y="2382637"/>
              <a:ext cx="776974" cy="557894"/>
            </a:xfrm>
            <a:custGeom>
              <a:rect b="b" l="l" r="r" t="t"/>
              <a:pathLst>
                <a:path extrusionOk="0" h="3201" w="4458">
                  <a:moveTo>
                    <a:pt x="1312" y="0"/>
                  </a:moveTo>
                  <a:cubicBezTo>
                    <a:pt x="512" y="860"/>
                    <a:pt x="0" y="1943"/>
                    <a:pt x="0" y="3200"/>
                  </a:cubicBezTo>
                  <a:lnTo>
                    <a:pt x="4457" y="3200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6250996" y="2940354"/>
              <a:ext cx="1165809" cy="1155526"/>
            </a:xfrm>
            <a:custGeom>
              <a:rect b="b" l="l" r="r" t="t"/>
              <a:pathLst>
                <a:path extrusionOk="0" h="6630" w="6689">
                  <a:moveTo>
                    <a:pt x="0" y="0"/>
                  </a:moveTo>
                  <a:cubicBezTo>
                    <a:pt x="0" y="3488"/>
                    <a:pt x="2743" y="6346"/>
                    <a:pt x="6172" y="6629"/>
                  </a:cubicBezTo>
                  <a:lnTo>
                    <a:pt x="6688" y="6629"/>
                  </a:lnTo>
                  <a:lnTo>
                    <a:pt x="6688" y="6574"/>
                  </a:lnTo>
                  <a:lnTo>
                    <a:pt x="6688" y="4403"/>
                  </a:lnTo>
                  <a:cubicBezTo>
                    <a:pt x="4229" y="4403"/>
                    <a:pt x="2231" y="2460"/>
                    <a:pt x="2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14"/>
          <p:cNvGrpSpPr/>
          <p:nvPr/>
        </p:nvGrpSpPr>
        <p:grpSpPr>
          <a:xfrm flipH="1" rot="5400000">
            <a:off x="687347" y="-805217"/>
            <a:ext cx="1379168" cy="2758202"/>
            <a:chOff x="6962374" y="0"/>
            <a:chExt cx="2207022" cy="4413829"/>
          </a:xfrm>
        </p:grpSpPr>
        <p:sp>
          <p:nvSpPr>
            <p:cNvPr id="320" name="Google Shape;320;p14"/>
            <p:cNvSpPr/>
            <p:nvPr/>
          </p:nvSpPr>
          <p:spPr>
            <a:xfrm flipH="1">
              <a:off x="6962374" y="0"/>
              <a:ext cx="2207022" cy="3505364"/>
            </a:xfrm>
            <a:custGeom>
              <a:rect b="b" l="l" r="r" t="t"/>
              <a:pathLst>
                <a:path extrusionOk="0" h="14342" w="9030">
                  <a:moveTo>
                    <a:pt x="0" y="1"/>
                  </a:moveTo>
                  <a:lnTo>
                    <a:pt x="0" y="14341"/>
                  </a:lnTo>
                  <a:lnTo>
                    <a:pt x="7315" y="14341"/>
                  </a:lnTo>
                  <a:cubicBezTo>
                    <a:pt x="8403" y="12856"/>
                    <a:pt x="9029" y="11027"/>
                    <a:pt x="9029" y="9029"/>
                  </a:cubicBezTo>
                  <a:cubicBezTo>
                    <a:pt x="9029" y="4001"/>
                    <a:pt x="5029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 flipH="1">
              <a:off x="7381293" y="3505104"/>
              <a:ext cx="1788104" cy="908726"/>
            </a:xfrm>
            <a:custGeom>
              <a:rect b="b" l="l" r="r" t="t"/>
              <a:pathLst>
                <a:path extrusionOk="0" h="3718" w="7316">
                  <a:moveTo>
                    <a:pt x="0" y="0"/>
                  </a:moveTo>
                  <a:lnTo>
                    <a:pt x="0" y="3717"/>
                  </a:lnTo>
                  <a:cubicBezTo>
                    <a:pt x="3031" y="3717"/>
                    <a:pt x="5715" y="2231"/>
                    <a:pt x="7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 flipH="1">
              <a:off x="7856179" y="2925263"/>
              <a:ext cx="670661" cy="656003"/>
            </a:xfrm>
            <a:custGeom>
              <a:rect b="b" l="l" r="r" t="t"/>
              <a:pathLst>
                <a:path extrusionOk="0" h="2684" w="2744">
                  <a:moveTo>
                    <a:pt x="1372" y="0"/>
                  </a:moveTo>
                  <a:cubicBezTo>
                    <a:pt x="631" y="0"/>
                    <a:pt x="0" y="571"/>
                    <a:pt x="0" y="1312"/>
                  </a:cubicBezTo>
                  <a:cubicBezTo>
                    <a:pt x="0" y="2057"/>
                    <a:pt x="631" y="2684"/>
                    <a:pt x="1372" y="2684"/>
                  </a:cubicBezTo>
                  <a:cubicBezTo>
                    <a:pt x="2117" y="2684"/>
                    <a:pt x="2743" y="2057"/>
                    <a:pt x="2743" y="1312"/>
                  </a:cubicBezTo>
                  <a:cubicBezTo>
                    <a:pt x="2743" y="571"/>
                    <a:pt x="2117" y="0"/>
                    <a:pt x="1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14"/>
          <p:cNvGrpSpPr/>
          <p:nvPr/>
        </p:nvGrpSpPr>
        <p:grpSpPr>
          <a:xfrm>
            <a:off x="7013617" y="-1339875"/>
            <a:ext cx="2613847" cy="7828214"/>
            <a:chOff x="7127660" y="-14566"/>
            <a:chExt cx="2041749" cy="6114836"/>
          </a:xfrm>
        </p:grpSpPr>
        <p:grpSp>
          <p:nvGrpSpPr>
            <p:cNvPr id="324" name="Google Shape;324;p14"/>
            <p:cNvGrpSpPr/>
            <p:nvPr/>
          </p:nvGrpSpPr>
          <p:grpSpPr>
            <a:xfrm flipH="1" rot="10800000">
              <a:off x="7127660" y="-14566"/>
              <a:ext cx="2041749" cy="3057411"/>
              <a:chOff x="6949850" y="2434425"/>
              <a:chExt cx="332950" cy="498575"/>
            </a:xfrm>
          </p:grpSpPr>
          <p:sp>
            <p:nvSpPr>
              <p:cNvPr id="325" name="Google Shape;325;p14"/>
              <p:cNvSpPr/>
              <p:nvPr/>
            </p:nvSpPr>
            <p:spPr>
              <a:xfrm>
                <a:off x="7171350" y="2655825"/>
                <a:ext cx="111450" cy="221500"/>
              </a:xfrm>
              <a:custGeom>
                <a:rect b="b" l="l" r="r" t="t"/>
                <a:pathLst>
                  <a:path extrusionOk="0" h="8860" w="4458">
                    <a:moveTo>
                      <a:pt x="4457" y="0"/>
                    </a:moveTo>
                    <a:cubicBezTo>
                      <a:pt x="3200" y="0"/>
                      <a:pt x="2112" y="457"/>
                      <a:pt x="1312" y="1257"/>
                    </a:cubicBezTo>
                    <a:lnTo>
                      <a:pt x="4457" y="4457"/>
                    </a:lnTo>
                    <a:lnTo>
                      <a:pt x="4457" y="0"/>
                    </a:lnTo>
                    <a:close/>
                    <a:moveTo>
                      <a:pt x="0" y="4457"/>
                    </a:moveTo>
                    <a:cubicBezTo>
                      <a:pt x="0" y="6917"/>
                      <a:pt x="1998" y="8860"/>
                      <a:pt x="4457" y="8860"/>
                    </a:cubicBezTo>
                    <a:lnTo>
                      <a:pt x="4457" y="44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6949850" y="2434425"/>
                <a:ext cx="332950" cy="214325"/>
              </a:xfrm>
              <a:custGeom>
                <a:rect b="b" l="l" r="r" t="t"/>
                <a:pathLst>
                  <a:path extrusionOk="0" h="8573" w="13318">
                    <a:moveTo>
                      <a:pt x="0" y="1"/>
                    </a:moveTo>
                    <a:lnTo>
                      <a:pt x="8115" y="8115"/>
                    </a:lnTo>
                    <a:lnTo>
                      <a:pt x="8631" y="8573"/>
                    </a:lnTo>
                    <a:cubicBezTo>
                      <a:pt x="9829" y="7370"/>
                      <a:pt x="11489" y="6630"/>
                      <a:pt x="13317" y="6630"/>
                    </a:cubicBezTo>
                    <a:lnTo>
                      <a:pt x="13317" y="5542"/>
                    </a:lnTo>
                    <a:lnTo>
                      <a:pt x="133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7171350" y="2687250"/>
                <a:ext cx="111450" cy="80025"/>
              </a:xfrm>
              <a:custGeom>
                <a:rect b="b" l="l" r="r" t="t"/>
                <a:pathLst>
                  <a:path extrusionOk="0" h="3201" w="4458">
                    <a:moveTo>
                      <a:pt x="1312" y="0"/>
                    </a:moveTo>
                    <a:cubicBezTo>
                      <a:pt x="512" y="860"/>
                      <a:pt x="0" y="1943"/>
                      <a:pt x="0" y="3200"/>
                    </a:cubicBezTo>
                    <a:lnTo>
                      <a:pt x="4457" y="3200"/>
                    </a:lnTo>
                    <a:lnTo>
                      <a:pt x="1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7165625" y="2600150"/>
                <a:ext cx="117175" cy="87125"/>
              </a:xfrm>
              <a:custGeom>
                <a:rect b="b" l="l" r="r" t="t"/>
                <a:pathLst>
                  <a:path extrusionOk="0" h="3485" w="4687">
                    <a:moveTo>
                      <a:pt x="4686" y="1"/>
                    </a:moveTo>
                    <a:cubicBezTo>
                      <a:pt x="2858" y="1"/>
                      <a:pt x="1198" y="741"/>
                      <a:pt x="0" y="1944"/>
                    </a:cubicBezTo>
                    <a:lnTo>
                      <a:pt x="1541" y="3484"/>
                    </a:lnTo>
                    <a:cubicBezTo>
                      <a:pt x="2341" y="2684"/>
                      <a:pt x="3429" y="2227"/>
                      <a:pt x="4686" y="2227"/>
                    </a:cubicBezTo>
                    <a:lnTo>
                      <a:pt x="468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7115575" y="2767250"/>
                <a:ext cx="167225" cy="165750"/>
              </a:xfrm>
              <a:custGeom>
                <a:rect b="b" l="l" r="r" t="t"/>
                <a:pathLst>
                  <a:path extrusionOk="0" h="6630" w="6689">
                    <a:moveTo>
                      <a:pt x="0" y="0"/>
                    </a:moveTo>
                    <a:cubicBezTo>
                      <a:pt x="0" y="3488"/>
                      <a:pt x="2743" y="6346"/>
                      <a:pt x="6172" y="6629"/>
                    </a:cubicBezTo>
                    <a:lnTo>
                      <a:pt x="6688" y="6629"/>
                    </a:lnTo>
                    <a:lnTo>
                      <a:pt x="6688" y="6574"/>
                    </a:lnTo>
                    <a:lnTo>
                      <a:pt x="6688" y="4403"/>
                    </a:lnTo>
                    <a:cubicBezTo>
                      <a:pt x="4229" y="4403"/>
                      <a:pt x="2231" y="2460"/>
                      <a:pt x="22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4"/>
              <p:cNvSpPr/>
              <p:nvPr/>
            </p:nvSpPr>
            <p:spPr>
              <a:xfrm>
                <a:off x="7115575" y="2648725"/>
                <a:ext cx="88600" cy="118550"/>
              </a:xfrm>
              <a:custGeom>
                <a:rect b="b" l="l" r="r" t="t"/>
                <a:pathLst>
                  <a:path extrusionOk="0" h="4742" w="3544">
                    <a:moveTo>
                      <a:pt x="2002" y="1"/>
                    </a:moveTo>
                    <a:cubicBezTo>
                      <a:pt x="800" y="1198"/>
                      <a:pt x="0" y="2858"/>
                      <a:pt x="0" y="4741"/>
                    </a:cubicBezTo>
                    <a:lnTo>
                      <a:pt x="2231" y="4741"/>
                    </a:lnTo>
                    <a:cubicBezTo>
                      <a:pt x="2231" y="3484"/>
                      <a:pt x="2743" y="2401"/>
                      <a:pt x="3543" y="1541"/>
                    </a:cubicBezTo>
                    <a:lnTo>
                      <a:pt x="20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7091325" y="2434425"/>
                <a:ext cx="141425" cy="141400"/>
              </a:xfrm>
              <a:custGeom>
                <a:rect b="b" l="l" r="r" t="t"/>
                <a:pathLst>
                  <a:path extrusionOk="0" h="5656" w="5657">
                    <a:moveTo>
                      <a:pt x="1" y="1"/>
                    </a:moveTo>
                    <a:lnTo>
                      <a:pt x="1" y="5656"/>
                    </a:lnTo>
                    <a:lnTo>
                      <a:pt x="56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7003239" y="2475800"/>
                <a:ext cx="71475" cy="71475"/>
              </a:xfrm>
              <a:custGeom>
                <a:rect b="b" l="l" r="r" t="t"/>
                <a:pathLst>
                  <a:path extrusionOk="0" h="2859" w="2859">
                    <a:moveTo>
                      <a:pt x="1427" y="1"/>
                    </a:moveTo>
                    <a:cubicBezTo>
                      <a:pt x="627" y="1"/>
                      <a:pt x="1" y="687"/>
                      <a:pt x="1" y="1432"/>
                    </a:cubicBezTo>
                    <a:cubicBezTo>
                      <a:pt x="1" y="2232"/>
                      <a:pt x="627" y="2858"/>
                      <a:pt x="1427" y="2858"/>
                    </a:cubicBezTo>
                    <a:cubicBezTo>
                      <a:pt x="2172" y="2858"/>
                      <a:pt x="2858" y="2232"/>
                      <a:pt x="2858" y="1432"/>
                    </a:cubicBezTo>
                    <a:cubicBezTo>
                      <a:pt x="2858" y="687"/>
                      <a:pt x="2172" y="1"/>
                      <a:pt x="14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4"/>
            <p:cNvGrpSpPr/>
            <p:nvPr/>
          </p:nvGrpSpPr>
          <p:grpSpPr>
            <a:xfrm>
              <a:off x="7127660" y="3042859"/>
              <a:ext cx="2041749" cy="3057411"/>
              <a:chOff x="6949850" y="2434425"/>
              <a:chExt cx="332950" cy="498575"/>
            </a:xfrm>
          </p:grpSpPr>
          <p:sp>
            <p:nvSpPr>
              <p:cNvPr id="334" name="Google Shape;334;p14"/>
              <p:cNvSpPr/>
              <p:nvPr/>
            </p:nvSpPr>
            <p:spPr>
              <a:xfrm>
                <a:off x="7171350" y="2655825"/>
                <a:ext cx="111450" cy="221500"/>
              </a:xfrm>
              <a:custGeom>
                <a:rect b="b" l="l" r="r" t="t"/>
                <a:pathLst>
                  <a:path extrusionOk="0" h="8860" w="4458">
                    <a:moveTo>
                      <a:pt x="4457" y="0"/>
                    </a:moveTo>
                    <a:cubicBezTo>
                      <a:pt x="3200" y="0"/>
                      <a:pt x="2112" y="457"/>
                      <a:pt x="1312" y="1257"/>
                    </a:cubicBezTo>
                    <a:lnTo>
                      <a:pt x="4457" y="4457"/>
                    </a:lnTo>
                    <a:lnTo>
                      <a:pt x="4457" y="0"/>
                    </a:lnTo>
                    <a:close/>
                    <a:moveTo>
                      <a:pt x="0" y="4457"/>
                    </a:moveTo>
                    <a:cubicBezTo>
                      <a:pt x="0" y="6917"/>
                      <a:pt x="1998" y="8860"/>
                      <a:pt x="4457" y="8860"/>
                    </a:cubicBezTo>
                    <a:lnTo>
                      <a:pt x="4457" y="4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6949850" y="2434425"/>
                <a:ext cx="332950" cy="214325"/>
              </a:xfrm>
              <a:custGeom>
                <a:rect b="b" l="l" r="r" t="t"/>
                <a:pathLst>
                  <a:path extrusionOk="0" h="8573" w="13318">
                    <a:moveTo>
                      <a:pt x="0" y="1"/>
                    </a:moveTo>
                    <a:lnTo>
                      <a:pt x="8115" y="8115"/>
                    </a:lnTo>
                    <a:lnTo>
                      <a:pt x="8631" y="8573"/>
                    </a:lnTo>
                    <a:cubicBezTo>
                      <a:pt x="9829" y="7370"/>
                      <a:pt x="11489" y="6630"/>
                      <a:pt x="13317" y="6630"/>
                    </a:cubicBezTo>
                    <a:lnTo>
                      <a:pt x="13317" y="5542"/>
                    </a:lnTo>
                    <a:lnTo>
                      <a:pt x="133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7171350" y="2687250"/>
                <a:ext cx="111450" cy="80025"/>
              </a:xfrm>
              <a:custGeom>
                <a:rect b="b" l="l" r="r" t="t"/>
                <a:pathLst>
                  <a:path extrusionOk="0" h="3201" w="4458">
                    <a:moveTo>
                      <a:pt x="1312" y="0"/>
                    </a:moveTo>
                    <a:cubicBezTo>
                      <a:pt x="512" y="860"/>
                      <a:pt x="0" y="1943"/>
                      <a:pt x="0" y="3200"/>
                    </a:cubicBezTo>
                    <a:lnTo>
                      <a:pt x="4457" y="3200"/>
                    </a:lnTo>
                    <a:lnTo>
                      <a:pt x="1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7165625" y="2600150"/>
                <a:ext cx="117175" cy="87125"/>
              </a:xfrm>
              <a:custGeom>
                <a:rect b="b" l="l" r="r" t="t"/>
                <a:pathLst>
                  <a:path extrusionOk="0" h="3485" w="4687">
                    <a:moveTo>
                      <a:pt x="4686" y="1"/>
                    </a:moveTo>
                    <a:cubicBezTo>
                      <a:pt x="2858" y="1"/>
                      <a:pt x="1198" y="741"/>
                      <a:pt x="0" y="1944"/>
                    </a:cubicBezTo>
                    <a:lnTo>
                      <a:pt x="1541" y="3484"/>
                    </a:lnTo>
                    <a:cubicBezTo>
                      <a:pt x="2341" y="2684"/>
                      <a:pt x="3429" y="2227"/>
                      <a:pt x="4686" y="2227"/>
                    </a:cubicBezTo>
                    <a:lnTo>
                      <a:pt x="46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7115575" y="2767250"/>
                <a:ext cx="167225" cy="165750"/>
              </a:xfrm>
              <a:custGeom>
                <a:rect b="b" l="l" r="r" t="t"/>
                <a:pathLst>
                  <a:path extrusionOk="0" h="6630" w="6689">
                    <a:moveTo>
                      <a:pt x="0" y="0"/>
                    </a:moveTo>
                    <a:cubicBezTo>
                      <a:pt x="0" y="3488"/>
                      <a:pt x="2743" y="6346"/>
                      <a:pt x="6172" y="6629"/>
                    </a:cubicBezTo>
                    <a:lnTo>
                      <a:pt x="6688" y="6629"/>
                    </a:lnTo>
                    <a:lnTo>
                      <a:pt x="6688" y="6574"/>
                    </a:lnTo>
                    <a:lnTo>
                      <a:pt x="6688" y="4403"/>
                    </a:lnTo>
                    <a:cubicBezTo>
                      <a:pt x="4229" y="4403"/>
                      <a:pt x="2231" y="2460"/>
                      <a:pt x="22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7115575" y="2648725"/>
                <a:ext cx="88600" cy="118550"/>
              </a:xfrm>
              <a:custGeom>
                <a:rect b="b" l="l" r="r" t="t"/>
                <a:pathLst>
                  <a:path extrusionOk="0" h="4742" w="3544">
                    <a:moveTo>
                      <a:pt x="2002" y="1"/>
                    </a:moveTo>
                    <a:cubicBezTo>
                      <a:pt x="800" y="1198"/>
                      <a:pt x="0" y="2858"/>
                      <a:pt x="0" y="4741"/>
                    </a:cubicBezTo>
                    <a:lnTo>
                      <a:pt x="2231" y="4741"/>
                    </a:lnTo>
                    <a:cubicBezTo>
                      <a:pt x="2231" y="3484"/>
                      <a:pt x="2743" y="2401"/>
                      <a:pt x="3543" y="1541"/>
                    </a:cubicBezTo>
                    <a:lnTo>
                      <a:pt x="20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7091325" y="2434425"/>
                <a:ext cx="141425" cy="141400"/>
              </a:xfrm>
              <a:custGeom>
                <a:rect b="b" l="l" r="r" t="t"/>
                <a:pathLst>
                  <a:path extrusionOk="0" h="5656" w="5657">
                    <a:moveTo>
                      <a:pt x="1" y="1"/>
                    </a:moveTo>
                    <a:lnTo>
                      <a:pt x="1" y="5656"/>
                    </a:lnTo>
                    <a:lnTo>
                      <a:pt x="565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4"/>
              <p:cNvSpPr/>
              <p:nvPr/>
            </p:nvSpPr>
            <p:spPr>
              <a:xfrm>
                <a:off x="7003239" y="2475800"/>
                <a:ext cx="71475" cy="71475"/>
              </a:xfrm>
              <a:custGeom>
                <a:rect b="b" l="l" r="r" t="t"/>
                <a:pathLst>
                  <a:path extrusionOk="0" h="2859" w="2859">
                    <a:moveTo>
                      <a:pt x="1427" y="1"/>
                    </a:moveTo>
                    <a:cubicBezTo>
                      <a:pt x="627" y="1"/>
                      <a:pt x="1" y="687"/>
                      <a:pt x="1" y="1432"/>
                    </a:cubicBezTo>
                    <a:cubicBezTo>
                      <a:pt x="1" y="2232"/>
                      <a:pt x="627" y="2858"/>
                      <a:pt x="1427" y="2858"/>
                    </a:cubicBezTo>
                    <a:cubicBezTo>
                      <a:pt x="2172" y="2858"/>
                      <a:pt x="2858" y="2232"/>
                      <a:pt x="2858" y="1432"/>
                    </a:cubicBezTo>
                    <a:cubicBezTo>
                      <a:pt x="2858" y="687"/>
                      <a:pt x="2172" y="1"/>
                      <a:pt x="14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2" name="Google Shape;342;p14"/>
          <p:cNvGrpSpPr/>
          <p:nvPr/>
        </p:nvGrpSpPr>
        <p:grpSpPr>
          <a:xfrm rot="5400000">
            <a:off x="-460141" y="2113886"/>
            <a:ext cx="1373556" cy="457628"/>
            <a:chOff x="6431750" y="279362"/>
            <a:chExt cx="1968973" cy="656003"/>
          </a:xfrm>
        </p:grpSpPr>
        <p:sp>
          <p:nvSpPr>
            <p:cNvPr id="343" name="Google Shape;343;p14"/>
            <p:cNvSpPr/>
            <p:nvPr/>
          </p:nvSpPr>
          <p:spPr>
            <a:xfrm flipH="1">
              <a:off x="7744483" y="279362"/>
              <a:ext cx="656241" cy="656003"/>
            </a:xfrm>
            <a:custGeom>
              <a:rect b="b" l="l" r="r" t="t"/>
              <a:pathLst>
                <a:path extrusionOk="0" h="2684" w="2685">
                  <a:moveTo>
                    <a:pt x="1" y="0"/>
                  </a:moveTo>
                  <a:lnTo>
                    <a:pt x="1" y="2684"/>
                  </a:lnTo>
                  <a:lnTo>
                    <a:pt x="2684" y="2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 flipH="1">
              <a:off x="7087505" y="279362"/>
              <a:ext cx="657218" cy="656003"/>
            </a:xfrm>
            <a:custGeom>
              <a:rect b="b" l="l" r="r" t="t"/>
              <a:pathLst>
                <a:path extrusionOk="0" h="2684" w="2689">
                  <a:moveTo>
                    <a:pt x="0" y="0"/>
                  </a:moveTo>
                  <a:lnTo>
                    <a:pt x="0" y="2684"/>
                  </a:lnTo>
                  <a:lnTo>
                    <a:pt x="2688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 flipH="1">
              <a:off x="6431750" y="279362"/>
              <a:ext cx="655996" cy="656003"/>
            </a:xfrm>
            <a:custGeom>
              <a:rect b="b" l="l" r="r" t="t"/>
              <a:pathLst>
                <a:path extrusionOk="0" h="2684" w="2684">
                  <a:moveTo>
                    <a:pt x="0" y="0"/>
                  </a:moveTo>
                  <a:lnTo>
                    <a:pt x="0" y="2684"/>
                  </a:lnTo>
                  <a:lnTo>
                    <a:pt x="2684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6" name="Google Shape;34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5"/>
          <p:cNvGrpSpPr/>
          <p:nvPr/>
        </p:nvGrpSpPr>
        <p:grpSpPr>
          <a:xfrm>
            <a:off x="-608010" y="-1576786"/>
            <a:ext cx="9751581" cy="6742539"/>
            <a:chOff x="-608010" y="-1576786"/>
            <a:chExt cx="9751581" cy="6742539"/>
          </a:xfrm>
        </p:grpSpPr>
        <p:grpSp>
          <p:nvGrpSpPr>
            <p:cNvPr id="349" name="Google Shape;349;p15"/>
            <p:cNvGrpSpPr/>
            <p:nvPr/>
          </p:nvGrpSpPr>
          <p:grpSpPr>
            <a:xfrm>
              <a:off x="7718335" y="-1576786"/>
              <a:ext cx="1425232" cy="2836799"/>
              <a:chOff x="8080916" y="984758"/>
              <a:chExt cx="1113898" cy="2217116"/>
            </a:xfrm>
          </p:grpSpPr>
          <p:sp>
            <p:nvSpPr>
              <p:cNvPr id="350" name="Google Shape;350;p15"/>
              <p:cNvSpPr/>
              <p:nvPr/>
            </p:nvSpPr>
            <p:spPr>
              <a:xfrm>
                <a:off x="8452324" y="1355509"/>
                <a:ext cx="742489" cy="1475615"/>
              </a:xfrm>
              <a:custGeom>
                <a:rect b="b" l="l" r="r" t="t"/>
                <a:pathLst>
                  <a:path extrusionOk="0" h="8983" w="4520">
                    <a:moveTo>
                      <a:pt x="4520" y="0"/>
                    </a:moveTo>
                    <a:cubicBezTo>
                      <a:pt x="3245" y="0"/>
                      <a:pt x="2142" y="464"/>
                      <a:pt x="1331" y="1275"/>
                    </a:cubicBezTo>
                    <a:lnTo>
                      <a:pt x="4520" y="4519"/>
                    </a:lnTo>
                    <a:lnTo>
                      <a:pt x="4520" y="0"/>
                    </a:lnTo>
                    <a:close/>
                    <a:moveTo>
                      <a:pt x="1" y="4519"/>
                    </a:moveTo>
                    <a:cubicBezTo>
                      <a:pt x="1" y="7012"/>
                      <a:pt x="2026" y="8982"/>
                      <a:pt x="4520" y="8982"/>
                    </a:cubicBezTo>
                    <a:lnTo>
                      <a:pt x="4520" y="451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5"/>
              <p:cNvSpPr/>
              <p:nvPr/>
            </p:nvSpPr>
            <p:spPr>
              <a:xfrm>
                <a:off x="8452324" y="1564786"/>
                <a:ext cx="742489" cy="533048"/>
              </a:xfrm>
              <a:custGeom>
                <a:rect b="b" l="l" r="r" t="t"/>
                <a:pathLst>
                  <a:path extrusionOk="0" h="3245" w="4520">
                    <a:moveTo>
                      <a:pt x="1331" y="1"/>
                    </a:moveTo>
                    <a:cubicBezTo>
                      <a:pt x="520" y="872"/>
                      <a:pt x="1" y="1970"/>
                      <a:pt x="1" y="3245"/>
                    </a:cubicBezTo>
                    <a:lnTo>
                      <a:pt x="4520" y="3245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5"/>
              <p:cNvSpPr/>
              <p:nvPr/>
            </p:nvSpPr>
            <p:spPr>
              <a:xfrm>
                <a:off x="8414378" y="984758"/>
                <a:ext cx="780435" cy="580193"/>
              </a:xfrm>
              <a:custGeom>
                <a:rect b="b" l="l" r="r" t="t"/>
                <a:pathLst>
                  <a:path extrusionOk="0" h="3532" w="4751">
                    <a:moveTo>
                      <a:pt x="4751" y="0"/>
                    </a:moveTo>
                    <a:cubicBezTo>
                      <a:pt x="2897" y="0"/>
                      <a:pt x="1215" y="751"/>
                      <a:pt x="0" y="1970"/>
                    </a:cubicBezTo>
                    <a:lnTo>
                      <a:pt x="1562" y="3532"/>
                    </a:lnTo>
                    <a:cubicBezTo>
                      <a:pt x="2373" y="2721"/>
                      <a:pt x="3476" y="2257"/>
                      <a:pt x="4751" y="2257"/>
                    </a:cubicBezTo>
                    <a:lnTo>
                      <a:pt x="4751" y="0"/>
                    </a:lnTo>
                    <a:close/>
                  </a:path>
                </a:pathLst>
              </a:custGeom>
              <a:solidFill>
                <a:srgbClr val="D9B6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8080916" y="2097668"/>
                <a:ext cx="1113898" cy="1104206"/>
              </a:xfrm>
              <a:custGeom>
                <a:rect b="b" l="l" r="r" t="t"/>
                <a:pathLst>
                  <a:path extrusionOk="0" h="6722" w="6781">
                    <a:moveTo>
                      <a:pt x="0" y="1"/>
                    </a:moveTo>
                    <a:cubicBezTo>
                      <a:pt x="0" y="3537"/>
                      <a:pt x="2781" y="6434"/>
                      <a:pt x="6257" y="6721"/>
                    </a:cubicBezTo>
                    <a:lnTo>
                      <a:pt x="6781" y="6721"/>
                    </a:lnTo>
                    <a:lnTo>
                      <a:pt x="6781" y="6666"/>
                    </a:lnTo>
                    <a:lnTo>
                      <a:pt x="6781" y="4464"/>
                    </a:lnTo>
                    <a:cubicBezTo>
                      <a:pt x="4287" y="4464"/>
                      <a:pt x="2262" y="2494"/>
                      <a:pt x="2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5"/>
              <p:cNvSpPr/>
              <p:nvPr/>
            </p:nvSpPr>
            <p:spPr>
              <a:xfrm>
                <a:off x="8080916" y="1308200"/>
                <a:ext cx="590213" cy="789634"/>
              </a:xfrm>
              <a:custGeom>
                <a:rect b="b" l="l" r="r" t="t"/>
                <a:pathLst>
                  <a:path extrusionOk="0" h="4807" w="3593">
                    <a:moveTo>
                      <a:pt x="2030" y="1"/>
                    </a:moveTo>
                    <a:cubicBezTo>
                      <a:pt x="811" y="1215"/>
                      <a:pt x="0" y="2897"/>
                      <a:pt x="0" y="4807"/>
                    </a:cubicBezTo>
                    <a:lnTo>
                      <a:pt x="2262" y="4807"/>
                    </a:lnTo>
                    <a:cubicBezTo>
                      <a:pt x="2262" y="3532"/>
                      <a:pt x="2781" y="2434"/>
                      <a:pt x="3592" y="1563"/>
                    </a:cubicBez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" name="Google Shape;355;p15"/>
            <p:cNvGrpSpPr/>
            <p:nvPr/>
          </p:nvGrpSpPr>
          <p:grpSpPr>
            <a:xfrm flipH="1" rot="5400000">
              <a:off x="-5068" y="-165684"/>
              <a:ext cx="1426226" cy="1425180"/>
              <a:chOff x="6062500" y="-2559918"/>
              <a:chExt cx="684928" cy="684426"/>
            </a:xfrm>
          </p:grpSpPr>
          <p:sp>
            <p:nvSpPr>
              <p:cNvPr id="356" name="Google Shape;356;p15"/>
              <p:cNvSpPr/>
              <p:nvPr/>
            </p:nvSpPr>
            <p:spPr>
              <a:xfrm>
                <a:off x="6290874" y="-2203262"/>
                <a:ext cx="456554" cy="327769"/>
              </a:xfrm>
              <a:custGeom>
                <a:rect b="b" l="l" r="r" t="t"/>
                <a:pathLst>
                  <a:path extrusionOk="0" h="3245" w="4520">
                    <a:moveTo>
                      <a:pt x="1331" y="1"/>
                    </a:moveTo>
                    <a:cubicBezTo>
                      <a:pt x="520" y="872"/>
                      <a:pt x="1" y="1970"/>
                      <a:pt x="1" y="3245"/>
                    </a:cubicBezTo>
                    <a:lnTo>
                      <a:pt x="4520" y="3245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rgbClr val="D9B6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5"/>
              <p:cNvSpPr/>
              <p:nvPr/>
            </p:nvSpPr>
            <p:spPr>
              <a:xfrm>
                <a:off x="6267542" y="-2559918"/>
                <a:ext cx="479887" cy="356758"/>
              </a:xfrm>
              <a:custGeom>
                <a:rect b="b" l="l" r="r" t="t"/>
                <a:pathLst>
                  <a:path extrusionOk="0" h="3532" w="4751">
                    <a:moveTo>
                      <a:pt x="4751" y="0"/>
                    </a:moveTo>
                    <a:cubicBezTo>
                      <a:pt x="2897" y="0"/>
                      <a:pt x="1215" y="751"/>
                      <a:pt x="0" y="1970"/>
                    </a:cubicBezTo>
                    <a:lnTo>
                      <a:pt x="1562" y="3532"/>
                    </a:lnTo>
                    <a:cubicBezTo>
                      <a:pt x="2373" y="2721"/>
                      <a:pt x="3476" y="2257"/>
                      <a:pt x="4751" y="2257"/>
                    </a:cubicBezTo>
                    <a:lnTo>
                      <a:pt x="47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6062500" y="-2361035"/>
                <a:ext cx="362920" cy="485543"/>
              </a:xfrm>
              <a:custGeom>
                <a:rect b="b" l="l" r="r" t="t"/>
                <a:pathLst>
                  <a:path extrusionOk="0" h="4807" w="3593">
                    <a:moveTo>
                      <a:pt x="2030" y="1"/>
                    </a:moveTo>
                    <a:cubicBezTo>
                      <a:pt x="811" y="1215"/>
                      <a:pt x="0" y="2897"/>
                      <a:pt x="0" y="4807"/>
                    </a:cubicBezTo>
                    <a:lnTo>
                      <a:pt x="2262" y="4807"/>
                    </a:lnTo>
                    <a:cubicBezTo>
                      <a:pt x="2262" y="3532"/>
                      <a:pt x="2781" y="2434"/>
                      <a:pt x="3592" y="1563"/>
                    </a:cubicBez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5"/>
            <p:cNvGrpSpPr/>
            <p:nvPr/>
          </p:nvGrpSpPr>
          <p:grpSpPr>
            <a:xfrm flipH="1" rot="5400000">
              <a:off x="7650282" y="3672463"/>
              <a:ext cx="1493198" cy="1493381"/>
              <a:chOff x="8228199" y="-11925"/>
              <a:chExt cx="915791" cy="915791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8228199" y="-11925"/>
                <a:ext cx="915791" cy="915791"/>
              </a:xfrm>
              <a:custGeom>
                <a:rect b="b" l="l" r="r" t="t"/>
                <a:pathLst>
                  <a:path extrusionOk="0" h="5734" w="5734">
                    <a:moveTo>
                      <a:pt x="1" y="1"/>
                    </a:moveTo>
                    <a:lnTo>
                      <a:pt x="1" y="5734"/>
                    </a:lnTo>
                    <a:lnTo>
                      <a:pt x="57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8413305" y="205249"/>
                <a:ext cx="462847" cy="462847"/>
              </a:xfrm>
              <a:custGeom>
                <a:rect b="b" l="l" r="r" t="t"/>
                <a:pathLst>
                  <a:path extrusionOk="0" h="2898" w="2898">
                    <a:moveTo>
                      <a:pt x="1446" y="0"/>
                    </a:moveTo>
                    <a:cubicBezTo>
                      <a:pt x="635" y="0"/>
                      <a:pt x="0" y="696"/>
                      <a:pt x="0" y="1451"/>
                    </a:cubicBezTo>
                    <a:cubicBezTo>
                      <a:pt x="0" y="2262"/>
                      <a:pt x="635" y="2897"/>
                      <a:pt x="1446" y="2897"/>
                    </a:cubicBezTo>
                    <a:cubicBezTo>
                      <a:pt x="2202" y="2897"/>
                      <a:pt x="2897" y="2262"/>
                      <a:pt x="2897" y="1451"/>
                    </a:cubicBezTo>
                    <a:cubicBezTo>
                      <a:pt x="2897" y="696"/>
                      <a:pt x="2202" y="0"/>
                      <a:pt x="14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5"/>
            <p:cNvGrpSpPr/>
            <p:nvPr/>
          </p:nvGrpSpPr>
          <p:grpSpPr>
            <a:xfrm flipH="1">
              <a:off x="3548316" y="-5176"/>
              <a:ext cx="2047620" cy="865502"/>
              <a:chOff x="3834318" y="-10041"/>
              <a:chExt cx="1846366" cy="780435"/>
            </a:xfrm>
          </p:grpSpPr>
          <p:sp>
            <p:nvSpPr>
              <p:cNvPr id="363" name="Google Shape;363;p15"/>
              <p:cNvSpPr/>
              <p:nvPr/>
            </p:nvSpPr>
            <p:spPr>
              <a:xfrm flipH="1" rot="5400000">
                <a:off x="4200881" y="-376604"/>
                <a:ext cx="742489" cy="1475615"/>
              </a:xfrm>
              <a:custGeom>
                <a:rect b="b" l="l" r="r" t="t"/>
                <a:pathLst>
                  <a:path extrusionOk="0" h="8983" w="4520">
                    <a:moveTo>
                      <a:pt x="4520" y="0"/>
                    </a:moveTo>
                    <a:cubicBezTo>
                      <a:pt x="3245" y="0"/>
                      <a:pt x="2142" y="464"/>
                      <a:pt x="1331" y="1275"/>
                    </a:cubicBezTo>
                    <a:lnTo>
                      <a:pt x="4520" y="4519"/>
                    </a:lnTo>
                    <a:lnTo>
                      <a:pt x="4520" y="0"/>
                    </a:lnTo>
                    <a:close/>
                    <a:moveTo>
                      <a:pt x="1" y="4519"/>
                    </a:moveTo>
                    <a:cubicBezTo>
                      <a:pt x="1" y="7012"/>
                      <a:pt x="2026" y="8982"/>
                      <a:pt x="4520" y="8982"/>
                    </a:cubicBezTo>
                    <a:lnTo>
                      <a:pt x="4520" y="45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 flipH="1" rot="5400000">
                <a:off x="4462888" y="94680"/>
                <a:ext cx="742489" cy="533048"/>
              </a:xfrm>
              <a:custGeom>
                <a:rect b="b" l="l" r="r" t="t"/>
                <a:pathLst>
                  <a:path extrusionOk="0" h="3245" w="4520">
                    <a:moveTo>
                      <a:pt x="1331" y="1"/>
                    </a:moveTo>
                    <a:cubicBezTo>
                      <a:pt x="520" y="872"/>
                      <a:pt x="1" y="1970"/>
                      <a:pt x="1" y="3245"/>
                    </a:cubicBezTo>
                    <a:lnTo>
                      <a:pt x="4520" y="3245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 flipH="1" rot="5400000">
                <a:off x="5000370" y="90080"/>
                <a:ext cx="780435" cy="580193"/>
              </a:xfrm>
              <a:custGeom>
                <a:rect b="b" l="l" r="r" t="t"/>
                <a:pathLst>
                  <a:path extrusionOk="0" h="3532" w="4751">
                    <a:moveTo>
                      <a:pt x="4751" y="0"/>
                    </a:moveTo>
                    <a:cubicBezTo>
                      <a:pt x="2897" y="0"/>
                      <a:pt x="1215" y="751"/>
                      <a:pt x="0" y="1970"/>
                    </a:cubicBezTo>
                    <a:lnTo>
                      <a:pt x="1562" y="3532"/>
                    </a:lnTo>
                    <a:cubicBezTo>
                      <a:pt x="2373" y="2721"/>
                      <a:pt x="3476" y="2257"/>
                      <a:pt x="4751" y="2257"/>
                    </a:cubicBezTo>
                    <a:lnTo>
                      <a:pt x="47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15"/>
            <p:cNvGrpSpPr/>
            <p:nvPr/>
          </p:nvGrpSpPr>
          <p:grpSpPr>
            <a:xfrm rot="5400000">
              <a:off x="-221462" y="3499043"/>
              <a:ext cx="593842" cy="197851"/>
              <a:chOff x="5977976" y="1238193"/>
              <a:chExt cx="1968973" cy="656003"/>
            </a:xfrm>
          </p:grpSpPr>
          <p:sp>
            <p:nvSpPr>
              <p:cNvPr id="367" name="Google Shape;367;p15"/>
              <p:cNvSpPr/>
              <p:nvPr/>
            </p:nvSpPr>
            <p:spPr>
              <a:xfrm flipH="1">
                <a:off x="7290709" y="1238193"/>
                <a:ext cx="656241" cy="656003"/>
              </a:xfrm>
              <a:custGeom>
                <a:rect b="b" l="l" r="r" t="t"/>
                <a:pathLst>
                  <a:path extrusionOk="0" h="2684" w="2685">
                    <a:moveTo>
                      <a:pt x="1" y="0"/>
                    </a:moveTo>
                    <a:lnTo>
                      <a:pt x="1" y="2684"/>
                    </a:lnTo>
                    <a:lnTo>
                      <a:pt x="2684" y="26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 flipH="1">
                <a:off x="6633731" y="1238193"/>
                <a:ext cx="657218" cy="656003"/>
              </a:xfrm>
              <a:custGeom>
                <a:rect b="b" l="l" r="r" t="t"/>
                <a:pathLst>
                  <a:path extrusionOk="0" h="2684" w="2689">
                    <a:moveTo>
                      <a:pt x="0" y="0"/>
                    </a:moveTo>
                    <a:lnTo>
                      <a:pt x="0" y="2684"/>
                    </a:lnTo>
                    <a:lnTo>
                      <a:pt x="2688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 flipH="1">
                <a:off x="5977976" y="1238193"/>
                <a:ext cx="655996" cy="656003"/>
              </a:xfrm>
              <a:custGeom>
                <a:rect b="b" l="l" r="r" t="t"/>
                <a:pathLst>
                  <a:path extrusionOk="0" h="2684" w="2684">
                    <a:moveTo>
                      <a:pt x="0" y="0"/>
                    </a:moveTo>
                    <a:lnTo>
                      <a:pt x="0" y="2684"/>
                    </a:lnTo>
                    <a:lnTo>
                      <a:pt x="2684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0" name="Google Shape;370;p15"/>
            <p:cNvGrpSpPr/>
            <p:nvPr/>
          </p:nvGrpSpPr>
          <p:grpSpPr>
            <a:xfrm>
              <a:off x="5336518" y="4919538"/>
              <a:ext cx="738956" cy="246198"/>
              <a:chOff x="5977976" y="1238193"/>
              <a:chExt cx="1968973" cy="656003"/>
            </a:xfrm>
          </p:grpSpPr>
          <p:sp>
            <p:nvSpPr>
              <p:cNvPr id="371" name="Google Shape;371;p15"/>
              <p:cNvSpPr/>
              <p:nvPr/>
            </p:nvSpPr>
            <p:spPr>
              <a:xfrm flipH="1">
                <a:off x="7290709" y="1238193"/>
                <a:ext cx="656241" cy="656003"/>
              </a:xfrm>
              <a:custGeom>
                <a:rect b="b" l="l" r="r" t="t"/>
                <a:pathLst>
                  <a:path extrusionOk="0" h="2684" w="2685">
                    <a:moveTo>
                      <a:pt x="1" y="0"/>
                    </a:moveTo>
                    <a:lnTo>
                      <a:pt x="1" y="2684"/>
                    </a:lnTo>
                    <a:lnTo>
                      <a:pt x="2684" y="26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5"/>
              <p:cNvSpPr/>
              <p:nvPr/>
            </p:nvSpPr>
            <p:spPr>
              <a:xfrm flipH="1">
                <a:off x="6633731" y="1238193"/>
                <a:ext cx="657218" cy="656003"/>
              </a:xfrm>
              <a:custGeom>
                <a:rect b="b" l="l" r="r" t="t"/>
                <a:pathLst>
                  <a:path extrusionOk="0" h="2684" w="2689">
                    <a:moveTo>
                      <a:pt x="0" y="0"/>
                    </a:moveTo>
                    <a:lnTo>
                      <a:pt x="0" y="2684"/>
                    </a:lnTo>
                    <a:lnTo>
                      <a:pt x="2688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5"/>
              <p:cNvSpPr/>
              <p:nvPr/>
            </p:nvSpPr>
            <p:spPr>
              <a:xfrm flipH="1">
                <a:off x="5977976" y="1238193"/>
                <a:ext cx="655996" cy="656003"/>
              </a:xfrm>
              <a:custGeom>
                <a:rect b="b" l="l" r="r" t="t"/>
                <a:pathLst>
                  <a:path extrusionOk="0" h="2684" w="2684">
                    <a:moveTo>
                      <a:pt x="0" y="0"/>
                    </a:moveTo>
                    <a:lnTo>
                      <a:pt x="0" y="2684"/>
                    </a:lnTo>
                    <a:lnTo>
                      <a:pt x="2684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15"/>
            <p:cNvGrpSpPr/>
            <p:nvPr/>
          </p:nvGrpSpPr>
          <p:grpSpPr>
            <a:xfrm rot="5400000">
              <a:off x="-314796" y="4278527"/>
              <a:ext cx="593917" cy="1180344"/>
              <a:chOff x="8452324" y="1355509"/>
              <a:chExt cx="742489" cy="1475615"/>
            </a:xfrm>
          </p:grpSpPr>
          <p:sp>
            <p:nvSpPr>
              <p:cNvPr id="375" name="Google Shape;375;p15"/>
              <p:cNvSpPr/>
              <p:nvPr/>
            </p:nvSpPr>
            <p:spPr>
              <a:xfrm>
                <a:off x="8452324" y="1355509"/>
                <a:ext cx="742489" cy="1475615"/>
              </a:xfrm>
              <a:custGeom>
                <a:rect b="b" l="l" r="r" t="t"/>
                <a:pathLst>
                  <a:path extrusionOk="0" h="8983" w="4520">
                    <a:moveTo>
                      <a:pt x="4520" y="0"/>
                    </a:moveTo>
                    <a:cubicBezTo>
                      <a:pt x="3245" y="0"/>
                      <a:pt x="2142" y="464"/>
                      <a:pt x="1331" y="1275"/>
                    </a:cubicBezTo>
                    <a:lnTo>
                      <a:pt x="4520" y="4519"/>
                    </a:lnTo>
                    <a:lnTo>
                      <a:pt x="4520" y="0"/>
                    </a:lnTo>
                    <a:close/>
                    <a:moveTo>
                      <a:pt x="1" y="4519"/>
                    </a:moveTo>
                    <a:cubicBezTo>
                      <a:pt x="1" y="7012"/>
                      <a:pt x="2026" y="8982"/>
                      <a:pt x="4520" y="8982"/>
                    </a:cubicBezTo>
                    <a:lnTo>
                      <a:pt x="4520" y="451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>
                <a:off x="8452324" y="1564786"/>
                <a:ext cx="742489" cy="533048"/>
              </a:xfrm>
              <a:custGeom>
                <a:rect b="b" l="l" r="r" t="t"/>
                <a:pathLst>
                  <a:path extrusionOk="0" h="3245" w="4520">
                    <a:moveTo>
                      <a:pt x="1331" y="1"/>
                    </a:moveTo>
                    <a:cubicBezTo>
                      <a:pt x="520" y="872"/>
                      <a:pt x="1" y="1970"/>
                      <a:pt x="1" y="3245"/>
                    </a:cubicBezTo>
                    <a:lnTo>
                      <a:pt x="4520" y="3245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7" name="Google Shape;377;p15"/>
            <p:cNvSpPr/>
            <p:nvPr/>
          </p:nvSpPr>
          <p:spPr>
            <a:xfrm rot="10800000">
              <a:off x="6856274" y="397770"/>
              <a:ext cx="298291" cy="298291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15"/>
          <p:cNvSpPr txBox="1"/>
          <p:nvPr>
            <p:ph type="title"/>
          </p:nvPr>
        </p:nvSpPr>
        <p:spPr>
          <a:xfrm>
            <a:off x="600901" y="1342850"/>
            <a:ext cx="38370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9" name="Google Shape;379;p15"/>
          <p:cNvSpPr txBox="1"/>
          <p:nvPr>
            <p:ph idx="1" type="subTitle"/>
          </p:nvPr>
        </p:nvSpPr>
        <p:spPr>
          <a:xfrm>
            <a:off x="600901" y="2815675"/>
            <a:ext cx="383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380" name="Google Shape;38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"/>
          <p:cNvSpPr/>
          <p:nvPr/>
        </p:nvSpPr>
        <p:spPr>
          <a:xfrm rot="5400000">
            <a:off x="-58382" y="-30335"/>
            <a:ext cx="417679" cy="417594"/>
          </a:xfrm>
          <a:custGeom>
            <a:rect b="b" l="l" r="r" t="t"/>
            <a:pathLst>
              <a:path extrusionOk="0" h="2123" w="2123">
                <a:moveTo>
                  <a:pt x="1" y="1"/>
                </a:moveTo>
                <a:lnTo>
                  <a:pt x="1" y="2123"/>
                </a:lnTo>
                <a:lnTo>
                  <a:pt x="2123" y="2123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 rot="5400000">
            <a:off x="-58382" y="387145"/>
            <a:ext cx="417679" cy="417594"/>
          </a:xfrm>
          <a:custGeom>
            <a:rect b="b" l="l" r="r" t="t"/>
            <a:pathLst>
              <a:path extrusionOk="0" h="2123" w="2123">
                <a:moveTo>
                  <a:pt x="1" y="1"/>
                </a:moveTo>
                <a:lnTo>
                  <a:pt x="1" y="2123"/>
                </a:lnTo>
                <a:lnTo>
                  <a:pt x="2122" y="2123"/>
                </a:lnTo>
                <a:lnTo>
                  <a:pt x="1" y="1"/>
                </a:lnTo>
                <a:close/>
              </a:path>
            </a:pathLst>
          </a:custGeom>
          <a:solidFill>
            <a:srgbClr val="449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 rot="5400000">
            <a:off x="-58382" y="804625"/>
            <a:ext cx="417679" cy="417594"/>
          </a:xfrm>
          <a:custGeom>
            <a:rect b="b" l="l" r="r" t="t"/>
            <a:pathLst>
              <a:path extrusionOk="0" h="2123" w="2123">
                <a:moveTo>
                  <a:pt x="0" y="1"/>
                </a:moveTo>
                <a:lnTo>
                  <a:pt x="0" y="2123"/>
                </a:lnTo>
                <a:lnTo>
                  <a:pt x="2122" y="2123"/>
                </a:lnTo>
                <a:lnTo>
                  <a:pt x="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16"/>
          <p:cNvGrpSpPr/>
          <p:nvPr/>
        </p:nvGrpSpPr>
        <p:grpSpPr>
          <a:xfrm rot="10800000">
            <a:off x="7719115" y="-555280"/>
            <a:ext cx="1426114" cy="1385371"/>
            <a:chOff x="-2396575" y="-2067999"/>
            <a:chExt cx="1244645" cy="1209086"/>
          </a:xfrm>
        </p:grpSpPr>
        <p:sp>
          <p:nvSpPr>
            <p:cNvPr id="386" name="Google Shape;386;p16"/>
            <p:cNvSpPr/>
            <p:nvPr/>
          </p:nvSpPr>
          <p:spPr>
            <a:xfrm>
              <a:off x="-2183150" y="-1925764"/>
              <a:ext cx="1031220" cy="1066851"/>
            </a:xfrm>
            <a:custGeom>
              <a:rect b="b" l="l" r="r" t="t"/>
              <a:pathLst>
                <a:path extrusionOk="0" h="6953" w="6721">
                  <a:moveTo>
                    <a:pt x="3244" y="1"/>
                  </a:moveTo>
                  <a:cubicBezTo>
                    <a:pt x="2202" y="1"/>
                    <a:pt x="1335" y="464"/>
                    <a:pt x="695" y="1159"/>
                  </a:cubicBezTo>
                  <a:lnTo>
                    <a:pt x="4232" y="4751"/>
                  </a:lnTo>
                  <a:lnTo>
                    <a:pt x="0" y="4751"/>
                  </a:lnTo>
                  <a:cubicBezTo>
                    <a:pt x="524" y="6026"/>
                    <a:pt x="1798" y="6953"/>
                    <a:pt x="3244" y="6953"/>
                  </a:cubicBezTo>
                  <a:cubicBezTo>
                    <a:pt x="5159" y="6953"/>
                    <a:pt x="6721" y="5386"/>
                    <a:pt x="6721" y="3477"/>
                  </a:cubicBezTo>
                  <a:cubicBezTo>
                    <a:pt x="6721" y="1563"/>
                    <a:pt x="5159" y="1"/>
                    <a:pt x="3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-2396575" y="-2067999"/>
              <a:ext cx="320214" cy="87137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-2218746" y="-1747931"/>
              <a:ext cx="684923" cy="551301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6"/>
          <p:cNvGrpSpPr/>
          <p:nvPr/>
        </p:nvGrpSpPr>
        <p:grpSpPr>
          <a:xfrm rot="-5400000">
            <a:off x="-19493" y="3672463"/>
            <a:ext cx="1493198" cy="1493381"/>
            <a:chOff x="8228199" y="-11925"/>
            <a:chExt cx="915791" cy="915791"/>
          </a:xfrm>
        </p:grpSpPr>
        <p:sp>
          <p:nvSpPr>
            <p:cNvPr id="390" name="Google Shape;390;p16"/>
            <p:cNvSpPr/>
            <p:nvPr/>
          </p:nvSpPr>
          <p:spPr>
            <a:xfrm>
              <a:off x="8228199" y="-11925"/>
              <a:ext cx="915791" cy="915791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8413305" y="256071"/>
              <a:ext cx="462847" cy="462847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16"/>
          <p:cNvGrpSpPr/>
          <p:nvPr/>
        </p:nvGrpSpPr>
        <p:grpSpPr>
          <a:xfrm flipH="1">
            <a:off x="6971108" y="3617910"/>
            <a:ext cx="2198292" cy="2135609"/>
            <a:chOff x="0" y="4282001"/>
            <a:chExt cx="1244645" cy="1209086"/>
          </a:xfrm>
        </p:grpSpPr>
        <p:sp>
          <p:nvSpPr>
            <p:cNvPr id="393" name="Google Shape;393;p16"/>
            <p:cNvSpPr/>
            <p:nvPr/>
          </p:nvSpPr>
          <p:spPr>
            <a:xfrm>
              <a:off x="213425" y="4424236"/>
              <a:ext cx="1031220" cy="1066851"/>
            </a:xfrm>
            <a:custGeom>
              <a:rect b="b" l="l" r="r" t="t"/>
              <a:pathLst>
                <a:path extrusionOk="0" h="6953" w="6721">
                  <a:moveTo>
                    <a:pt x="3244" y="1"/>
                  </a:moveTo>
                  <a:cubicBezTo>
                    <a:pt x="2202" y="1"/>
                    <a:pt x="1335" y="464"/>
                    <a:pt x="695" y="1159"/>
                  </a:cubicBezTo>
                  <a:lnTo>
                    <a:pt x="4232" y="4751"/>
                  </a:lnTo>
                  <a:lnTo>
                    <a:pt x="0" y="4751"/>
                  </a:lnTo>
                  <a:cubicBezTo>
                    <a:pt x="524" y="6026"/>
                    <a:pt x="1798" y="6953"/>
                    <a:pt x="3244" y="6953"/>
                  </a:cubicBezTo>
                  <a:cubicBezTo>
                    <a:pt x="5159" y="6953"/>
                    <a:pt x="6721" y="5386"/>
                    <a:pt x="6721" y="3477"/>
                  </a:cubicBezTo>
                  <a:cubicBezTo>
                    <a:pt x="6721" y="1563"/>
                    <a:pt x="5159" y="1"/>
                    <a:pt x="3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0" y="4282001"/>
              <a:ext cx="320214" cy="87137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177829" y="4602069"/>
              <a:ext cx="684923" cy="551301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16"/>
          <p:cNvSpPr txBox="1"/>
          <p:nvPr>
            <p:ph idx="1" type="subTitle"/>
          </p:nvPr>
        </p:nvSpPr>
        <p:spPr>
          <a:xfrm>
            <a:off x="1719167" y="3055066"/>
            <a:ext cx="2567700" cy="10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7" name="Google Shape;397;p16"/>
          <p:cNvSpPr txBox="1"/>
          <p:nvPr>
            <p:ph idx="2" type="subTitle"/>
          </p:nvPr>
        </p:nvSpPr>
        <p:spPr>
          <a:xfrm>
            <a:off x="4898263" y="3055066"/>
            <a:ext cx="2567700" cy="10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8" name="Google Shape;398;p16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2193167" y="2665500"/>
            <a:ext cx="16197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5372263" y="2665500"/>
            <a:ext cx="16197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01" name="Google Shape;40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_3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7"/>
          <p:cNvGrpSpPr/>
          <p:nvPr/>
        </p:nvGrpSpPr>
        <p:grpSpPr>
          <a:xfrm>
            <a:off x="-52621" y="-81787"/>
            <a:ext cx="9228591" cy="5237445"/>
            <a:chOff x="-52621" y="-81787"/>
            <a:chExt cx="9228591" cy="5237445"/>
          </a:xfrm>
        </p:grpSpPr>
        <p:grpSp>
          <p:nvGrpSpPr>
            <p:cNvPr id="404" name="Google Shape;404;p17"/>
            <p:cNvGrpSpPr/>
            <p:nvPr/>
          </p:nvGrpSpPr>
          <p:grpSpPr>
            <a:xfrm>
              <a:off x="8280678" y="4857373"/>
              <a:ext cx="895292" cy="298285"/>
              <a:chOff x="5977976" y="1238193"/>
              <a:chExt cx="1968973" cy="656003"/>
            </a:xfrm>
          </p:grpSpPr>
          <p:sp>
            <p:nvSpPr>
              <p:cNvPr id="405" name="Google Shape;405;p17"/>
              <p:cNvSpPr/>
              <p:nvPr/>
            </p:nvSpPr>
            <p:spPr>
              <a:xfrm flipH="1">
                <a:off x="7290709" y="1238193"/>
                <a:ext cx="656241" cy="656003"/>
              </a:xfrm>
              <a:custGeom>
                <a:rect b="b" l="l" r="r" t="t"/>
                <a:pathLst>
                  <a:path extrusionOk="0" h="2684" w="2685">
                    <a:moveTo>
                      <a:pt x="1" y="0"/>
                    </a:moveTo>
                    <a:lnTo>
                      <a:pt x="1" y="2684"/>
                    </a:lnTo>
                    <a:lnTo>
                      <a:pt x="2684" y="26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 flipH="1">
                <a:off x="6633731" y="1238193"/>
                <a:ext cx="657218" cy="656003"/>
              </a:xfrm>
              <a:custGeom>
                <a:rect b="b" l="l" r="r" t="t"/>
                <a:pathLst>
                  <a:path extrusionOk="0" h="2684" w="2689">
                    <a:moveTo>
                      <a:pt x="0" y="0"/>
                    </a:moveTo>
                    <a:lnTo>
                      <a:pt x="0" y="2684"/>
                    </a:lnTo>
                    <a:lnTo>
                      <a:pt x="2688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7"/>
              <p:cNvSpPr/>
              <p:nvPr/>
            </p:nvSpPr>
            <p:spPr>
              <a:xfrm flipH="1">
                <a:off x="5977976" y="1238193"/>
                <a:ext cx="655996" cy="656003"/>
              </a:xfrm>
              <a:custGeom>
                <a:rect b="b" l="l" r="r" t="t"/>
                <a:pathLst>
                  <a:path extrusionOk="0" h="2684" w="2684">
                    <a:moveTo>
                      <a:pt x="0" y="0"/>
                    </a:moveTo>
                    <a:lnTo>
                      <a:pt x="0" y="2684"/>
                    </a:lnTo>
                    <a:lnTo>
                      <a:pt x="2684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8" name="Google Shape;408;p17"/>
            <p:cNvGrpSpPr/>
            <p:nvPr/>
          </p:nvGrpSpPr>
          <p:grpSpPr>
            <a:xfrm rot="10800000">
              <a:off x="-52621" y="-3660"/>
              <a:ext cx="1548007" cy="515684"/>
              <a:chOff x="5977976" y="1238193"/>
              <a:chExt cx="1968973" cy="656003"/>
            </a:xfrm>
          </p:grpSpPr>
          <p:sp>
            <p:nvSpPr>
              <p:cNvPr id="409" name="Google Shape;409;p17"/>
              <p:cNvSpPr/>
              <p:nvPr/>
            </p:nvSpPr>
            <p:spPr>
              <a:xfrm flipH="1">
                <a:off x="7290709" y="1238193"/>
                <a:ext cx="656241" cy="656003"/>
              </a:xfrm>
              <a:custGeom>
                <a:rect b="b" l="l" r="r" t="t"/>
                <a:pathLst>
                  <a:path extrusionOk="0" h="2684" w="2685">
                    <a:moveTo>
                      <a:pt x="1" y="0"/>
                    </a:moveTo>
                    <a:lnTo>
                      <a:pt x="1" y="2684"/>
                    </a:lnTo>
                    <a:lnTo>
                      <a:pt x="2684" y="26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7"/>
              <p:cNvSpPr/>
              <p:nvPr/>
            </p:nvSpPr>
            <p:spPr>
              <a:xfrm flipH="1">
                <a:off x="6633731" y="1238193"/>
                <a:ext cx="657218" cy="656003"/>
              </a:xfrm>
              <a:custGeom>
                <a:rect b="b" l="l" r="r" t="t"/>
                <a:pathLst>
                  <a:path extrusionOk="0" h="2684" w="2689">
                    <a:moveTo>
                      <a:pt x="0" y="0"/>
                    </a:moveTo>
                    <a:lnTo>
                      <a:pt x="0" y="2684"/>
                    </a:lnTo>
                    <a:lnTo>
                      <a:pt x="2688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7"/>
              <p:cNvSpPr/>
              <p:nvPr/>
            </p:nvSpPr>
            <p:spPr>
              <a:xfrm flipH="1">
                <a:off x="5977976" y="1238193"/>
                <a:ext cx="655996" cy="656003"/>
              </a:xfrm>
              <a:custGeom>
                <a:rect b="b" l="l" r="r" t="t"/>
                <a:pathLst>
                  <a:path extrusionOk="0" h="2684" w="2684">
                    <a:moveTo>
                      <a:pt x="0" y="0"/>
                    </a:moveTo>
                    <a:lnTo>
                      <a:pt x="0" y="2684"/>
                    </a:lnTo>
                    <a:lnTo>
                      <a:pt x="2684" y="2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" name="Google Shape;412;p17"/>
            <p:cNvGrpSpPr/>
            <p:nvPr/>
          </p:nvGrpSpPr>
          <p:grpSpPr>
            <a:xfrm rot="-5400000">
              <a:off x="8026178" y="-458174"/>
              <a:ext cx="762388" cy="1515161"/>
              <a:chOff x="8452324" y="1355509"/>
              <a:chExt cx="742489" cy="1475615"/>
            </a:xfrm>
          </p:grpSpPr>
          <p:sp>
            <p:nvSpPr>
              <p:cNvPr id="413" name="Google Shape;413;p17"/>
              <p:cNvSpPr/>
              <p:nvPr/>
            </p:nvSpPr>
            <p:spPr>
              <a:xfrm>
                <a:off x="8452324" y="1355509"/>
                <a:ext cx="742489" cy="1475615"/>
              </a:xfrm>
              <a:custGeom>
                <a:rect b="b" l="l" r="r" t="t"/>
                <a:pathLst>
                  <a:path extrusionOk="0" h="8983" w="4520">
                    <a:moveTo>
                      <a:pt x="4520" y="0"/>
                    </a:moveTo>
                    <a:cubicBezTo>
                      <a:pt x="3245" y="0"/>
                      <a:pt x="2142" y="464"/>
                      <a:pt x="1331" y="1275"/>
                    </a:cubicBezTo>
                    <a:lnTo>
                      <a:pt x="4520" y="4519"/>
                    </a:lnTo>
                    <a:lnTo>
                      <a:pt x="4520" y="0"/>
                    </a:lnTo>
                    <a:close/>
                    <a:moveTo>
                      <a:pt x="1" y="4519"/>
                    </a:moveTo>
                    <a:cubicBezTo>
                      <a:pt x="1" y="7012"/>
                      <a:pt x="2026" y="8982"/>
                      <a:pt x="4520" y="8982"/>
                    </a:cubicBezTo>
                    <a:lnTo>
                      <a:pt x="4520" y="451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7"/>
              <p:cNvSpPr/>
              <p:nvPr/>
            </p:nvSpPr>
            <p:spPr>
              <a:xfrm>
                <a:off x="8452324" y="1564786"/>
                <a:ext cx="742489" cy="533048"/>
              </a:xfrm>
              <a:custGeom>
                <a:rect b="b" l="l" r="r" t="t"/>
                <a:pathLst>
                  <a:path extrusionOk="0" h="3245" w="4520">
                    <a:moveTo>
                      <a:pt x="1331" y="1"/>
                    </a:moveTo>
                    <a:cubicBezTo>
                      <a:pt x="520" y="872"/>
                      <a:pt x="1" y="1970"/>
                      <a:pt x="1" y="3245"/>
                    </a:cubicBezTo>
                    <a:lnTo>
                      <a:pt x="4520" y="3245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5" name="Google Shape;415;p17"/>
          <p:cNvSpPr txBox="1"/>
          <p:nvPr>
            <p:ph idx="1" type="subTitle"/>
          </p:nvPr>
        </p:nvSpPr>
        <p:spPr>
          <a:xfrm>
            <a:off x="1985525" y="2531425"/>
            <a:ext cx="16197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16" name="Google Shape;416;p17"/>
          <p:cNvSpPr txBox="1"/>
          <p:nvPr>
            <p:ph idx="2" type="subTitle"/>
          </p:nvPr>
        </p:nvSpPr>
        <p:spPr>
          <a:xfrm>
            <a:off x="1985525" y="2894533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17" name="Google Shape;417;p17"/>
          <p:cNvSpPr txBox="1"/>
          <p:nvPr>
            <p:ph idx="3" type="subTitle"/>
          </p:nvPr>
        </p:nvSpPr>
        <p:spPr>
          <a:xfrm>
            <a:off x="1985525" y="3711225"/>
            <a:ext cx="16161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18" name="Google Shape;418;p17"/>
          <p:cNvSpPr txBox="1"/>
          <p:nvPr>
            <p:ph idx="4" type="subTitle"/>
          </p:nvPr>
        </p:nvSpPr>
        <p:spPr>
          <a:xfrm>
            <a:off x="1985525" y="4071900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19" name="Google Shape;419;p17"/>
          <p:cNvSpPr txBox="1"/>
          <p:nvPr>
            <p:ph idx="5" type="subTitle"/>
          </p:nvPr>
        </p:nvSpPr>
        <p:spPr>
          <a:xfrm>
            <a:off x="6036275" y="3711225"/>
            <a:ext cx="16161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20" name="Google Shape;420;p17"/>
          <p:cNvSpPr txBox="1"/>
          <p:nvPr>
            <p:ph idx="6" type="subTitle"/>
          </p:nvPr>
        </p:nvSpPr>
        <p:spPr>
          <a:xfrm>
            <a:off x="6036275" y="4071900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21" name="Google Shape;421;p17"/>
          <p:cNvSpPr txBox="1"/>
          <p:nvPr>
            <p:ph idx="7" type="subTitle"/>
          </p:nvPr>
        </p:nvSpPr>
        <p:spPr>
          <a:xfrm>
            <a:off x="6036275" y="1351625"/>
            <a:ext cx="16161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22" name="Google Shape;422;p17"/>
          <p:cNvSpPr txBox="1"/>
          <p:nvPr>
            <p:ph idx="8" type="subTitle"/>
          </p:nvPr>
        </p:nvSpPr>
        <p:spPr>
          <a:xfrm>
            <a:off x="6036275" y="1717167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23" name="Google Shape;423;p17"/>
          <p:cNvSpPr txBox="1"/>
          <p:nvPr>
            <p:ph idx="9" type="subTitle"/>
          </p:nvPr>
        </p:nvSpPr>
        <p:spPr>
          <a:xfrm>
            <a:off x="6036275" y="2531425"/>
            <a:ext cx="16161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24" name="Google Shape;424;p17"/>
          <p:cNvSpPr txBox="1"/>
          <p:nvPr>
            <p:ph idx="13" type="subTitle"/>
          </p:nvPr>
        </p:nvSpPr>
        <p:spPr>
          <a:xfrm>
            <a:off x="6036275" y="2894533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25" name="Google Shape;425;p17"/>
          <p:cNvSpPr txBox="1"/>
          <p:nvPr>
            <p:ph idx="14" type="subTitle"/>
          </p:nvPr>
        </p:nvSpPr>
        <p:spPr>
          <a:xfrm>
            <a:off x="1985525" y="1351625"/>
            <a:ext cx="16197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Darker Grotesque Black"/>
              <a:buNone/>
              <a:defRPr sz="2400"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26" name="Google Shape;426;p17"/>
          <p:cNvSpPr txBox="1"/>
          <p:nvPr>
            <p:ph idx="15" type="subTitle"/>
          </p:nvPr>
        </p:nvSpPr>
        <p:spPr>
          <a:xfrm>
            <a:off x="1985525" y="1717167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27" name="Google Shape;427;p17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8" name="Google Shape;42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31" name="Google Shape;431;p18"/>
          <p:cNvGrpSpPr/>
          <p:nvPr/>
        </p:nvGrpSpPr>
        <p:grpSpPr>
          <a:xfrm flipH="1" rot="5400000">
            <a:off x="332440" y="-372434"/>
            <a:ext cx="732740" cy="1458452"/>
            <a:chOff x="6062500" y="-2559918"/>
            <a:chExt cx="684932" cy="1363294"/>
          </a:xfrm>
        </p:grpSpPr>
        <p:sp>
          <p:nvSpPr>
            <p:cNvPr id="432" name="Google Shape;432;p18"/>
            <p:cNvSpPr/>
            <p:nvPr/>
          </p:nvSpPr>
          <p:spPr>
            <a:xfrm>
              <a:off x="6290874" y="-2203262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6267542" y="-2559918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6062500" y="-1875596"/>
              <a:ext cx="684932" cy="678972"/>
            </a:xfrm>
            <a:custGeom>
              <a:rect b="b" l="l" r="r" t="t"/>
              <a:pathLst>
                <a:path extrusionOk="0" h="6722" w="6781">
                  <a:moveTo>
                    <a:pt x="0" y="1"/>
                  </a:moveTo>
                  <a:cubicBezTo>
                    <a:pt x="0" y="3537"/>
                    <a:pt x="2781" y="6434"/>
                    <a:pt x="6257" y="6721"/>
                  </a:cubicBezTo>
                  <a:lnTo>
                    <a:pt x="6781" y="6721"/>
                  </a:lnTo>
                  <a:lnTo>
                    <a:pt x="6781" y="6666"/>
                  </a:lnTo>
                  <a:lnTo>
                    <a:pt x="6781" y="4464"/>
                  </a:lnTo>
                  <a:cubicBezTo>
                    <a:pt x="4287" y="4464"/>
                    <a:pt x="2262" y="2494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6062500" y="-236103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18"/>
          <p:cNvGrpSpPr/>
          <p:nvPr/>
        </p:nvGrpSpPr>
        <p:grpSpPr>
          <a:xfrm flipH="1" rot="-5400000">
            <a:off x="8156784" y="-30445"/>
            <a:ext cx="1010972" cy="1021073"/>
            <a:chOff x="-2396575" y="-2067999"/>
            <a:chExt cx="862751" cy="871372"/>
          </a:xfrm>
        </p:grpSpPr>
        <p:sp>
          <p:nvSpPr>
            <p:cNvPr id="437" name="Google Shape;437;p18"/>
            <p:cNvSpPr/>
            <p:nvPr/>
          </p:nvSpPr>
          <p:spPr>
            <a:xfrm>
              <a:off x="-2396575" y="-2067999"/>
              <a:ext cx="320214" cy="87137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-2218746" y="-1747931"/>
              <a:ext cx="684923" cy="551301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18"/>
          <p:cNvGrpSpPr/>
          <p:nvPr/>
        </p:nvGrpSpPr>
        <p:grpSpPr>
          <a:xfrm flipH="1">
            <a:off x="8957311" y="2197962"/>
            <a:ext cx="186688" cy="373785"/>
            <a:chOff x="-51293" y="947012"/>
            <a:chExt cx="186688" cy="373785"/>
          </a:xfrm>
        </p:grpSpPr>
        <p:sp>
          <p:nvSpPr>
            <p:cNvPr id="440" name="Google Shape;440;p18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APTION_ONLY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19"/>
          <p:cNvGrpSpPr/>
          <p:nvPr/>
        </p:nvGrpSpPr>
        <p:grpSpPr>
          <a:xfrm>
            <a:off x="-20883" y="3869778"/>
            <a:ext cx="1426054" cy="1426010"/>
            <a:chOff x="6" y="13819"/>
            <a:chExt cx="717295" cy="717309"/>
          </a:xfrm>
        </p:grpSpPr>
        <p:sp>
          <p:nvSpPr>
            <p:cNvPr id="445" name="Google Shape;445;p19"/>
            <p:cNvSpPr/>
            <p:nvPr/>
          </p:nvSpPr>
          <p:spPr>
            <a:xfrm rot="-5400000">
              <a:off x="-1" y="13826"/>
              <a:ext cx="717309" cy="717295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 rot="-5400000">
              <a:off x="209912" y="223613"/>
              <a:ext cx="362533" cy="362525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19"/>
          <p:cNvGrpSpPr/>
          <p:nvPr/>
        </p:nvGrpSpPr>
        <p:grpSpPr>
          <a:xfrm flipH="1" rot="10800000">
            <a:off x="7738239" y="-146011"/>
            <a:ext cx="1426021" cy="1425111"/>
            <a:chOff x="8459075" y="3790082"/>
            <a:chExt cx="684928" cy="684426"/>
          </a:xfrm>
        </p:grpSpPr>
        <p:sp>
          <p:nvSpPr>
            <p:cNvPr id="448" name="Google Shape;448;p19"/>
            <p:cNvSpPr/>
            <p:nvPr/>
          </p:nvSpPr>
          <p:spPr>
            <a:xfrm>
              <a:off x="8687449" y="4146738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8664117" y="3790082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8459075" y="398896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19"/>
          <p:cNvGrpSpPr/>
          <p:nvPr/>
        </p:nvGrpSpPr>
        <p:grpSpPr>
          <a:xfrm flipH="1">
            <a:off x="8957307" y="3490362"/>
            <a:ext cx="186688" cy="373785"/>
            <a:chOff x="-51293" y="947012"/>
            <a:chExt cx="186688" cy="373785"/>
          </a:xfrm>
        </p:grpSpPr>
        <p:sp>
          <p:nvSpPr>
            <p:cNvPr id="452" name="Google Shape;452;p19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19"/>
          <p:cNvGrpSpPr/>
          <p:nvPr/>
        </p:nvGrpSpPr>
        <p:grpSpPr>
          <a:xfrm>
            <a:off x="9" y="870812"/>
            <a:ext cx="186688" cy="373785"/>
            <a:chOff x="-51293" y="947012"/>
            <a:chExt cx="186688" cy="373785"/>
          </a:xfrm>
        </p:grpSpPr>
        <p:sp>
          <p:nvSpPr>
            <p:cNvPr id="455" name="Google Shape;455;p19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" name="Google Shape;457;p19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CUSTOM_1_2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61" name="Google Shape;461;p20"/>
          <p:cNvGrpSpPr/>
          <p:nvPr/>
        </p:nvGrpSpPr>
        <p:grpSpPr>
          <a:xfrm>
            <a:off x="7875454" y="3899899"/>
            <a:ext cx="1273500" cy="1273500"/>
            <a:chOff x="7337175" y="4278500"/>
            <a:chExt cx="915791" cy="915791"/>
          </a:xfrm>
        </p:grpSpPr>
        <p:sp>
          <p:nvSpPr>
            <p:cNvPr id="462" name="Google Shape;462;p20"/>
            <p:cNvSpPr/>
            <p:nvPr/>
          </p:nvSpPr>
          <p:spPr>
            <a:xfrm rot="10800000">
              <a:off x="7337175" y="4278500"/>
              <a:ext cx="915791" cy="915791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 rot="10800000">
              <a:off x="7605014" y="4463449"/>
              <a:ext cx="462847" cy="462847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" name="Google Shape;464;p20"/>
          <p:cNvGrpSpPr/>
          <p:nvPr/>
        </p:nvGrpSpPr>
        <p:grpSpPr>
          <a:xfrm rot="-5400000">
            <a:off x="8081078" y="-372434"/>
            <a:ext cx="732740" cy="1458452"/>
            <a:chOff x="6062500" y="-2559918"/>
            <a:chExt cx="684932" cy="1363294"/>
          </a:xfrm>
        </p:grpSpPr>
        <p:sp>
          <p:nvSpPr>
            <p:cNvPr id="465" name="Google Shape;465;p20"/>
            <p:cNvSpPr/>
            <p:nvPr/>
          </p:nvSpPr>
          <p:spPr>
            <a:xfrm>
              <a:off x="6290874" y="-2203262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6267542" y="-2559918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6062500" y="-1875596"/>
              <a:ext cx="684932" cy="678972"/>
            </a:xfrm>
            <a:custGeom>
              <a:rect b="b" l="l" r="r" t="t"/>
              <a:pathLst>
                <a:path extrusionOk="0" h="6722" w="6781">
                  <a:moveTo>
                    <a:pt x="0" y="1"/>
                  </a:moveTo>
                  <a:cubicBezTo>
                    <a:pt x="0" y="3537"/>
                    <a:pt x="2781" y="6434"/>
                    <a:pt x="6257" y="6721"/>
                  </a:cubicBezTo>
                  <a:lnTo>
                    <a:pt x="6781" y="6721"/>
                  </a:lnTo>
                  <a:lnTo>
                    <a:pt x="6781" y="6666"/>
                  </a:lnTo>
                  <a:lnTo>
                    <a:pt x="6781" y="4464"/>
                  </a:lnTo>
                  <a:cubicBezTo>
                    <a:pt x="4287" y="4464"/>
                    <a:pt x="2262" y="2494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6062500" y="-236103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20"/>
          <p:cNvGrpSpPr/>
          <p:nvPr/>
        </p:nvGrpSpPr>
        <p:grpSpPr>
          <a:xfrm>
            <a:off x="-21497" y="4439056"/>
            <a:ext cx="1458475" cy="1416807"/>
            <a:chOff x="-2396575" y="-2067999"/>
            <a:chExt cx="1244645" cy="1209086"/>
          </a:xfrm>
        </p:grpSpPr>
        <p:sp>
          <p:nvSpPr>
            <p:cNvPr id="470" name="Google Shape;470;p20"/>
            <p:cNvSpPr/>
            <p:nvPr/>
          </p:nvSpPr>
          <p:spPr>
            <a:xfrm>
              <a:off x="-2183150" y="-1925764"/>
              <a:ext cx="1031220" cy="1066851"/>
            </a:xfrm>
            <a:custGeom>
              <a:rect b="b" l="l" r="r" t="t"/>
              <a:pathLst>
                <a:path extrusionOk="0" h="6953" w="6721">
                  <a:moveTo>
                    <a:pt x="3244" y="1"/>
                  </a:moveTo>
                  <a:cubicBezTo>
                    <a:pt x="2202" y="1"/>
                    <a:pt x="1335" y="464"/>
                    <a:pt x="695" y="1159"/>
                  </a:cubicBezTo>
                  <a:lnTo>
                    <a:pt x="4232" y="4751"/>
                  </a:lnTo>
                  <a:lnTo>
                    <a:pt x="0" y="4751"/>
                  </a:lnTo>
                  <a:cubicBezTo>
                    <a:pt x="524" y="6026"/>
                    <a:pt x="1798" y="6953"/>
                    <a:pt x="3244" y="6953"/>
                  </a:cubicBezTo>
                  <a:cubicBezTo>
                    <a:pt x="5159" y="6953"/>
                    <a:pt x="6721" y="5386"/>
                    <a:pt x="6721" y="3477"/>
                  </a:cubicBezTo>
                  <a:cubicBezTo>
                    <a:pt x="6721" y="1563"/>
                    <a:pt x="5159" y="1"/>
                    <a:pt x="3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-2396575" y="-2067999"/>
              <a:ext cx="320214" cy="87137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-2218746" y="-1747931"/>
              <a:ext cx="684923" cy="551301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0"/>
          <p:cNvGrpSpPr/>
          <p:nvPr/>
        </p:nvGrpSpPr>
        <p:grpSpPr>
          <a:xfrm>
            <a:off x="9" y="870812"/>
            <a:ext cx="186688" cy="373785"/>
            <a:chOff x="-51293" y="947012"/>
            <a:chExt cx="186688" cy="373785"/>
          </a:xfrm>
        </p:grpSpPr>
        <p:sp>
          <p:nvSpPr>
            <p:cNvPr id="474" name="Google Shape;474;p20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21"/>
          <p:cNvGrpSpPr/>
          <p:nvPr/>
        </p:nvGrpSpPr>
        <p:grpSpPr>
          <a:xfrm flipH="1">
            <a:off x="7742855" y="3883220"/>
            <a:ext cx="1426054" cy="1426010"/>
            <a:chOff x="6" y="13819"/>
            <a:chExt cx="717295" cy="717309"/>
          </a:xfrm>
        </p:grpSpPr>
        <p:sp>
          <p:nvSpPr>
            <p:cNvPr id="479" name="Google Shape;479;p21"/>
            <p:cNvSpPr/>
            <p:nvPr/>
          </p:nvSpPr>
          <p:spPr>
            <a:xfrm rot="-5400000">
              <a:off x="-1" y="13826"/>
              <a:ext cx="717309" cy="717295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 rot="-5400000">
              <a:off x="171584" y="223613"/>
              <a:ext cx="362533" cy="362525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21"/>
          <p:cNvGrpSpPr/>
          <p:nvPr/>
        </p:nvGrpSpPr>
        <p:grpSpPr>
          <a:xfrm rot="10800000">
            <a:off x="-29804" y="-132569"/>
            <a:ext cx="1426021" cy="1425111"/>
            <a:chOff x="8459075" y="3790082"/>
            <a:chExt cx="684928" cy="684426"/>
          </a:xfrm>
        </p:grpSpPr>
        <p:sp>
          <p:nvSpPr>
            <p:cNvPr id="482" name="Google Shape;482;p21"/>
            <p:cNvSpPr/>
            <p:nvPr/>
          </p:nvSpPr>
          <p:spPr>
            <a:xfrm>
              <a:off x="8687449" y="4146738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8664117" y="3790082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8459075" y="398896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4534" y="3503804"/>
            <a:ext cx="186688" cy="373785"/>
            <a:chOff x="-51293" y="947012"/>
            <a:chExt cx="186688" cy="373785"/>
          </a:xfrm>
        </p:grpSpPr>
        <p:sp>
          <p:nvSpPr>
            <p:cNvPr id="486" name="Google Shape;486;p21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21"/>
          <p:cNvGrpSpPr/>
          <p:nvPr/>
        </p:nvGrpSpPr>
        <p:grpSpPr>
          <a:xfrm flipH="1">
            <a:off x="8957307" y="884254"/>
            <a:ext cx="186688" cy="373785"/>
            <a:chOff x="-51293" y="947012"/>
            <a:chExt cx="186688" cy="373785"/>
          </a:xfrm>
        </p:grpSpPr>
        <p:sp>
          <p:nvSpPr>
            <p:cNvPr id="489" name="Google Shape;489;p21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21"/>
          <p:cNvSpPr txBox="1"/>
          <p:nvPr>
            <p:ph idx="1" type="subTitle"/>
          </p:nvPr>
        </p:nvSpPr>
        <p:spPr>
          <a:xfrm>
            <a:off x="713225" y="3121711"/>
            <a:ext cx="22266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92" name="Google Shape;492;p21"/>
          <p:cNvSpPr txBox="1"/>
          <p:nvPr>
            <p:ph idx="2" type="subTitle"/>
          </p:nvPr>
        </p:nvSpPr>
        <p:spPr>
          <a:xfrm>
            <a:off x="6187500" y="3121711"/>
            <a:ext cx="22266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93" name="Google Shape;493;p21"/>
          <p:cNvSpPr txBox="1"/>
          <p:nvPr>
            <p:ph idx="3" type="subTitle"/>
          </p:nvPr>
        </p:nvSpPr>
        <p:spPr>
          <a:xfrm>
            <a:off x="3461818" y="3121711"/>
            <a:ext cx="2226600" cy="3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b="1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440A3"/>
              </a:buClr>
              <a:buSzPts val="2400"/>
              <a:buFont typeface="Darker Grotesque Black"/>
              <a:buNone/>
              <a:defRPr sz="2400">
                <a:solidFill>
                  <a:srgbClr val="4440A3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9pPr>
          </a:lstStyle>
          <a:p/>
        </p:txBody>
      </p:sp>
      <p:sp>
        <p:nvSpPr>
          <p:cNvPr id="494" name="Google Shape;494;p21"/>
          <p:cNvSpPr txBox="1"/>
          <p:nvPr>
            <p:ph idx="4" type="subTitle"/>
          </p:nvPr>
        </p:nvSpPr>
        <p:spPr>
          <a:xfrm>
            <a:off x="713225" y="3623936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95" name="Google Shape;495;p21"/>
          <p:cNvSpPr txBox="1"/>
          <p:nvPr>
            <p:ph idx="5" type="subTitle"/>
          </p:nvPr>
        </p:nvSpPr>
        <p:spPr>
          <a:xfrm>
            <a:off x="3461818" y="3623936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96" name="Google Shape;496;p21"/>
          <p:cNvSpPr txBox="1"/>
          <p:nvPr>
            <p:ph idx="6" type="subTitle"/>
          </p:nvPr>
        </p:nvSpPr>
        <p:spPr>
          <a:xfrm>
            <a:off x="6187500" y="3623936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Medium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497" name="Google Shape;497;p21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8" name="Google Shape;49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22"/>
          <p:cNvGrpSpPr/>
          <p:nvPr/>
        </p:nvGrpSpPr>
        <p:grpSpPr>
          <a:xfrm rot="10800000">
            <a:off x="5" y="1458530"/>
            <a:ext cx="1425232" cy="2836799"/>
            <a:chOff x="8080916" y="984758"/>
            <a:chExt cx="1113898" cy="2217116"/>
          </a:xfrm>
        </p:grpSpPr>
        <p:sp>
          <p:nvSpPr>
            <p:cNvPr id="501" name="Google Shape;501;p22"/>
            <p:cNvSpPr/>
            <p:nvPr/>
          </p:nvSpPr>
          <p:spPr>
            <a:xfrm>
              <a:off x="8452324" y="1355509"/>
              <a:ext cx="742489" cy="1475615"/>
            </a:xfrm>
            <a:custGeom>
              <a:rect b="b" l="l" r="r" t="t"/>
              <a:pathLst>
                <a:path extrusionOk="0" h="8983" w="4520">
                  <a:moveTo>
                    <a:pt x="4520" y="0"/>
                  </a:moveTo>
                  <a:cubicBezTo>
                    <a:pt x="3245" y="0"/>
                    <a:pt x="2142" y="464"/>
                    <a:pt x="1331" y="1275"/>
                  </a:cubicBezTo>
                  <a:lnTo>
                    <a:pt x="4520" y="4519"/>
                  </a:lnTo>
                  <a:lnTo>
                    <a:pt x="4520" y="0"/>
                  </a:lnTo>
                  <a:close/>
                  <a:moveTo>
                    <a:pt x="1" y="4519"/>
                  </a:moveTo>
                  <a:cubicBezTo>
                    <a:pt x="1" y="7012"/>
                    <a:pt x="2026" y="8982"/>
                    <a:pt x="4520" y="8982"/>
                  </a:cubicBezTo>
                  <a:lnTo>
                    <a:pt x="4520" y="45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8452324" y="1564786"/>
              <a:ext cx="742489" cy="533048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8414378" y="984758"/>
              <a:ext cx="780435" cy="580193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rgbClr val="D9B6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2"/>
            <p:cNvSpPr/>
            <p:nvPr/>
          </p:nvSpPr>
          <p:spPr>
            <a:xfrm>
              <a:off x="8080916" y="2097668"/>
              <a:ext cx="1113898" cy="1104206"/>
            </a:xfrm>
            <a:custGeom>
              <a:rect b="b" l="l" r="r" t="t"/>
              <a:pathLst>
                <a:path extrusionOk="0" h="6722" w="6781">
                  <a:moveTo>
                    <a:pt x="0" y="1"/>
                  </a:moveTo>
                  <a:cubicBezTo>
                    <a:pt x="0" y="3537"/>
                    <a:pt x="2781" y="6434"/>
                    <a:pt x="6257" y="6721"/>
                  </a:cubicBezTo>
                  <a:lnTo>
                    <a:pt x="6781" y="6721"/>
                  </a:lnTo>
                  <a:lnTo>
                    <a:pt x="6781" y="6666"/>
                  </a:lnTo>
                  <a:lnTo>
                    <a:pt x="6781" y="4464"/>
                  </a:lnTo>
                  <a:cubicBezTo>
                    <a:pt x="4287" y="4464"/>
                    <a:pt x="2262" y="2494"/>
                    <a:pt x="22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8080916" y="1308200"/>
              <a:ext cx="590213" cy="789634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22"/>
          <p:cNvGrpSpPr/>
          <p:nvPr/>
        </p:nvGrpSpPr>
        <p:grpSpPr>
          <a:xfrm flipH="1" rot="-5400000">
            <a:off x="7717234" y="3871573"/>
            <a:ext cx="1426226" cy="1425180"/>
            <a:chOff x="6062500" y="-2559918"/>
            <a:chExt cx="684928" cy="684426"/>
          </a:xfrm>
        </p:grpSpPr>
        <p:sp>
          <p:nvSpPr>
            <p:cNvPr id="507" name="Google Shape;507;p22"/>
            <p:cNvSpPr/>
            <p:nvPr/>
          </p:nvSpPr>
          <p:spPr>
            <a:xfrm>
              <a:off x="6290874" y="-2203262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D9B6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6267542" y="-2559918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6062500" y="-236103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22"/>
          <p:cNvSpPr/>
          <p:nvPr/>
        </p:nvSpPr>
        <p:spPr>
          <a:xfrm>
            <a:off x="1493382" y="1106607"/>
            <a:ext cx="298291" cy="298291"/>
          </a:xfrm>
          <a:custGeom>
            <a:rect b="b" l="l" r="r" t="t"/>
            <a:pathLst>
              <a:path extrusionOk="0" h="2898" w="2898">
                <a:moveTo>
                  <a:pt x="1446" y="0"/>
                </a:moveTo>
                <a:cubicBezTo>
                  <a:pt x="635" y="0"/>
                  <a:pt x="0" y="696"/>
                  <a:pt x="0" y="1451"/>
                </a:cubicBezTo>
                <a:cubicBezTo>
                  <a:pt x="0" y="2262"/>
                  <a:pt x="635" y="2897"/>
                  <a:pt x="1446" y="2897"/>
                </a:cubicBezTo>
                <a:cubicBezTo>
                  <a:pt x="2202" y="2897"/>
                  <a:pt x="2897" y="2262"/>
                  <a:pt x="2897" y="1451"/>
                </a:cubicBezTo>
                <a:cubicBezTo>
                  <a:pt x="2897" y="696"/>
                  <a:pt x="2202" y="0"/>
                  <a:pt x="14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22"/>
          <p:cNvGrpSpPr/>
          <p:nvPr/>
        </p:nvGrpSpPr>
        <p:grpSpPr>
          <a:xfrm flipH="1" rot="-5400000">
            <a:off x="92" y="-34776"/>
            <a:ext cx="1493198" cy="1493381"/>
            <a:chOff x="8228199" y="-11925"/>
            <a:chExt cx="915791" cy="915791"/>
          </a:xfrm>
        </p:grpSpPr>
        <p:sp>
          <p:nvSpPr>
            <p:cNvPr id="512" name="Google Shape;512;p22"/>
            <p:cNvSpPr/>
            <p:nvPr/>
          </p:nvSpPr>
          <p:spPr>
            <a:xfrm>
              <a:off x="8228199" y="-11925"/>
              <a:ext cx="915791" cy="915791"/>
            </a:xfrm>
            <a:custGeom>
              <a:rect b="b" l="l" r="r" t="t"/>
              <a:pathLst>
                <a:path extrusionOk="0" h="5734" w="5734">
                  <a:moveTo>
                    <a:pt x="1" y="1"/>
                  </a:moveTo>
                  <a:lnTo>
                    <a:pt x="1" y="5734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8413305" y="205249"/>
              <a:ext cx="462847" cy="462847"/>
            </a:xfrm>
            <a:custGeom>
              <a:rect b="b" l="l" r="r" t="t"/>
              <a:pathLst>
                <a:path extrusionOk="0" h="2898" w="2898">
                  <a:moveTo>
                    <a:pt x="1446" y="0"/>
                  </a:moveTo>
                  <a:cubicBezTo>
                    <a:pt x="635" y="0"/>
                    <a:pt x="0" y="696"/>
                    <a:pt x="0" y="1451"/>
                  </a:cubicBezTo>
                  <a:cubicBezTo>
                    <a:pt x="0" y="2262"/>
                    <a:pt x="635" y="2897"/>
                    <a:pt x="1446" y="2897"/>
                  </a:cubicBezTo>
                  <a:cubicBezTo>
                    <a:pt x="2202" y="2897"/>
                    <a:pt x="2897" y="2262"/>
                    <a:pt x="2897" y="1451"/>
                  </a:cubicBezTo>
                  <a:cubicBezTo>
                    <a:pt x="2897" y="696"/>
                    <a:pt x="2202" y="0"/>
                    <a:pt x="1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22"/>
          <p:cNvGrpSpPr/>
          <p:nvPr/>
        </p:nvGrpSpPr>
        <p:grpSpPr>
          <a:xfrm flipH="1" rot="5400000">
            <a:off x="7065408" y="847092"/>
            <a:ext cx="2922058" cy="1235116"/>
            <a:chOff x="3834318" y="-10041"/>
            <a:chExt cx="1846366" cy="780435"/>
          </a:xfrm>
        </p:grpSpPr>
        <p:sp>
          <p:nvSpPr>
            <p:cNvPr id="515" name="Google Shape;515;p22"/>
            <p:cNvSpPr/>
            <p:nvPr/>
          </p:nvSpPr>
          <p:spPr>
            <a:xfrm flipH="1" rot="5400000">
              <a:off x="4200881" y="-376604"/>
              <a:ext cx="742489" cy="1475615"/>
            </a:xfrm>
            <a:custGeom>
              <a:rect b="b" l="l" r="r" t="t"/>
              <a:pathLst>
                <a:path extrusionOk="0" h="8983" w="4520">
                  <a:moveTo>
                    <a:pt x="4520" y="0"/>
                  </a:moveTo>
                  <a:cubicBezTo>
                    <a:pt x="3245" y="0"/>
                    <a:pt x="2142" y="464"/>
                    <a:pt x="1331" y="1275"/>
                  </a:cubicBezTo>
                  <a:lnTo>
                    <a:pt x="4520" y="4519"/>
                  </a:lnTo>
                  <a:lnTo>
                    <a:pt x="4520" y="0"/>
                  </a:lnTo>
                  <a:close/>
                  <a:moveTo>
                    <a:pt x="1" y="4519"/>
                  </a:moveTo>
                  <a:cubicBezTo>
                    <a:pt x="1" y="7012"/>
                    <a:pt x="2026" y="8982"/>
                    <a:pt x="4520" y="8982"/>
                  </a:cubicBezTo>
                  <a:lnTo>
                    <a:pt x="4520" y="45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2"/>
            <p:cNvSpPr/>
            <p:nvPr/>
          </p:nvSpPr>
          <p:spPr>
            <a:xfrm flipH="1" rot="5400000">
              <a:off x="4462888" y="94680"/>
              <a:ext cx="742489" cy="533048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2"/>
            <p:cNvSpPr/>
            <p:nvPr/>
          </p:nvSpPr>
          <p:spPr>
            <a:xfrm flipH="1" rot="5400000">
              <a:off x="5000370" y="90080"/>
              <a:ext cx="780435" cy="580193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22"/>
          <p:cNvGrpSpPr/>
          <p:nvPr/>
        </p:nvGrpSpPr>
        <p:grpSpPr>
          <a:xfrm>
            <a:off x="6106528" y="4857373"/>
            <a:ext cx="895292" cy="298285"/>
            <a:chOff x="5977976" y="1238193"/>
            <a:chExt cx="1968973" cy="656003"/>
          </a:xfrm>
        </p:grpSpPr>
        <p:sp>
          <p:nvSpPr>
            <p:cNvPr id="519" name="Google Shape;519;p22"/>
            <p:cNvSpPr/>
            <p:nvPr/>
          </p:nvSpPr>
          <p:spPr>
            <a:xfrm flipH="1">
              <a:off x="7290709" y="1238193"/>
              <a:ext cx="656241" cy="656003"/>
            </a:xfrm>
            <a:custGeom>
              <a:rect b="b" l="l" r="r" t="t"/>
              <a:pathLst>
                <a:path extrusionOk="0" h="2684" w="2685">
                  <a:moveTo>
                    <a:pt x="1" y="0"/>
                  </a:moveTo>
                  <a:lnTo>
                    <a:pt x="1" y="2684"/>
                  </a:lnTo>
                  <a:lnTo>
                    <a:pt x="2684" y="2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2"/>
            <p:cNvSpPr/>
            <p:nvPr/>
          </p:nvSpPr>
          <p:spPr>
            <a:xfrm flipH="1">
              <a:off x="6633731" y="1238193"/>
              <a:ext cx="657218" cy="656003"/>
            </a:xfrm>
            <a:custGeom>
              <a:rect b="b" l="l" r="r" t="t"/>
              <a:pathLst>
                <a:path extrusionOk="0" h="2684" w="2689">
                  <a:moveTo>
                    <a:pt x="0" y="0"/>
                  </a:moveTo>
                  <a:lnTo>
                    <a:pt x="0" y="2684"/>
                  </a:lnTo>
                  <a:lnTo>
                    <a:pt x="2688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2"/>
            <p:cNvSpPr/>
            <p:nvPr/>
          </p:nvSpPr>
          <p:spPr>
            <a:xfrm flipH="1">
              <a:off x="5977976" y="1238193"/>
              <a:ext cx="655996" cy="656003"/>
            </a:xfrm>
            <a:custGeom>
              <a:rect b="b" l="l" r="r" t="t"/>
              <a:pathLst>
                <a:path extrusionOk="0" h="2684" w="2684">
                  <a:moveTo>
                    <a:pt x="0" y="0"/>
                  </a:moveTo>
                  <a:lnTo>
                    <a:pt x="0" y="2684"/>
                  </a:lnTo>
                  <a:lnTo>
                    <a:pt x="2684" y="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22"/>
          <p:cNvSpPr/>
          <p:nvPr/>
        </p:nvSpPr>
        <p:spPr>
          <a:xfrm>
            <a:off x="7569082" y="3121044"/>
            <a:ext cx="298291" cy="298291"/>
          </a:xfrm>
          <a:custGeom>
            <a:rect b="b" l="l" r="r" t="t"/>
            <a:pathLst>
              <a:path extrusionOk="0" h="2898" w="2898">
                <a:moveTo>
                  <a:pt x="1446" y="0"/>
                </a:moveTo>
                <a:cubicBezTo>
                  <a:pt x="635" y="0"/>
                  <a:pt x="0" y="696"/>
                  <a:pt x="0" y="1451"/>
                </a:cubicBezTo>
                <a:cubicBezTo>
                  <a:pt x="0" y="2262"/>
                  <a:pt x="635" y="2897"/>
                  <a:pt x="1446" y="2897"/>
                </a:cubicBezTo>
                <a:cubicBezTo>
                  <a:pt x="2202" y="2897"/>
                  <a:pt x="2897" y="2262"/>
                  <a:pt x="2897" y="1451"/>
                </a:cubicBezTo>
                <a:cubicBezTo>
                  <a:pt x="2897" y="696"/>
                  <a:pt x="2202" y="0"/>
                  <a:pt x="14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3" name="Google Shape;523;p22"/>
          <p:cNvGrpSpPr/>
          <p:nvPr/>
        </p:nvGrpSpPr>
        <p:grpSpPr>
          <a:xfrm rot="5400000">
            <a:off x="1108834" y="4324274"/>
            <a:ext cx="593917" cy="1180344"/>
            <a:chOff x="8452324" y="1355509"/>
            <a:chExt cx="742489" cy="1475615"/>
          </a:xfrm>
        </p:grpSpPr>
        <p:sp>
          <p:nvSpPr>
            <p:cNvPr id="524" name="Google Shape;524;p22"/>
            <p:cNvSpPr/>
            <p:nvPr/>
          </p:nvSpPr>
          <p:spPr>
            <a:xfrm>
              <a:off x="8452324" y="1355509"/>
              <a:ext cx="742489" cy="1475615"/>
            </a:xfrm>
            <a:custGeom>
              <a:rect b="b" l="l" r="r" t="t"/>
              <a:pathLst>
                <a:path extrusionOk="0" h="8983" w="4520">
                  <a:moveTo>
                    <a:pt x="4520" y="0"/>
                  </a:moveTo>
                  <a:cubicBezTo>
                    <a:pt x="3245" y="0"/>
                    <a:pt x="2142" y="464"/>
                    <a:pt x="1331" y="1275"/>
                  </a:cubicBezTo>
                  <a:lnTo>
                    <a:pt x="4520" y="4519"/>
                  </a:lnTo>
                  <a:lnTo>
                    <a:pt x="4520" y="0"/>
                  </a:lnTo>
                  <a:close/>
                  <a:moveTo>
                    <a:pt x="1" y="4519"/>
                  </a:moveTo>
                  <a:cubicBezTo>
                    <a:pt x="1" y="7012"/>
                    <a:pt x="2026" y="8982"/>
                    <a:pt x="4520" y="8982"/>
                  </a:cubicBezTo>
                  <a:lnTo>
                    <a:pt x="4520" y="4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8452324" y="1564786"/>
              <a:ext cx="742489" cy="533048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6" name="Google Shape;526;p22"/>
          <p:cNvSpPr/>
          <p:nvPr/>
        </p:nvSpPr>
        <p:spPr>
          <a:xfrm>
            <a:off x="6856282" y="397757"/>
            <a:ext cx="298291" cy="298291"/>
          </a:xfrm>
          <a:custGeom>
            <a:rect b="b" l="l" r="r" t="t"/>
            <a:pathLst>
              <a:path extrusionOk="0" h="2898" w="2898">
                <a:moveTo>
                  <a:pt x="1446" y="0"/>
                </a:moveTo>
                <a:cubicBezTo>
                  <a:pt x="635" y="0"/>
                  <a:pt x="0" y="696"/>
                  <a:pt x="0" y="1451"/>
                </a:cubicBezTo>
                <a:cubicBezTo>
                  <a:pt x="0" y="2262"/>
                  <a:pt x="635" y="2897"/>
                  <a:pt x="1446" y="2897"/>
                </a:cubicBezTo>
                <a:cubicBezTo>
                  <a:pt x="2202" y="2897"/>
                  <a:pt x="2897" y="2262"/>
                  <a:pt x="2897" y="1451"/>
                </a:cubicBezTo>
                <a:cubicBezTo>
                  <a:pt x="2897" y="696"/>
                  <a:pt x="2202" y="0"/>
                  <a:pt x="144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 txBox="1"/>
          <p:nvPr>
            <p:ph type="ctrTitle"/>
          </p:nvPr>
        </p:nvSpPr>
        <p:spPr>
          <a:xfrm flipH="1">
            <a:off x="2650639" y="477370"/>
            <a:ext cx="38520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8" name="Google Shape;528;p22"/>
          <p:cNvSpPr txBox="1"/>
          <p:nvPr>
            <p:ph idx="1" type="subTitle"/>
          </p:nvPr>
        </p:nvSpPr>
        <p:spPr>
          <a:xfrm flipH="1">
            <a:off x="2770639" y="1487875"/>
            <a:ext cx="361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Darker Grotesque Medium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529" name="Google Shape;529;p22"/>
          <p:cNvSpPr txBox="1"/>
          <p:nvPr/>
        </p:nvSpPr>
        <p:spPr>
          <a:xfrm>
            <a:off x="2403475" y="3694725"/>
            <a:ext cx="43419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</a:t>
            </a:r>
            <a:endParaRPr sz="120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530" name="Google Shape;530;p22"/>
          <p:cNvSpPr txBox="1"/>
          <p:nvPr>
            <p:ph idx="2" type="subTitle"/>
          </p:nvPr>
        </p:nvSpPr>
        <p:spPr>
          <a:xfrm flipH="1">
            <a:off x="3010639" y="1972827"/>
            <a:ext cx="3132000" cy="7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531" name="Google Shape;5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 1">
  <p:cSld name="CUSTOM_8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3"/>
          <p:cNvSpPr txBox="1"/>
          <p:nvPr>
            <p:ph idx="1" type="body"/>
          </p:nvPr>
        </p:nvSpPr>
        <p:spPr>
          <a:xfrm>
            <a:off x="631350" y="1385625"/>
            <a:ext cx="3858900" cy="32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Darker Grotesque Medium"/>
              <a:buChar char="●"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sp>
        <p:nvSpPr>
          <p:cNvPr id="534" name="Google Shape;534;p23"/>
          <p:cNvSpPr txBox="1"/>
          <p:nvPr>
            <p:ph type="title"/>
          </p:nvPr>
        </p:nvSpPr>
        <p:spPr>
          <a:xfrm>
            <a:off x="721644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23"/>
          <p:cNvSpPr txBox="1"/>
          <p:nvPr>
            <p:ph idx="2" type="body"/>
          </p:nvPr>
        </p:nvSpPr>
        <p:spPr>
          <a:xfrm>
            <a:off x="4572125" y="1385625"/>
            <a:ext cx="3858900" cy="32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11150" lvl="0" marL="457200" marR="50800" rtl="0">
              <a:spcBef>
                <a:spcPts val="0"/>
              </a:spcBef>
              <a:spcAft>
                <a:spcPts val="0"/>
              </a:spcAft>
              <a:buSzPts val="1300"/>
              <a:buFont typeface="Darker Grotesque Medium"/>
              <a:buChar char="●"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/>
        </p:txBody>
      </p:sp>
      <p:grpSp>
        <p:nvGrpSpPr>
          <p:cNvPr id="536" name="Google Shape;536;p23"/>
          <p:cNvGrpSpPr/>
          <p:nvPr/>
        </p:nvGrpSpPr>
        <p:grpSpPr>
          <a:xfrm flipH="1" rot="5400000">
            <a:off x="332440" y="-372434"/>
            <a:ext cx="732740" cy="1458452"/>
            <a:chOff x="6062500" y="-2559918"/>
            <a:chExt cx="684932" cy="1363294"/>
          </a:xfrm>
        </p:grpSpPr>
        <p:sp>
          <p:nvSpPr>
            <p:cNvPr id="537" name="Google Shape;537;p23"/>
            <p:cNvSpPr/>
            <p:nvPr/>
          </p:nvSpPr>
          <p:spPr>
            <a:xfrm>
              <a:off x="6290874" y="-2203262"/>
              <a:ext cx="456554" cy="327769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6267542" y="-2559918"/>
              <a:ext cx="479887" cy="356758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6062500" y="-1875596"/>
              <a:ext cx="684932" cy="678972"/>
            </a:xfrm>
            <a:custGeom>
              <a:rect b="b" l="l" r="r" t="t"/>
              <a:pathLst>
                <a:path extrusionOk="0" h="6722" w="6781">
                  <a:moveTo>
                    <a:pt x="0" y="1"/>
                  </a:moveTo>
                  <a:cubicBezTo>
                    <a:pt x="0" y="3537"/>
                    <a:pt x="2781" y="6434"/>
                    <a:pt x="6257" y="6721"/>
                  </a:cubicBezTo>
                  <a:lnTo>
                    <a:pt x="6781" y="6721"/>
                  </a:lnTo>
                  <a:lnTo>
                    <a:pt x="6781" y="6666"/>
                  </a:lnTo>
                  <a:lnTo>
                    <a:pt x="6781" y="4464"/>
                  </a:lnTo>
                  <a:cubicBezTo>
                    <a:pt x="4287" y="4464"/>
                    <a:pt x="2262" y="2494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6062500" y="-2361035"/>
              <a:ext cx="362920" cy="485543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23"/>
          <p:cNvGrpSpPr/>
          <p:nvPr/>
        </p:nvGrpSpPr>
        <p:grpSpPr>
          <a:xfrm flipH="1" rot="-5400000">
            <a:off x="8156784" y="-30445"/>
            <a:ext cx="1010972" cy="1021073"/>
            <a:chOff x="-2396575" y="-2067999"/>
            <a:chExt cx="862751" cy="871372"/>
          </a:xfrm>
        </p:grpSpPr>
        <p:sp>
          <p:nvSpPr>
            <p:cNvPr id="542" name="Google Shape;542;p23"/>
            <p:cNvSpPr/>
            <p:nvPr/>
          </p:nvSpPr>
          <p:spPr>
            <a:xfrm>
              <a:off x="-2396575" y="-2067999"/>
              <a:ext cx="320214" cy="871372"/>
            </a:xfrm>
            <a:custGeom>
              <a:rect b="b" l="l" r="r" t="t"/>
              <a:pathLst>
                <a:path extrusionOk="0" h="5679" w="2087">
                  <a:moveTo>
                    <a:pt x="1" y="1"/>
                  </a:moveTo>
                  <a:lnTo>
                    <a:pt x="1" y="5678"/>
                  </a:lnTo>
                  <a:lnTo>
                    <a:pt x="1391" y="5678"/>
                  </a:lnTo>
                  <a:cubicBezTo>
                    <a:pt x="1275" y="5270"/>
                    <a:pt x="1159" y="4807"/>
                    <a:pt x="1159" y="4404"/>
                  </a:cubicBezTo>
                  <a:cubicBezTo>
                    <a:pt x="1159" y="3477"/>
                    <a:pt x="1507" y="2666"/>
                    <a:pt x="2086" y="208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-2218746" y="-1747931"/>
              <a:ext cx="684923" cy="551301"/>
            </a:xfrm>
            <a:custGeom>
              <a:rect b="b" l="l" r="r" t="t"/>
              <a:pathLst>
                <a:path extrusionOk="0" h="3593" w="4464">
                  <a:moveTo>
                    <a:pt x="927" y="0"/>
                  </a:moveTo>
                  <a:cubicBezTo>
                    <a:pt x="348" y="580"/>
                    <a:pt x="0" y="1391"/>
                    <a:pt x="0" y="2318"/>
                  </a:cubicBezTo>
                  <a:cubicBezTo>
                    <a:pt x="0" y="2721"/>
                    <a:pt x="116" y="3184"/>
                    <a:pt x="232" y="3592"/>
                  </a:cubicBezTo>
                  <a:lnTo>
                    <a:pt x="4464" y="359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23"/>
          <p:cNvGrpSpPr/>
          <p:nvPr/>
        </p:nvGrpSpPr>
        <p:grpSpPr>
          <a:xfrm flipH="1">
            <a:off x="8957311" y="2197962"/>
            <a:ext cx="186688" cy="373785"/>
            <a:chOff x="-51293" y="947012"/>
            <a:chExt cx="186688" cy="373785"/>
          </a:xfrm>
        </p:grpSpPr>
        <p:sp>
          <p:nvSpPr>
            <p:cNvPr id="545" name="Google Shape;545;p23"/>
            <p:cNvSpPr/>
            <p:nvPr/>
          </p:nvSpPr>
          <p:spPr>
            <a:xfrm rot="5400000">
              <a:off x="-51327" y="947046"/>
              <a:ext cx="186756" cy="186688"/>
            </a:xfrm>
            <a:custGeom>
              <a:rect b="b" l="l" r="r" t="t"/>
              <a:pathLst>
                <a:path extrusionOk="0" h="2721" w="2722">
                  <a:moveTo>
                    <a:pt x="0" y="0"/>
                  </a:moveTo>
                  <a:lnTo>
                    <a:pt x="0" y="2721"/>
                  </a:lnTo>
                  <a:lnTo>
                    <a:pt x="2721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 rot="5400000">
              <a:off x="-51464" y="1133937"/>
              <a:ext cx="187031" cy="186688"/>
            </a:xfrm>
            <a:custGeom>
              <a:rect b="b" l="l" r="r" t="t"/>
              <a:pathLst>
                <a:path extrusionOk="0" h="2721" w="2726">
                  <a:moveTo>
                    <a:pt x="0" y="0"/>
                  </a:moveTo>
                  <a:lnTo>
                    <a:pt x="0" y="2721"/>
                  </a:lnTo>
                  <a:lnTo>
                    <a:pt x="2725" y="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>
              <a:buNone/>
              <a:defRPr sz="13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/>
          <p:nvPr/>
        </p:nvSpPr>
        <p:spPr>
          <a:xfrm>
            <a:off x="1585413" y="0"/>
            <a:ext cx="7558587" cy="51435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>
            <p:ph type="title"/>
          </p:nvPr>
        </p:nvSpPr>
        <p:spPr>
          <a:xfrm>
            <a:off x="628650" y="4132064"/>
            <a:ext cx="30615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24"/>
          <p:cNvSpPr txBox="1"/>
          <p:nvPr>
            <p:ph idx="1" type="body"/>
          </p:nvPr>
        </p:nvSpPr>
        <p:spPr>
          <a:xfrm>
            <a:off x="111239" y="1110854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cap="none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2" name="Google Shape;552;p24"/>
          <p:cNvSpPr txBox="1"/>
          <p:nvPr>
            <p:ph idx="2" type="body"/>
          </p:nvPr>
        </p:nvSpPr>
        <p:spPr>
          <a:xfrm>
            <a:off x="535781" y="1918097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cap="none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3" name="Google Shape;553;p24"/>
          <p:cNvSpPr txBox="1"/>
          <p:nvPr>
            <p:ph idx="3" type="body"/>
          </p:nvPr>
        </p:nvSpPr>
        <p:spPr>
          <a:xfrm>
            <a:off x="990600" y="2725341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cap="none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4" name="Google Shape;554;p24"/>
          <p:cNvSpPr txBox="1"/>
          <p:nvPr>
            <p:ph idx="4" type="body"/>
          </p:nvPr>
        </p:nvSpPr>
        <p:spPr>
          <a:xfrm>
            <a:off x="1428750" y="3532586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cap="none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5" name="Google Shape;555;p24"/>
          <p:cNvSpPr txBox="1"/>
          <p:nvPr>
            <p:ph idx="5" type="body"/>
          </p:nvPr>
        </p:nvSpPr>
        <p:spPr>
          <a:xfrm>
            <a:off x="3301151" y="1195859"/>
            <a:ext cx="41544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6" name="Google Shape;556;p24"/>
          <p:cNvSpPr txBox="1"/>
          <p:nvPr>
            <p:ph idx="6" type="body"/>
          </p:nvPr>
        </p:nvSpPr>
        <p:spPr>
          <a:xfrm>
            <a:off x="3739521" y="2011923"/>
            <a:ext cx="41544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7" name="Google Shape;557;p24"/>
          <p:cNvSpPr txBox="1"/>
          <p:nvPr>
            <p:ph idx="7" type="body"/>
          </p:nvPr>
        </p:nvSpPr>
        <p:spPr>
          <a:xfrm>
            <a:off x="4182703" y="2816546"/>
            <a:ext cx="41544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8" name="Google Shape;558;p24"/>
          <p:cNvSpPr txBox="1"/>
          <p:nvPr>
            <p:ph idx="8" type="body"/>
          </p:nvPr>
        </p:nvSpPr>
        <p:spPr>
          <a:xfrm>
            <a:off x="4631459" y="3618323"/>
            <a:ext cx="41544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cxnSp>
        <p:nvCxnSpPr>
          <p:cNvPr id="559" name="Google Shape;559;p24"/>
          <p:cNvCxnSpPr/>
          <p:nvPr/>
        </p:nvCxnSpPr>
        <p:spPr>
          <a:xfrm>
            <a:off x="3265136" y="3767950"/>
            <a:ext cx="1134900" cy="0"/>
          </a:xfrm>
          <a:prstGeom prst="straightConnector1">
            <a:avLst/>
          </a:prstGeom>
          <a:noFill/>
          <a:ln cap="flat" cmpd="sng" w="9525">
            <a:solidFill>
              <a:srgbClr val="E2B08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24"/>
          <p:cNvCxnSpPr/>
          <p:nvPr/>
        </p:nvCxnSpPr>
        <p:spPr>
          <a:xfrm>
            <a:off x="2819938" y="2961338"/>
            <a:ext cx="1134900" cy="0"/>
          </a:xfrm>
          <a:prstGeom prst="straightConnector1">
            <a:avLst/>
          </a:prstGeom>
          <a:noFill/>
          <a:ln cap="flat" cmpd="sng" w="9525">
            <a:solidFill>
              <a:srgbClr val="E2B08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24"/>
          <p:cNvCxnSpPr/>
          <p:nvPr/>
        </p:nvCxnSpPr>
        <p:spPr>
          <a:xfrm>
            <a:off x="2380090" y="2154515"/>
            <a:ext cx="1134900" cy="0"/>
          </a:xfrm>
          <a:prstGeom prst="straightConnector1">
            <a:avLst/>
          </a:prstGeom>
          <a:noFill/>
          <a:ln cap="flat" cmpd="sng" w="9525">
            <a:solidFill>
              <a:srgbClr val="E2B08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24"/>
          <p:cNvCxnSpPr/>
          <p:nvPr/>
        </p:nvCxnSpPr>
        <p:spPr>
          <a:xfrm>
            <a:off x="1939697" y="1347062"/>
            <a:ext cx="1134900" cy="0"/>
          </a:xfrm>
          <a:prstGeom prst="straightConnector1">
            <a:avLst/>
          </a:prstGeom>
          <a:noFill/>
          <a:ln cap="flat" cmpd="sng" w="9525">
            <a:solidFill>
              <a:srgbClr val="E2B0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3" name="Google Shape;563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4" name="Google Shape;564;p24"/>
          <p:cNvSpPr txBox="1"/>
          <p:nvPr>
            <p:ph idx="11" type="ftr"/>
          </p:nvPr>
        </p:nvSpPr>
        <p:spPr>
          <a:xfrm>
            <a:off x="4616867" y="4767263"/>
            <a:ext cx="1356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5" name="Google Shape;565;p24"/>
          <p:cNvSpPr txBox="1"/>
          <p:nvPr>
            <p:ph idx="12" type="sldNum"/>
          </p:nvPr>
        </p:nvSpPr>
        <p:spPr>
          <a:xfrm>
            <a:off x="8108156" y="4767263"/>
            <a:ext cx="40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and table">
  <p:cSld name="Chart and table">
    <p:bg>
      <p:bgPr>
        <a:solidFill>
          <a:schemeClr val="accent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8" name="Google Shape;568;p25"/>
          <p:cNvSpPr txBox="1"/>
          <p:nvPr>
            <p:ph idx="1" type="body"/>
          </p:nvPr>
        </p:nvSpPr>
        <p:spPr>
          <a:xfrm>
            <a:off x="561562" y="1021454"/>
            <a:ext cx="50745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69" name="Google Shape;569;p25"/>
          <p:cNvSpPr/>
          <p:nvPr>
            <p:ph idx="2" type="chart"/>
          </p:nvPr>
        </p:nvSpPr>
        <p:spPr>
          <a:xfrm>
            <a:off x="628650" y="1714502"/>
            <a:ext cx="4570800" cy="26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0" name="Google Shape;570;p25"/>
          <p:cNvSpPr txBox="1"/>
          <p:nvPr>
            <p:ph idx="3" type="body"/>
          </p:nvPr>
        </p:nvSpPr>
        <p:spPr>
          <a:xfrm>
            <a:off x="5893594" y="1713468"/>
            <a:ext cx="2360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1" name="Google Shape;571;p25"/>
          <p:cNvSpPr txBox="1"/>
          <p:nvPr>
            <p:ph idx="4" type="body"/>
          </p:nvPr>
        </p:nvSpPr>
        <p:spPr>
          <a:xfrm>
            <a:off x="5893594" y="2084785"/>
            <a:ext cx="23610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>
                <a:solidFill>
                  <a:srgbClr val="595959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2" name="Google Shape;572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3" name="Google Shape;573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4" name="Google Shape;574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ing">
  <p:cSld name="Funding">
    <p:bg>
      <p:bgPr>
        <a:solidFill>
          <a:schemeClr val="lt1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6" name="Google Shape;576;p26"/>
          <p:cNvCxnSpPr/>
          <p:nvPr/>
        </p:nvCxnSpPr>
        <p:spPr>
          <a:xfrm flipH="1">
            <a:off x="188" y="0"/>
            <a:ext cx="928500" cy="9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26"/>
          <p:cNvCxnSpPr/>
          <p:nvPr/>
        </p:nvCxnSpPr>
        <p:spPr>
          <a:xfrm flipH="1">
            <a:off x="113" y="0"/>
            <a:ext cx="2843100" cy="66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8" name="Google Shape;578;p26"/>
          <p:cNvSpPr txBox="1"/>
          <p:nvPr>
            <p:ph type="title"/>
          </p:nvPr>
        </p:nvSpPr>
        <p:spPr>
          <a:xfrm>
            <a:off x="1413867" y="669133"/>
            <a:ext cx="6316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9" name="Google Shape;579;p26"/>
          <p:cNvSpPr txBox="1"/>
          <p:nvPr>
            <p:ph idx="1" type="body"/>
          </p:nvPr>
        </p:nvSpPr>
        <p:spPr>
          <a:xfrm>
            <a:off x="806585" y="1588982"/>
            <a:ext cx="13920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0" name="Google Shape;580;p26"/>
          <p:cNvSpPr txBox="1"/>
          <p:nvPr>
            <p:ph idx="2" type="body"/>
          </p:nvPr>
        </p:nvSpPr>
        <p:spPr>
          <a:xfrm>
            <a:off x="628650" y="2841610"/>
            <a:ext cx="174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1" name="Google Shape;581;p26"/>
          <p:cNvSpPr txBox="1"/>
          <p:nvPr>
            <p:ph idx="3" type="body"/>
          </p:nvPr>
        </p:nvSpPr>
        <p:spPr>
          <a:xfrm>
            <a:off x="628650" y="3348607"/>
            <a:ext cx="174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2" name="Google Shape;582;p26"/>
          <p:cNvSpPr txBox="1"/>
          <p:nvPr>
            <p:ph idx="4" type="body"/>
          </p:nvPr>
        </p:nvSpPr>
        <p:spPr>
          <a:xfrm>
            <a:off x="628650" y="3840542"/>
            <a:ext cx="1748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3" name="Google Shape;583;p26"/>
          <p:cNvSpPr txBox="1"/>
          <p:nvPr>
            <p:ph idx="5" type="body"/>
          </p:nvPr>
        </p:nvSpPr>
        <p:spPr>
          <a:xfrm>
            <a:off x="2858543" y="1588982"/>
            <a:ext cx="13920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4" name="Google Shape;584;p26"/>
          <p:cNvSpPr txBox="1"/>
          <p:nvPr>
            <p:ph idx="6" type="body"/>
          </p:nvPr>
        </p:nvSpPr>
        <p:spPr>
          <a:xfrm>
            <a:off x="2671999" y="2841610"/>
            <a:ext cx="1756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5" name="Google Shape;585;p26"/>
          <p:cNvSpPr txBox="1"/>
          <p:nvPr>
            <p:ph idx="7" type="body"/>
          </p:nvPr>
        </p:nvSpPr>
        <p:spPr>
          <a:xfrm>
            <a:off x="2671999" y="3348607"/>
            <a:ext cx="175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6" name="Google Shape;586;p26"/>
          <p:cNvSpPr txBox="1"/>
          <p:nvPr>
            <p:ph idx="8" type="body"/>
          </p:nvPr>
        </p:nvSpPr>
        <p:spPr>
          <a:xfrm>
            <a:off x="2671999" y="3840542"/>
            <a:ext cx="1756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7" name="Google Shape;587;p26"/>
          <p:cNvSpPr txBox="1"/>
          <p:nvPr>
            <p:ph idx="9" type="body"/>
          </p:nvPr>
        </p:nvSpPr>
        <p:spPr>
          <a:xfrm>
            <a:off x="4893283" y="1588982"/>
            <a:ext cx="13920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8" name="Google Shape;588;p26"/>
          <p:cNvSpPr txBox="1"/>
          <p:nvPr>
            <p:ph idx="13" type="body"/>
          </p:nvPr>
        </p:nvSpPr>
        <p:spPr>
          <a:xfrm>
            <a:off x="4723957" y="2841610"/>
            <a:ext cx="174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9" name="Google Shape;589;p26"/>
          <p:cNvSpPr txBox="1"/>
          <p:nvPr>
            <p:ph idx="14" type="body"/>
          </p:nvPr>
        </p:nvSpPr>
        <p:spPr>
          <a:xfrm>
            <a:off x="4723957" y="3348607"/>
            <a:ext cx="174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0" name="Google Shape;590;p26"/>
          <p:cNvSpPr txBox="1"/>
          <p:nvPr>
            <p:ph idx="15" type="body"/>
          </p:nvPr>
        </p:nvSpPr>
        <p:spPr>
          <a:xfrm>
            <a:off x="4723957" y="3840542"/>
            <a:ext cx="1748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1" name="Google Shape;591;p26"/>
          <p:cNvSpPr txBox="1"/>
          <p:nvPr>
            <p:ph idx="16" type="body"/>
          </p:nvPr>
        </p:nvSpPr>
        <p:spPr>
          <a:xfrm>
            <a:off x="6945241" y="1588982"/>
            <a:ext cx="13920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2" name="Google Shape;592;p26"/>
          <p:cNvSpPr txBox="1"/>
          <p:nvPr>
            <p:ph idx="17" type="body"/>
          </p:nvPr>
        </p:nvSpPr>
        <p:spPr>
          <a:xfrm>
            <a:off x="6767305" y="2841343"/>
            <a:ext cx="174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3" name="Google Shape;593;p26"/>
          <p:cNvSpPr txBox="1"/>
          <p:nvPr>
            <p:ph idx="18" type="body"/>
          </p:nvPr>
        </p:nvSpPr>
        <p:spPr>
          <a:xfrm>
            <a:off x="6767305" y="3348341"/>
            <a:ext cx="174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4" name="Google Shape;594;p26"/>
          <p:cNvSpPr txBox="1"/>
          <p:nvPr>
            <p:ph idx="19" type="body"/>
          </p:nvPr>
        </p:nvSpPr>
        <p:spPr>
          <a:xfrm>
            <a:off x="6767305" y="3840275"/>
            <a:ext cx="1748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5" name="Google Shape;595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6" name="Google Shape;596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7" name="Google Shape;597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Quote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7"/>
          <p:cNvSpPr txBox="1"/>
          <p:nvPr>
            <p:ph type="title"/>
          </p:nvPr>
        </p:nvSpPr>
        <p:spPr>
          <a:xfrm>
            <a:off x="4440127" y="864578"/>
            <a:ext cx="4074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01" name="Google Shape;601;p27"/>
          <p:cNvCxnSpPr/>
          <p:nvPr/>
        </p:nvCxnSpPr>
        <p:spPr>
          <a:xfrm flipH="1" rot="10800000">
            <a:off x="1657350" y="0"/>
            <a:ext cx="1828800" cy="5143500"/>
          </a:xfrm>
          <a:prstGeom prst="straightConnector1">
            <a:avLst/>
          </a:prstGeom>
          <a:noFill/>
          <a:ln cap="flat" cmpd="sng" w="9525">
            <a:solidFill>
              <a:srgbClr val="E2B0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27"/>
          <p:cNvSpPr txBox="1"/>
          <p:nvPr>
            <p:ph idx="1" type="body"/>
          </p:nvPr>
        </p:nvSpPr>
        <p:spPr>
          <a:xfrm>
            <a:off x="4441691" y="1852136"/>
            <a:ext cx="4074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3" name="Google Shape;603;p27"/>
          <p:cNvSpPr txBox="1"/>
          <p:nvPr>
            <p:ph idx="2" type="body"/>
          </p:nvPr>
        </p:nvSpPr>
        <p:spPr>
          <a:xfrm>
            <a:off x="4441371" y="2099205"/>
            <a:ext cx="4074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4" name="Google Shape;604;p27"/>
          <p:cNvSpPr txBox="1"/>
          <p:nvPr>
            <p:ph idx="3" type="body"/>
          </p:nvPr>
        </p:nvSpPr>
        <p:spPr>
          <a:xfrm>
            <a:off x="4441691" y="2676983"/>
            <a:ext cx="4074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5" name="Google Shape;605;p27"/>
          <p:cNvSpPr txBox="1"/>
          <p:nvPr>
            <p:ph idx="4" type="body"/>
          </p:nvPr>
        </p:nvSpPr>
        <p:spPr>
          <a:xfrm>
            <a:off x="4441371" y="2924052"/>
            <a:ext cx="4074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6" name="Google Shape;606;p27"/>
          <p:cNvSpPr txBox="1"/>
          <p:nvPr>
            <p:ph idx="5" type="body"/>
          </p:nvPr>
        </p:nvSpPr>
        <p:spPr>
          <a:xfrm>
            <a:off x="4441691" y="3501830"/>
            <a:ext cx="4074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7" name="Google Shape;607;p27"/>
          <p:cNvSpPr txBox="1"/>
          <p:nvPr>
            <p:ph idx="6" type="body"/>
          </p:nvPr>
        </p:nvSpPr>
        <p:spPr>
          <a:xfrm>
            <a:off x="4441371" y="3748899"/>
            <a:ext cx="4074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>
                <a:solidFill>
                  <a:srgbClr val="3F3F3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8" name="Google Shape;608;p27"/>
          <p:cNvSpPr txBox="1"/>
          <p:nvPr>
            <p:ph idx="10" type="dt"/>
          </p:nvPr>
        </p:nvSpPr>
        <p:spPr>
          <a:xfrm>
            <a:off x="4439760" y="4767263"/>
            <a:ext cx="710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9" name="Google Shape;609;p27"/>
          <p:cNvSpPr txBox="1"/>
          <p:nvPr>
            <p:ph idx="11" type="ftr"/>
          </p:nvPr>
        </p:nvSpPr>
        <p:spPr>
          <a:xfrm>
            <a:off x="5371466" y="4767263"/>
            <a:ext cx="24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0" name="Google Shape;610;p27"/>
          <p:cNvSpPr txBox="1"/>
          <p:nvPr>
            <p:ph idx="12" type="sldNum"/>
          </p:nvPr>
        </p:nvSpPr>
        <p:spPr>
          <a:xfrm>
            <a:off x="8025492" y="4767263"/>
            <a:ext cx="489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28"/>
          <p:cNvPicPr preferRelativeResize="0"/>
          <p:nvPr/>
        </p:nvPicPr>
        <p:blipFill rotWithShape="1">
          <a:blip r:embed="rId2">
            <a:alphaModFix/>
          </a:blip>
          <a:srcRect b="23069" l="0" r="28341" t="18303"/>
          <a:stretch/>
        </p:blipFill>
        <p:spPr>
          <a:xfrm>
            <a:off x="4116611" y="0"/>
            <a:ext cx="50273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8"/>
          <p:cNvSpPr txBox="1"/>
          <p:nvPr>
            <p:ph type="title"/>
          </p:nvPr>
        </p:nvSpPr>
        <p:spPr>
          <a:xfrm>
            <a:off x="1000124" y="765334"/>
            <a:ext cx="2379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>
                <a:solidFill>
                  <a:srgbClr val="3F3F3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p28"/>
          <p:cNvSpPr txBox="1"/>
          <p:nvPr>
            <p:ph idx="1" type="body"/>
          </p:nvPr>
        </p:nvSpPr>
        <p:spPr>
          <a:xfrm>
            <a:off x="1000124" y="2193131"/>
            <a:ext cx="23790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1pPr>
            <a:lvl2pPr indent="-228600" lvl="1" marL="9144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3pPr>
            <a:lvl4pPr indent="-228600" lvl="3" marL="18288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4pPr>
            <a:lvl5pPr indent="-228600" lvl="4" marL="22860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15" name="Google Shape;615;p28"/>
          <p:cNvSpPr txBox="1"/>
          <p:nvPr>
            <p:ph idx="10" type="dt"/>
          </p:nvPr>
        </p:nvSpPr>
        <p:spPr>
          <a:xfrm>
            <a:off x="1000125" y="4767263"/>
            <a:ext cx="738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6" name="Google Shape;616;p28"/>
          <p:cNvSpPr txBox="1"/>
          <p:nvPr>
            <p:ph idx="11" type="ftr"/>
          </p:nvPr>
        </p:nvSpPr>
        <p:spPr>
          <a:xfrm>
            <a:off x="2002414" y="4767262"/>
            <a:ext cx="186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7" name="Google Shape;617;p28"/>
          <p:cNvSpPr txBox="1"/>
          <p:nvPr>
            <p:ph idx="12" type="sldNum"/>
          </p:nvPr>
        </p:nvSpPr>
        <p:spPr>
          <a:xfrm>
            <a:off x="4152229" y="4767263"/>
            <a:ext cx="740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 type="chart">
  <p:cSld name="CHART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9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0" name="Google Shape;620;p29"/>
          <p:cNvSpPr/>
          <p:nvPr>
            <p:ph idx="2" type="chart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1" name="Google Shape;621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2" name="Google Shape;622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3" name="Google Shape;623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woObj">
  <p:cSld name="TWO_OBJECTS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6" name="Google Shape;626;p3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27" name="Google Shape;627;p3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28" name="Google Shape;628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9" name="Google Shape;629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0" name="Google Shape;63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hyperlink" Target="http://drive.google.com/file/d/1BSSyy4ToLwpxQy_--ZQjOPeql6R8LGDr/view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.jpg"/><Relationship Id="rId5" Type="http://schemas.openxmlformats.org/officeDocument/2006/relationships/hyperlink" Target="https://docs.google.com/spreadsheets/d/1N7ll9g7sK9DtGcDIy4uaYeHEGla8wIiO8u3AVWfr7NA/edit#gid=950285893&amp;range=A1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hyperlink" Target="https://docs.google.com/spreadsheets/d/1N7ll9g7sK9DtGcDIy4uaYeHEGla8wIiO8u3AVWfr7NA/edit#gid=993208640&amp;range=A1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xzmZCv7JXK_925nM8YcxIgibea8krupB/view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investopedia.com/" TargetMode="External"/><Relationship Id="rId4" Type="http://schemas.openxmlformats.org/officeDocument/2006/relationships/hyperlink" Target="https://www.fasb.org/" TargetMode="External"/><Relationship Id="rId5" Type="http://schemas.openxmlformats.org/officeDocument/2006/relationships/hyperlink" Target="https://www.paddle.com/blog/cost-plus-pricing" TargetMode="External"/><Relationship Id="rId6" Type="http://schemas.openxmlformats.org/officeDocument/2006/relationships/hyperlink" Target="https://www.thehartford.com/business-insurance/strategy/selling-a-business/determining-market-val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1"/>
          <p:cNvSpPr txBox="1"/>
          <p:nvPr>
            <p:ph type="ctrTitle"/>
          </p:nvPr>
        </p:nvSpPr>
        <p:spPr>
          <a:xfrm>
            <a:off x="824000" y="1613825"/>
            <a:ext cx="4460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AquaChain </a:t>
            </a:r>
            <a:r>
              <a:rPr lang="en"/>
              <a:t>Commercialization Overview </a:t>
            </a:r>
            <a:endParaRPr/>
          </a:p>
        </p:txBody>
      </p:sp>
      <p:sp>
        <p:nvSpPr>
          <p:cNvPr id="636" name="Google Shape;636;p31"/>
          <p:cNvSpPr txBox="1"/>
          <p:nvPr>
            <p:ph idx="1" type="subTitle"/>
          </p:nvPr>
        </p:nvSpPr>
        <p:spPr>
          <a:xfrm>
            <a:off x="824000" y="3596300"/>
            <a:ext cx="46446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Team</a:t>
            </a:r>
            <a:r>
              <a:rPr b="1" lang="en"/>
              <a:t> 1</a:t>
            </a:r>
            <a:r>
              <a:rPr lang="en"/>
              <a:t>: Mihir, William, Shruti, Rachana, Patrick</a:t>
            </a:r>
            <a:endParaRPr/>
          </a:p>
        </p:txBody>
      </p:sp>
      <p:pic>
        <p:nvPicPr>
          <p:cNvPr id="637" name="Google Shape;637;p31"/>
          <p:cNvPicPr preferRelativeResize="0"/>
          <p:nvPr/>
        </p:nvPicPr>
        <p:blipFill rotWithShape="1">
          <a:blip r:embed="rId3">
            <a:alphaModFix/>
          </a:blip>
          <a:srcRect b="-17536" l="0" r="0" t="0"/>
          <a:stretch/>
        </p:blipFill>
        <p:spPr>
          <a:xfrm>
            <a:off x="5468600" y="403325"/>
            <a:ext cx="2433350" cy="373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 txBox="1"/>
          <p:nvPr>
            <p:ph idx="16" type="title"/>
          </p:nvPr>
        </p:nvSpPr>
        <p:spPr>
          <a:xfrm>
            <a:off x="4678863" y="2995650"/>
            <a:ext cx="812700" cy="718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1"/>
                </a:solidFill>
              </a:rPr>
              <a:t>04</a:t>
            </a:r>
            <a:endParaRPr sz="2700">
              <a:solidFill>
                <a:schemeClr val="accent1"/>
              </a:solidFill>
            </a:endParaRPr>
          </a:p>
        </p:txBody>
      </p:sp>
      <p:sp>
        <p:nvSpPr>
          <p:cNvPr id="643" name="Google Shape;643;p32"/>
          <p:cNvSpPr/>
          <p:nvPr/>
        </p:nvSpPr>
        <p:spPr>
          <a:xfrm rot="10800000">
            <a:off x="4777728" y="1327464"/>
            <a:ext cx="614974" cy="615153"/>
          </a:xfrm>
          <a:custGeom>
            <a:rect b="b" l="l" r="r" t="t"/>
            <a:pathLst>
              <a:path extrusionOk="0" h="3438" w="3437">
                <a:moveTo>
                  <a:pt x="1716" y="1"/>
                </a:moveTo>
                <a:cubicBezTo>
                  <a:pt x="764" y="1"/>
                  <a:pt x="0" y="765"/>
                  <a:pt x="0" y="1722"/>
                </a:cubicBezTo>
                <a:cubicBezTo>
                  <a:pt x="0" y="2674"/>
                  <a:pt x="764" y="3437"/>
                  <a:pt x="1716" y="3437"/>
                </a:cubicBezTo>
                <a:cubicBezTo>
                  <a:pt x="2673" y="3437"/>
                  <a:pt x="3437" y="2674"/>
                  <a:pt x="3437" y="1722"/>
                </a:cubicBezTo>
                <a:cubicBezTo>
                  <a:pt x="3437" y="765"/>
                  <a:pt x="2673" y="1"/>
                  <a:pt x="171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</p:txBody>
      </p:sp>
      <p:sp>
        <p:nvSpPr>
          <p:cNvPr id="644" name="Google Shape;644;p32"/>
          <p:cNvSpPr txBox="1"/>
          <p:nvPr>
            <p:ph idx="19" type="title"/>
          </p:nvPr>
        </p:nvSpPr>
        <p:spPr>
          <a:xfrm>
            <a:off x="634725" y="1696950"/>
            <a:ext cx="747600" cy="718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1"/>
                </a:solidFill>
              </a:rPr>
              <a:t>01</a:t>
            </a:r>
            <a:endParaRPr sz="3100">
              <a:solidFill>
                <a:schemeClr val="accent1"/>
              </a:solidFill>
            </a:endParaRPr>
          </a:p>
        </p:txBody>
      </p:sp>
      <p:sp>
        <p:nvSpPr>
          <p:cNvPr id="645" name="Google Shape;645;p32"/>
          <p:cNvSpPr txBox="1"/>
          <p:nvPr>
            <p:ph idx="2" type="subTitle"/>
          </p:nvPr>
        </p:nvSpPr>
        <p:spPr>
          <a:xfrm>
            <a:off x="1447425" y="3301243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How much do we anticipate?</a:t>
            </a:r>
            <a:endParaRPr sz="2200"/>
          </a:p>
        </p:txBody>
      </p:sp>
      <p:sp>
        <p:nvSpPr>
          <p:cNvPr id="646" name="Google Shape;646;p32"/>
          <p:cNvSpPr txBox="1"/>
          <p:nvPr>
            <p:ph idx="4" type="subTitle"/>
          </p:nvPr>
        </p:nvSpPr>
        <p:spPr>
          <a:xfrm>
            <a:off x="5665675" y="1942613"/>
            <a:ext cx="22707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How are our numbers?</a:t>
            </a:r>
            <a:endParaRPr sz="2200"/>
          </a:p>
        </p:txBody>
      </p:sp>
      <p:sp>
        <p:nvSpPr>
          <p:cNvPr id="647" name="Google Shape;647;p32"/>
          <p:cNvSpPr txBox="1"/>
          <p:nvPr>
            <p:ph idx="8" type="subTitle"/>
          </p:nvPr>
        </p:nvSpPr>
        <p:spPr>
          <a:xfrm>
            <a:off x="5567023" y="3238226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What we believe.</a:t>
            </a:r>
            <a:endParaRPr sz="2200"/>
          </a:p>
        </p:txBody>
      </p:sp>
      <p:sp>
        <p:nvSpPr>
          <p:cNvPr id="648" name="Google Shape;648;p32"/>
          <p:cNvSpPr txBox="1"/>
          <p:nvPr>
            <p:ph idx="15" type="subTitle"/>
          </p:nvPr>
        </p:nvSpPr>
        <p:spPr>
          <a:xfrm>
            <a:off x="1436613" y="1988500"/>
            <a:ext cx="29757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200"/>
              <a:t>Cost of Developing.</a:t>
            </a:r>
            <a:endParaRPr sz="2200"/>
          </a:p>
        </p:txBody>
      </p:sp>
      <p:sp>
        <p:nvSpPr>
          <p:cNvPr id="649" name="Google Shape;649;p32"/>
          <p:cNvSpPr txBox="1"/>
          <p:nvPr>
            <p:ph type="title"/>
          </p:nvPr>
        </p:nvSpPr>
        <p:spPr>
          <a:xfrm>
            <a:off x="385600" y="4427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Commercialization</a:t>
            </a:r>
            <a:r>
              <a:rPr lang="en"/>
              <a:t> Process</a:t>
            </a:r>
            <a:endParaRPr/>
          </a:p>
        </p:txBody>
      </p:sp>
      <p:sp>
        <p:nvSpPr>
          <p:cNvPr id="650" name="Google Shape;650;p32"/>
          <p:cNvSpPr txBox="1"/>
          <p:nvPr>
            <p:ph idx="1" type="subTitle"/>
          </p:nvPr>
        </p:nvSpPr>
        <p:spPr>
          <a:xfrm>
            <a:off x="1447425" y="2938138"/>
            <a:ext cx="25176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/>
              <a:t>Sales forecast </a:t>
            </a:r>
            <a:endParaRPr sz="2300"/>
          </a:p>
        </p:txBody>
      </p:sp>
      <p:sp>
        <p:nvSpPr>
          <p:cNvPr id="651" name="Google Shape;651;p32"/>
          <p:cNvSpPr txBox="1"/>
          <p:nvPr>
            <p:ph idx="3" type="subTitle"/>
          </p:nvPr>
        </p:nvSpPr>
        <p:spPr>
          <a:xfrm>
            <a:off x="5566750" y="1617872"/>
            <a:ext cx="2927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/>
              <a:t>Financials</a:t>
            </a:r>
            <a:endParaRPr sz="2300"/>
          </a:p>
        </p:txBody>
      </p:sp>
      <p:sp>
        <p:nvSpPr>
          <p:cNvPr id="652" name="Google Shape;652;p32"/>
          <p:cNvSpPr txBox="1"/>
          <p:nvPr>
            <p:ph idx="7" type="subTitle"/>
          </p:nvPr>
        </p:nvSpPr>
        <p:spPr>
          <a:xfrm>
            <a:off x="5566761" y="2924222"/>
            <a:ext cx="2927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/>
              <a:t>Valuation</a:t>
            </a:r>
            <a:endParaRPr sz="2300"/>
          </a:p>
        </p:txBody>
      </p:sp>
      <p:sp>
        <p:nvSpPr>
          <p:cNvPr id="653" name="Google Shape;653;p32"/>
          <p:cNvSpPr txBox="1"/>
          <p:nvPr>
            <p:ph idx="14" type="subTitle"/>
          </p:nvPr>
        </p:nvSpPr>
        <p:spPr>
          <a:xfrm>
            <a:off x="1406025" y="1617875"/>
            <a:ext cx="3128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/>
              <a:t>Development costs</a:t>
            </a:r>
            <a:endParaRPr sz="2300"/>
          </a:p>
        </p:txBody>
      </p:sp>
      <p:grpSp>
        <p:nvGrpSpPr>
          <p:cNvPr id="654" name="Google Shape;654;p32"/>
          <p:cNvGrpSpPr/>
          <p:nvPr/>
        </p:nvGrpSpPr>
        <p:grpSpPr>
          <a:xfrm>
            <a:off x="7692806" y="1255880"/>
            <a:ext cx="1451263" cy="2888569"/>
            <a:chOff x="8243999" y="3352137"/>
            <a:chExt cx="900008" cy="1791360"/>
          </a:xfrm>
        </p:grpSpPr>
        <p:sp>
          <p:nvSpPr>
            <p:cNvPr id="655" name="Google Shape;655;p32"/>
            <p:cNvSpPr/>
            <p:nvPr/>
          </p:nvSpPr>
          <p:spPr>
            <a:xfrm>
              <a:off x="8544087" y="3651693"/>
              <a:ext cx="599917" cy="1192246"/>
            </a:xfrm>
            <a:custGeom>
              <a:rect b="b" l="l" r="r" t="t"/>
              <a:pathLst>
                <a:path extrusionOk="0" h="8983" w="4520">
                  <a:moveTo>
                    <a:pt x="4520" y="0"/>
                  </a:moveTo>
                  <a:cubicBezTo>
                    <a:pt x="3245" y="0"/>
                    <a:pt x="2142" y="464"/>
                    <a:pt x="1331" y="1275"/>
                  </a:cubicBezTo>
                  <a:lnTo>
                    <a:pt x="4520" y="4519"/>
                  </a:lnTo>
                  <a:lnTo>
                    <a:pt x="4520" y="0"/>
                  </a:lnTo>
                  <a:close/>
                  <a:moveTo>
                    <a:pt x="1" y="4519"/>
                  </a:moveTo>
                  <a:cubicBezTo>
                    <a:pt x="1" y="7012"/>
                    <a:pt x="2026" y="8982"/>
                    <a:pt x="4520" y="8982"/>
                  </a:cubicBezTo>
                  <a:lnTo>
                    <a:pt x="4520" y="4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8544087" y="3820782"/>
              <a:ext cx="599917" cy="430685"/>
            </a:xfrm>
            <a:custGeom>
              <a:rect b="b" l="l" r="r" t="t"/>
              <a:pathLst>
                <a:path extrusionOk="0" h="3245" w="4520">
                  <a:moveTo>
                    <a:pt x="1331" y="1"/>
                  </a:moveTo>
                  <a:cubicBezTo>
                    <a:pt x="520" y="872"/>
                    <a:pt x="1" y="1970"/>
                    <a:pt x="1" y="3245"/>
                  </a:cubicBezTo>
                  <a:lnTo>
                    <a:pt x="4520" y="3245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8513428" y="3352137"/>
              <a:ext cx="630576" cy="468776"/>
            </a:xfrm>
            <a:custGeom>
              <a:rect b="b" l="l" r="r" t="t"/>
              <a:pathLst>
                <a:path extrusionOk="0" h="3532" w="4751">
                  <a:moveTo>
                    <a:pt x="4751" y="0"/>
                  </a:moveTo>
                  <a:cubicBezTo>
                    <a:pt x="2897" y="0"/>
                    <a:pt x="1215" y="751"/>
                    <a:pt x="0" y="1970"/>
                  </a:cubicBezTo>
                  <a:lnTo>
                    <a:pt x="1562" y="3532"/>
                  </a:lnTo>
                  <a:cubicBezTo>
                    <a:pt x="2373" y="2721"/>
                    <a:pt x="3476" y="2257"/>
                    <a:pt x="4751" y="2257"/>
                  </a:cubicBezTo>
                  <a:lnTo>
                    <a:pt x="4751" y="0"/>
                  </a:ln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8243999" y="4251336"/>
              <a:ext cx="900008" cy="892161"/>
            </a:xfrm>
            <a:custGeom>
              <a:rect b="b" l="l" r="r" t="t"/>
              <a:pathLst>
                <a:path extrusionOk="0" h="6722" w="6781">
                  <a:moveTo>
                    <a:pt x="0" y="1"/>
                  </a:moveTo>
                  <a:cubicBezTo>
                    <a:pt x="0" y="3537"/>
                    <a:pt x="2781" y="6434"/>
                    <a:pt x="6257" y="6721"/>
                  </a:cubicBezTo>
                  <a:lnTo>
                    <a:pt x="6781" y="6721"/>
                  </a:lnTo>
                  <a:lnTo>
                    <a:pt x="6781" y="6666"/>
                  </a:lnTo>
                  <a:lnTo>
                    <a:pt x="6781" y="4464"/>
                  </a:lnTo>
                  <a:cubicBezTo>
                    <a:pt x="4287" y="4464"/>
                    <a:pt x="2262" y="2494"/>
                    <a:pt x="2262" y="1"/>
                  </a:cubicBezTo>
                  <a:close/>
                </a:path>
              </a:pathLst>
            </a:custGeom>
            <a:solidFill>
              <a:srgbClr val="1D2B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8243999" y="3613469"/>
              <a:ext cx="476881" cy="637997"/>
            </a:xfrm>
            <a:custGeom>
              <a:rect b="b" l="l" r="r" t="t"/>
              <a:pathLst>
                <a:path extrusionOk="0" h="4807" w="3593">
                  <a:moveTo>
                    <a:pt x="2030" y="1"/>
                  </a:moveTo>
                  <a:cubicBezTo>
                    <a:pt x="811" y="1215"/>
                    <a:pt x="0" y="2897"/>
                    <a:pt x="0" y="4807"/>
                  </a:cubicBezTo>
                  <a:lnTo>
                    <a:pt x="2262" y="4807"/>
                  </a:lnTo>
                  <a:cubicBezTo>
                    <a:pt x="2262" y="3532"/>
                    <a:pt x="2781" y="2434"/>
                    <a:pt x="3592" y="1563"/>
                  </a:cubicBezTo>
                  <a:lnTo>
                    <a:pt x="2030" y="1"/>
                  </a:lnTo>
                  <a:close/>
                </a:path>
              </a:pathLst>
            </a:custGeom>
            <a:solidFill>
              <a:srgbClr val="449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0" name="Google Shape;660;p32"/>
          <p:cNvSpPr txBox="1"/>
          <p:nvPr>
            <p:ph idx="6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by Mihir</a:t>
            </a:r>
            <a:endParaRPr/>
          </a:p>
        </p:txBody>
      </p:sp>
      <p:sp>
        <p:nvSpPr>
          <p:cNvPr id="661" name="Google Shape;661;p32"/>
          <p:cNvSpPr txBox="1"/>
          <p:nvPr>
            <p:ph idx="19" type="title"/>
          </p:nvPr>
        </p:nvSpPr>
        <p:spPr>
          <a:xfrm>
            <a:off x="602175" y="3097225"/>
            <a:ext cx="812700" cy="718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1"/>
                </a:solidFill>
              </a:rPr>
              <a:t>02</a:t>
            </a:r>
            <a:endParaRPr sz="3100">
              <a:solidFill>
                <a:schemeClr val="accent1"/>
              </a:solidFill>
            </a:endParaRPr>
          </a:p>
        </p:txBody>
      </p:sp>
      <p:sp>
        <p:nvSpPr>
          <p:cNvPr id="662" name="Google Shape;662;p32"/>
          <p:cNvSpPr txBox="1"/>
          <p:nvPr>
            <p:ph idx="19" type="title"/>
          </p:nvPr>
        </p:nvSpPr>
        <p:spPr>
          <a:xfrm>
            <a:off x="4676650" y="1696962"/>
            <a:ext cx="747600" cy="718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1"/>
                </a:solidFill>
              </a:rPr>
              <a:t>03</a:t>
            </a:r>
            <a:endParaRPr sz="3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3"/>
          <p:cNvSpPr txBox="1"/>
          <p:nvPr>
            <p:ph idx="2" type="title"/>
          </p:nvPr>
        </p:nvSpPr>
        <p:spPr>
          <a:xfrm>
            <a:off x="1437265" y="1091852"/>
            <a:ext cx="6281100" cy="11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68" name="Google Shape;668;p33"/>
          <p:cNvSpPr txBox="1"/>
          <p:nvPr>
            <p:ph type="title"/>
          </p:nvPr>
        </p:nvSpPr>
        <p:spPr>
          <a:xfrm>
            <a:off x="1778065" y="2378000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&amp; Production Costs</a:t>
            </a:r>
            <a:endParaRPr/>
          </a:p>
        </p:txBody>
      </p:sp>
      <p:sp>
        <p:nvSpPr>
          <p:cNvPr id="669" name="Google Shape;669;p33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4"/>
          <p:cNvSpPr txBox="1"/>
          <p:nvPr>
            <p:ph type="title"/>
          </p:nvPr>
        </p:nvSpPr>
        <p:spPr>
          <a:xfrm>
            <a:off x="713100" y="3039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costs</a:t>
            </a:r>
            <a:endParaRPr/>
          </a:p>
        </p:txBody>
      </p:sp>
      <p:sp>
        <p:nvSpPr>
          <p:cNvPr id="675" name="Google Shape;675;p34"/>
          <p:cNvSpPr txBox="1"/>
          <p:nvPr>
            <p:ph idx="6" type="subTitle"/>
          </p:nvPr>
        </p:nvSpPr>
        <p:spPr>
          <a:xfrm>
            <a:off x="7298400" y="465852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by Mihir</a:t>
            </a:r>
            <a:endParaRPr/>
          </a:p>
        </p:txBody>
      </p:sp>
      <p:pic>
        <p:nvPicPr>
          <p:cNvPr id="676" name="Google Shape;6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8375"/>
            <a:ext cx="8839202" cy="2038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/>
          <p:cNvSpPr txBox="1"/>
          <p:nvPr>
            <p:ph type="title"/>
          </p:nvPr>
        </p:nvSpPr>
        <p:spPr>
          <a:xfrm>
            <a:off x="713100" y="3039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costs</a:t>
            </a:r>
            <a:endParaRPr/>
          </a:p>
        </p:txBody>
      </p:sp>
      <p:sp>
        <p:nvSpPr>
          <p:cNvPr id="682" name="Google Shape;682;p35"/>
          <p:cNvSpPr txBox="1"/>
          <p:nvPr>
            <p:ph idx="7" type="subTitle"/>
          </p:nvPr>
        </p:nvSpPr>
        <p:spPr>
          <a:xfrm>
            <a:off x="321987" y="546875"/>
            <a:ext cx="1616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Design</a:t>
            </a:r>
            <a:endParaRPr/>
          </a:p>
        </p:txBody>
      </p:sp>
      <p:sp>
        <p:nvSpPr>
          <p:cNvPr id="683" name="Google Shape;683;p35"/>
          <p:cNvSpPr txBox="1"/>
          <p:nvPr>
            <p:ph idx="6" type="subTitle"/>
          </p:nvPr>
        </p:nvSpPr>
        <p:spPr>
          <a:xfrm>
            <a:off x="7298400" y="465852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by Mihir</a:t>
            </a:r>
            <a:endParaRPr/>
          </a:p>
        </p:txBody>
      </p:sp>
      <p:sp>
        <p:nvSpPr>
          <p:cNvPr id="684" name="Google Shape;684;p35"/>
          <p:cNvSpPr txBox="1"/>
          <p:nvPr>
            <p:ph idx="7" type="subTitle"/>
          </p:nvPr>
        </p:nvSpPr>
        <p:spPr>
          <a:xfrm>
            <a:off x="7038575" y="546875"/>
            <a:ext cx="1616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</a:t>
            </a:r>
            <a:endParaRPr/>
          </a:p>
        </p:txBody>
      </p:sp>
      <p:sp>
        <p:nvSpPr>
          <p:cNvPr id="685" name="Google Shape;685;p35"/>
          <p:cNvSpPr txBox="1"/>
          <p:nvPr>
            <p:ph idx="7" type="subTitle"/>
          </p:nvPr>
        </p:nvSpPr>
        <p:spPr>
          <a:xfrm>
            <a:off x="5198775" y="2866675"/>
            <a:ext cx="1616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</a:t>
            </a:r>
            <a:endParaRPr/>
          </a:p>
        </p:txBody>
      </p:sp>
      <p:sp>
        <p:nvSpPr>
          <p:cNvPr id="686" name="Google Shape;686;p35"/>
          <p:cNvSpPr txBox="1"/>
          <p:nvPr>
            <p:ph idx="7" type="subTitle"/>
          </p:nvPr>
        </p:nvSpPr>
        <p:spPr>
          <a:xfrm>
            <a:off x="2375875" y="2832875"/>
            <a:ext cx="1616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graphicFrame>
        <p:nvGraphicFramePr>
          <p:cNvPr id="687" name="Google Shape;687;p35"/>
          <p:cNvGraphicFramePr/>
          <p:nvPr/>
        </p:nvGraphicFramePr>
        <p:xfrm>
          <a:off x="369625" y="848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775750"/>
                <a:gridCol w="745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Subtotal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$156,000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</a:tr>
            </a:tbl>
          </a:graphicData>
        </a:graphic>
      </p:graphicFrame>
      <p:graphicFrame>
        <p:nvGraphicFramePr>
          <p:cNvPr id="688" name="Google Shape;688;p35"/>
          <p:cNvGraphicFramePr/>
          <p:nvPr/>
        </p:nvGraphicFramePr>
        <p:xfrm>
          <a:off x="6960400" y="84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904125"/>
                <a:gridCol w="868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Subtotal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$102,700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</a:tr>
            </a:tbl>
          </a:graphicData>
        </a:graphic>
      </p:graphicFrame>
      <p:graphicFrame>
        <p:nvGraphicFramePr>
          <p:cNvPr id="689" name="Google Shape;689;p35"/>
          <p:cNvGraphicFramePr/>
          <p:nvPr/>
        </p:nvGraphicFramePr>
        <p:xfrm>
          <a:off x="2375875" y="313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824375"/>
                <a:gridCol w="791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Subtotal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$54,000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</a:tr>
            </a:tbl>
          </a:graphicData>
        </a:graphic>
      </p:graphicFrame>
      <p:graphicFrame>
        <p:nvGraphicFramePr>
          <p:cNvPr id="690" name="Google Shape;690;p35"/>
          <p:cNvGraphicFramePr/>
          <p:nvPr/>
        </p:nvGraphicFramePr>
        <p:xfrm>
          <a:off x="5120600" y="312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904125"/>
                <a:gridCol w="868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Subtotal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$54,000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/>
                </a:tc>
              </a:tr>
            </a:tbl>
          </a:graphicData>
        </a:graphic>
      </p:graphicFrame>
      <p:graphicFrame>
        <p:nvGraphicFramePr>
          <p:cNvPr id="691" name="Google Shape;691;p35"/>
          <p:cNvGraphicFramePr/>
          <p:nvPr/>
        </p:nvGraphicFramePr>
        <p:xfrm>
          <a:off x="3131113" y="180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2167700"/>
                <a:gridCol w="7977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Development Cost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$366,700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b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692" name="Google Shape;692;p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7" y="1228563"/>
            <a:ext cx="2513775" cy="155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9750" y="1228574"/>
            <a:ext cx="2513775" cy="155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5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7047" y="3514578"/>
            <a:ext cx="2513775" cy="155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8548" y="3519325"/>
            <a:ext cx="2513775" cy="155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Production Costs : Table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1" name="Google Shape;7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000" y="1151550"/>
            <a:ext cx="767911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75" y="412650"/>
            <a:ext cx="8114151" cy="46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7"/>
          <p:cNvSpPr txBox="1"/>
          <p:nvPr>
            <p:ph type="title"/>
          </p:nvPr>
        </p:nvSpPr>
        <p:spPr>
          <a:xfrm>
            <a:off x="1080913" y="988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Production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costs </a:t>
            </a:r>
            <a:endParaRPr/>
          </a:p>
        </p:txBody>
      </p:sp>
      <p:grpSp>
        <p:nvGrpSpPr>
          <p:cNvPr id="708" name="Google Shape;708;p37"/>
          <p:cNvGrpSpPr/>
          <p:nvPr/>
        </p:nvGrpSpPr>
        <p:grpSpPr>
          <a:xfrm>
            <a:off x="4109159" y="2454110"/>
            <a:ext cx="751490" cy="577790"/>
            <a:chOff x="-62511900" y="4129100"/>
            <a:chExt cx="304050" cy="282000"/>
          </a:xfrm>
        </p:grpSpPr>
        <p:sp>
          <p:nvSpPr>
            <p:cNvPr id="709" name="Google Shape;709;p37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37"/>
          <p:cNvSpPr txBox="1"/>
          <p:nvPr>
            <p:ph idx="4294967295" type="subTitle"/>
          </p:nvPr>
        </p:nvSpPr>
        <p:spPr>
          <a:xfrm>
            <a:off x="7204650" y="4734100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</a:t>
            </a:r>
            <a:r>
              <a:rPr lang="en"/>
              <a:t>William</a:t>
            </a:r>
            <a:endParaRPr/>
          </a:p>
        </p:txBody>
      </p:sp>
      <p:pic>
        <p:nvPicPr>
          <p:cNvPr id="715" name="Google Shape;715;p37" title="Production Costs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8"/>
          <p:cNvSpPr txBox="1"/>
          <p:nvPr>
            <p:ph idx="2" type="title"/>
          </p:nvPr>
        </p:nvSpPr>
        <p:spPr>
          <a:xfrm>
            <a:off x="1437265" y="1091852"/>
            <a:ext cx="6281100" cy="11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1" name="Google Shape;721;p38"/>
          <p:cNvSpPr txBox="1"/>
          <p:nvPr>
            <p:ph type="title"/>
          </p:nvPr>
        </p:nvSpPr>
        <p:spPr>
          <a:xfrm>
            <a:off x="1778065" y="2378000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Forecast</a:t>
            </a:r>
            <a:endParaRPr/>
          </a:p>
        </p:txBody>
      </p:sp>
      <p:sp>
        <p:nvSpPr>
          <p:cNvPr id="722" name="Google Shape;722;p38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</a:t>
            </a:r>
            <a:r>
              <a:rPr lang="en"/>
              <a:t>Shruti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9"/>
          <p:cNvSpPr txBox="1"/>
          <p:nvPr>
            <p:ph type="title"/>
          </p:nvPr>
        </p:nvSpPr>
        <p:spPr>
          <a:xfrm>
            <a:off x="713100" y="1405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Forecast </a:t>
            </a:r>
            <a:endParaRPr/>
          </a:p>
        </p:txBody>
      </p:sp>
      <p:graphicFrame>
        <p:nvGraphicFramePr>
          <p:cNvPr id="728" name="Google Shape;728;p39"/>
          <p:cNvGraphicFramePr/>
          <p:nvPr/>
        </p:nvGraphicFramePr>
        <p:xfrm>
          <a:off x="387013" y="13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415950"/>
                <a:gridCol w="1460975"/>
                <a:gridCol w="1349575"/>
                <a:gridCol w="1326550"/>
                <a:gridCol w="1390825"/>
                <a:gridCol w="1367525"/>
                <a:gridCol w="1058575"/>
              </a:tblGrid>
              <a:tr h="36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Year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Clients in Pipeline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Client Growth (%)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Conversion Rate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Price per Unit ($)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Annual Units Sold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Revenue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2024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10,000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$174.48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$174,480.00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2025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13,000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$174.48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1,950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$340,236.00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2026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15,600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$191.93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3,120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$598,815.36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2027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17,940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$191.93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3,588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$688,637.66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2028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19,734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30%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$211.12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5,920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$1,249,890.38</a:t>
                      </a:r>
                      <a:endParaRPr sz="12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0"/>
          <p:cNvSpPr txBox="1"/>
          <p:nvPr>
            <p:ph type="title"/>
          </p:nvPr>
        </p:nvSpPr>
        <p:spPr>
          <a:xfrm>
            <a:off x="647975" y="753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Forecast</a:t>
            </a:r>
            <a:endParaRPr/>
          </a:p>
        </p:txBody>
      </p:sp>
      <p:pic>
        <p:nvPicPr>
          <p:cNvPr id="734" name="Google Shape;7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25" y="941775"/>
            <a:ext cx="6514750" cy="37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1"/>
          <p:cNvSpPr txBox="1"/>
          <p:nvPr>
            <p:ph idx="4294967295" type="subTitle"/>
          </p:nvPr>
        </p:nvSpPr>
        <p:spPr>
          <a:xfrm>
            <a:off x="7715850" y="4751350"/>
            <a:ext cx="1374600" cy="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Slide by Shruti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0" name="Google Shape;740;p41"/>
          <p:cNvSpPr txBox="1"/>
          <p:nvPr/>
        </p:nvSpPr>
        <p:spPr>
          <a:xfrm>
            <a:off x="2449675" y="0"/>
            <a:ext cx="3679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Sales Forecast Graph</a:t>
            </a:r>
            <a:endParaRPr b="1" sz="27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1" name="Google Shape;741;p41"/>
          <p:cNvSpPr txBox="1"/>
          <p:nvPr/>
        </p:nvSpPr>
        <p:spPr>
          <a:xfrm>
            <a:off x="1535450" y="4142250"/>
            <a:ext cx="6180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Link for cumulative and </a:t>
            </a:r>
            <a:r>
              <a:rPr b="1" lang="en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monthly</a:t>
            </a:r>
            <a:r>
              <a:rPr b="1" lang="en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revenue calculations provided below </a:t>
            </a:r>
            <a:endParaRPr b="1" sz="13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42" name="Google Shape;7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00" y="1095325"/>
            <a:ext cx="4431057" cy="278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475" y="1120200"/>
            <a:ext cx="4201375" cy="27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2"/>
          <p:cNvSpPr txBox="1"/>
          <p:nvPr>
            <p:ph type="title"/>
          </p:nvPr>
        </p:nvSpPr>
        <p:spPr>
          <a:xfrm>
            <a:off x="759525" y="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chemeClr val="dk1"/>
                </a:solidFill>
              </a:rPr>
              <a:t>Pricing Model : Table 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749" name="Google Shape;7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600" y="514050"/>
            <a:ext cx="5864625" cy="34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42"/>
          <p:cNvSpPr txBox="1"/>
          <p:nvPr/>
        </p:nvSpPr>
        <p:spPr>
          <a:xfrm>
            <a:off x="7570625" y="4702850"/>
            <a:ext cx="15330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1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Slide by Rachana</a:t>
            </a:r>
            <a:endParaRPr sz="1315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51" name="Google Shape;7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075" y="4058649"/>
            <a:ext cx="6727250" cy="10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3"/>
          <p:cNvSpPr txBox="1"/>
          <p:nvPr>
            <p:ph type="title"/>
          </p:nvPr>
        </p:nvSpPr>
        <p:spPr>
          <a:xfrm>
            <a:off x="653850" y="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ricing Model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7" name="Google Shape;757;p43"/>
          <p:cNvSpPr txBox="1"/>
          <p:nvPr/>
        </p:nvSpPr>
        <p:spPr>
          <a:xfrm>
            <a:off x="477175" y="1016475"/>
            <a:ext cx="2849100" cy="57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Monthly Production Cost in $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43"/>
          <p:cNvSpPr txBox="1"/>
          <p:nvPr>
            <p:ph idx="4294967295" type="subTitle"/>
          </p:nvPr>
        </p:nvSpPr>
        <p:spPr>
          <a:xfrm>
            <a:off x="7344900" y="4729325"/>
            <a:ext cx="1799100" cy="2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315"/>
              <a:t>Slide by Rachana</a:t>
            </a:r>
            <a:endParaRPr sz="1315"/>
          </a:p>
        </p:txBody>
      </p:sp>
      <p:pic>
        <p:nvPicPr>
          <p:cNvPr id="759" name="Google Shape;75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25" y="2073550"/>
            <a:ext cx="2765749" cy="19485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3"/>
          <p:cNvSpPr txBox="1"/>
          <p:nvPr/>
        </p:nvSpPr>
        <p:spPr>
          <a:xfrm>
            <a:off x="1352125" y="3919675"/>
            <a:ext cx="1725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Quantity</a:t>
            </a:r>
            <a:r>
              <a:rPr b="1"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Produced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 rot="-5400000">
            <a:off x="-53225" y="3015025"/>
            <a:ext cx="1387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Total Cost in $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2" name="Google Shape;762;p43"/>
          <p:cNvSpPr txBox="1"/>
          <p:nvPr/>
        </p:nvSpPr>
        <p:spPr>
          <a:xfrm>
            <a:off x="1352125" y="3327425"/>
            <a:ext cx="192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Fixed Cost</a:t>
            </a: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: $</a:t>
            </a: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138,080 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3" name="Google Shape;763;p43"/>
          <p:cNvSpPr txBox="1"/>
          <p:nvPr/>
        </p:nvSpPr>
        <p:spPr>
          <a:xfrm>
            <a:off x="1456525" y="2733100"/>
            <a:ext cx="2025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Variable Cost : $20,540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4" name="Google Shape;764;p43"/>
          <p:cNvPicPr preferRelativeResize="0"/>
          <p:nvPr/>
        </p:nvPicPr>
        <p:blipFill rotWithShape="1">
          <a:blip r:embed="rId4">
            <a:alphaModFix/>
          </a:blip>
          <a:srcRect b="2117" l="5073" r="2845" t="5801"/>
          <a:stretch/>
        </p:blipFill>
        <p:spPr>
          <a:xfrm>
            <a:off x="3688025" y="616400"/>
            <a:ext cx="4846099" cy="399843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3"/>
          <p:cNvSpPr txBox="1"/>
          <p:nvPr/>
        </p:nvSpPr>
        <p:spPr>
          <a:xfrm>
            <a:off x="4199175" y="1133975"/>
            <a:ext cx="3962700" cy="80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Annual Sales Forecasted in units : 1000</a:t>
            </a:r>
            <a:endParaRPr b="1" sz="145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Margin : 10%</a:t>
            </a:r>
            <a:endParaRPr b="1" sz="145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4087225" y="2322550"/>
            <a:ext cx="4353300" cy="14505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385623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b="1" lang="en" sz="1800">
                <a:solidFill>
                  <a:srgbClr val="385623"/>
                </a:solidFill>
                <a:latin typeface="Poppins"/>
                <a:ea typeface="Poppins"/>
                <a:cs typeface="Poppins"/>
                <a:sym typeface="Poppins"/>
              </a:rPr>
              <a:t>📢📢</a:t>
            </a:r>
            <a:r>
              <a:rPr b="1" lang="en" sz="1450">
                <a:solidFill>
                  <a:srgbClr val="385623"/>
                </a:solidFill>
                <a:latin typeface="Poppins"/>
                <a:ea typeface="Poppins"/>
                <a:cs typeface="Poppins"/>
                <a:sym typeface="Poppins"/>
              </a:rPr>
              <a:t> Selling Price per unit : </a:t>
            </a:r>
            <a:r>
              <a:rPr b="1" lang="en" sz="1450">
                <a:solidFill>
                  <a:srgbClr val="385623"/>
                </a:solidFill>
                <a:highlight>
                  <a:schemeClr val="lt2"/>
                </a:highlight>
                <a:latin typeface="Poppins"/>
                <a:ea typeface="Poppins"/>
                <a:cs typeface="Poppins"/>
                <a:sym typeface="Poppins"/>
              </a:rPr>
              <a:t>$174.48 </a:t>
            </a:r>
            <a:endParaRPr b="1" sz="1450">
              <a:solidFill>
                <a:srgbClr val="385623"/>
              </a:solidFill>
              <a:highlight>
                <a:schemeClr val="lt2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latin typeface="Poppins"/>
                <a:ea typeface="Poppins"/>
                <a:cs typeface="Poppins"/>
                <a:sym typeface="Poppins"/>
              </a:rPr>
              <a:t>Aqua chain manages ~1.45 million gallons of water for a price of $174.48</a:t>
            </a:r>
            <a:endParaRPr b="1"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562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7" name="Google Shape;767;p43"/>
          <p:cNvSpPr txBox="1"/>
          <p:nvPr/>
        </p:nvSpPr>
        <p:spPr>
          <a:xfrm>
            <a:off x="796025" y="4658525"/>
            <a:ext cx="63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For Detailed analysis of pricing model </a:t>
            </a:r>
            <a:r>
              <a:rPr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Team1: Overview of Commercialization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4"/>
          <p:cNvSpPr txBox="1"/>
          <p:nvPr>
            <p:ph idx="2" type="title"/>
          </p:nvPr>
        </p:nvSpPr>
        <p:spPr>
          <a:xfrm>
            <a:off x="1437265" y="1091852"/>
            <a:ext cx="6281100" cy="11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73" name="Google Shape;773;p44"/>
          <p:cNvSpPr txBox="1"/>
          <p:nvPr>
            <p:ph type="title"/>
          </p:nvPr>
        </p:nvSpPr>
        <p:spPr>
          <a:xfrm>
            <a:off x="1778065" y="2378000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Financials</a:t>
            </a:r>
            <a:endParaRPr/>
          </a:p>
        </p:txBody>
      </p:sp>
      <p:sp>
        <p:nvSpPr>
          <p:cNvPr id="774" name="Google Shape;774;p44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5"/>
          <p:cNvSpPr txBox="1"/>
          <p:nvPr>
            <p:ph type="title"/>
          </p:nvPr>
        </p:nvSpPr>
        <p:spPr>
          <a:xfrm>
            <a:off x="411900" y="-103925"/>
            <a:ext cx="771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 Sheet &amp; Income Statement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0" name="Google Shape;780;p45"/>
          <p:cNvSpPr txBox="1"/>
          <p:nvPr>
            <p:ph idx="4294967295" type="subTitle"/>
          </p:nvPr>
        </p:nvSpPr>
        <p:spPr>
          <a:xfrm>
            <a:off x="6755700" y="4662425"/>
            <a:ext cx="2388300" cy="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Shruti,Rachana,Patrick</a:t>
            </a:r>
            <a:endParaRPr/>
          </a:p>
        </p:txBody>
      </p:sp>
      <p:pic>
        <p:nvPicPr>
          <p:cNvPr id="781" name="Google Shape;7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775" y="1412088"/>
            <a:ext cx="5603951" cy="228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D9B695">
                <a:alpha val="50000"/>
              </a:srgbClr>
            </a:outerShdw>
          </a:effectLst>
        </p:spPr>
      </p:pic>
      <p:sp>
        <p:nvSpPr>
          <p:cNvPr id="782" name="Google Shape;782;p45"/>
          <p:cNvSpPr txBox="1"/>
          <p:nvPr/>
        </p:nvSpPr>
        <p:spPr>
          <a:xfrm>
            <a:off x="354900" y="4774200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For Balance sheet analysis please find link </a:t>
            </a:r>
            <a:r>
              <a:rPr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Team1: Overview of Commercialization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3" name="Google Shape;78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50" y="520100"/>
            <a:ext cx="2607499" cy="20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525" y="2644600"/>
            <a:ext cx="2754351" cy="16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6"/>
          <p:cNvSpPr txBox="1"/>
          <p:nvPr>
            <p:ph type="title"/>
          </p:nvPr>
        </p:nvSpPr>
        <p:spPr>
          <a:xfrm>
            <a:off x="369600" y="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Statement of Cash Flow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0" name="Google Shape;790;p46"/>
          <p:cNvSpPr txBox="1"/>
          <p:nvPr>
            <p:ph idx="4294967295" type="subTitle"/>
          </p:nvPr>
        </p:nvSpPr>
        <p:spPr>
          <a:xfrm>
            <a:off x="7844900" y="479907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  <p:graphicFrame>
        <p:nvGraphicFramePr>
          <p:cNvPr id="791" name="Google Shape;791;p46"/>
          <p:cNvGraphicFramePr/>
          <p:nvPr/>
        </p:nvGraphicFramePr>
        <p:xfrm>
          <a:off x="2448288" y="88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1740950"/>
                <a:gridCol w="1669900"/>
                <a:gridCol w="9770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Cash at End of Year</a:t>
                      </a:r>
                      <a:endParaRPr b="1" sz="1200"/>
                    </a:p>
                  </a:txBody>
                  <a:tcPr marT="91425" marB="91425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-$486,500.00</a:t>
                      </a:r>
                      <a:endParaRPr sz="1200"/>
                    </a:p>
                  </a:txBody>
                  <a:tcPr marT="91425" marB="91425" marR="28575" marL="28575" anchor="b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792" name="Google Shape;792;p4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775" y="1198725"/>
            <a:ext cx="6200453" cy="3839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7"/>
          <p:cNvSpPr txBox="1"/>
          <p:nvPr>
            <p:ph type="title"/>
          </p:nvPr>
        </p:nvSpPr>
        <p:spPr>
          <a:xfrm>
            <a:off x="369600" y="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Statement of Cash Flow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8" name="Google Shape;798;p47"/>
          <p:cNvSpPr txBox="1"/>
          <p:nvPr>
            <p:ph idx="4294967295" type="subTitle"/>
          </p:nvPr>
        </p:nvSpPr>
        <p:spPr>
          <a:xfrm>
            <a:off x="7844900" y="479907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  <p:pic>
        <p:nvPicPr>
          <p:cNvPr id="799" name="Google Shape;7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975" y="640325"/>
            <a:ext cx="5998061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8"/>
          <p:cNvSpPr txBox="1"/>
          <p:nvPr>
            <p:ph idx="4294967295" type="subTitle"/>
          </p:nvPr>
        </p:nvSpPr>
        <p:spPr>
          <a:xfrm>
            <a:off x="7530150" y="4715625"/>
            <a:ext cx="1560300" cy="3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William</a:t>
            </a:r>
            <a:endParaRPr/>
          </a:p>
        </p:txBody>
      </p:sp>
      <p:sp>
        <p:nvSpPr>
          <p:cNvPr id="805" name="Google Shape;805;p48"/>
          <p:cNvSpPr txBox="1"/>
          <p:nvPr/>
        </p:nvSpPr>
        <p:spPr>
          <a:xfrm>
            <a:off x="714300" y="180000"/>
            <a:ext cx="771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Capital Budgeting</a:t>
            </a:r>
            <a:endParaRPr/>
          </a:p>
        </p:txBody>
      </p:sp>
      <p:graphicFrame>
        <p:nvGraphicFramePr>
          <p:cNvPr id="806" name="Google Shape;806;p48"/>
          <p:cNvGraphicFramePr/>
          <p:nvPr/>
        </p:nvGraphicFramePr>
        <p:xfrm>
          <a:off x="228600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{5BB0E7D9-EB38-44A0-9C26-3AC3BEDD9822}</a:tableStyleId>
              </a:tblPr>
              <a:tblGrid>
                <a:gridCol w="828675"/>
                <a:gridCol w="828675"/>
                <a:gridCol w="752475"/>
                <a:gridCol w="752475"/>
                <a:gridCol w="752475"/>
                <a:gridCol w="752475"/>
                <a:gridCol w="704850"/>
                <a:gridCol w="828675"/>
                <a:gridCol w="828675"/>
                <a:gridCol w="828675"/>
                <a:gridCol w="828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Year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4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5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6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7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8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NCF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-$491,791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6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-$233,759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$89,520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$133,487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$495,175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$583,617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$650,396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$713,031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$771,108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F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$824,172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0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Cum. NCF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-$491,791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6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-$725,550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-$636,030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8C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-$502,543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4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-$7,368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$576,250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$1,226,646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$1,939,677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DA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$2,710,785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CB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$3,534,957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NPV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$1,823,318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IRR</a:t>
                      </a:r>
                      <a:endParaRPr b="1"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36%</a:t>
                      </a:r>
                      <a:endParaRPr sz="12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pic>
        <p:nvPicPr>
          <p:cNvPr id="807" name="Google Shape;807;p48" title="Capital Budgeting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08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9"/>
          <p:cNvSpPr txBox="1"/>
          <p:nvPr>
            <p:ph idx="2" type="title"/>
          </p:nvPr>
        </p:nvSpPr>
        <p:spPr>
          <a:xfrm>
            <a:off x="1437265" y="1091852"/>
            <a:ext cx="6281100" cy="11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13" name="Google Shape;813;p49"/>
          <p:cNvSpPr txBox="1"/>
          <p:nvPr>
            <p:ph type="title"/>
          </p:nvPr>
        </p:nvSpPr>
        <p:spPr>
          <a:xfrm>
            <a:off x="1778065" y="2378000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</a:t>
            </a:r>
            <a:endParaRPr/>
          </a:p>
        </p:txBody>
      </p:sp>
      <p:sp>
        <p:nvSpPr>
          <p:cNvPr id="814" name="Google Shape;814;p49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0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</a:t>
            </a:r>
            <a:endParaRPr/>
          </a:p>
        </p:txBody>
      </p:sp>
      <p:sp>
        <p:nvSpPr>
          <p:cNvPr id="820" name="Google Shape;820;p50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</a:t>
            </a:r>
            <a:r>
              <a:rPr lang="en"/>
              <a:t>Patrick</a:t>
            </a:r>
            <a:endParaRPr/>
          </a:p>
        </p:txBody>
      </p:sp>
      <p:pic>
        <p:nvPicPr>
          <p:cNvPr id="821" name="Google Shape;8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688" y="1179250"/>
            <a:ext cx="5534876" cy="30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1"/>
          <p:cNvSpPr txBox="1"/>
          <p:nvPr>
            <p:ph type="title"/>
          </p:nvPr>
        </p:nvSpPr>
        <p:spPr>
          <a:xfrm>
            <a:off x="1591665" y="1462475"/>
            <a:ext cx="5599500" cy="13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2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22"/>
              <a:t>~</a:t>
            </a:r>
            <a:r>
              <a:rPr lang="en" sz="4022"/>
              <a:t>Team </a:t>
            </a:r>
            <a:r>
              <a:rPr lang="en" sz="4022"/>
              <a:t>AquaChain</a:t>
            </a:r>
            <a:endParaRPr sz="4022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/>
          <p:nvPr>
            <p:ph idx="1" type="body"/>
          </p:nvPr>
        </p:nvSpPr>
        <p:spPr>
          <a:xfrm>
            <a:off x="0" y="1487550"/>
            <a:ext cx="9144000" cy="14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AutoNum type="arabicPeriod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C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ash flow management and financial statement analysis: </a:t>
            </a:r>
            <a:r>
              <a:rPr lang="en" sz="1400" u="sng">
                <a:solidFill>
                  <a:schemeClr val="hlink"/>
                </a:solidFill>
                <a:latin typeface="Nunito Medium"/>
                <a:ea typeface="Nunito Medium"/>
                <a:cs typeface="Nunito Medium"/>
                <a:sym typeface="Nunito Medium"/>
                <a:hlinkClick r:id="rId3"/>
              </a:rPr>
              <a:t>https://www.investopedia.com/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AutoNum type="arabicPeriod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Accounting standards: </a:t>
            </a:r>
            <a:r>
              <a:rPr lang="en" sz="1400" u="sng">
                <a:solidFill>
                  <a:schemeClr val="hlink"/>
                </a:solidFill>
                <a:latin typeface="Nunito Medium"/>
                <a:ea typeface="Nunito Medium"/>
                <a:cs typeface="Nunito Medium"/>
                <a:sym typeface="Nunito Medium"/>
                <a:hlinkClick r:id="rId4"/>
              </a:rPr>
              <a:t>https://www.fasb.org/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AutoNum type="arabicPeriod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Cost Plus pricing Model </a:t>
            </a:r>
            <a:r>
              <a:rPr lang="en" sz="1400" u="sng">
                <a:solidFill>
                  <a:schemeClr val="hlink"/>
                </a:solidFill>
                <a:latin typeface="Nunito Medium"/>
                <a:ea typeface="Nunito Medium"/>
                <a:cs typeface="Nunito Medium"/>
                <a:sym typeface="Nunito Medium"/>
                <a:hlinkClick r:id="rId5"/>
              </a:rPr>
              <a:t>https://www.paddle.com/blog/cost-plus-pricing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AutoNum type="arabicPeriod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Business Market Value </a:t>
            </a:r>
            <a:r>
              <a:rPr lang="en" sz="1400" u="sng">
                <a:solidFill>
                  <a:schemeClr val="hlink"/>
                </a:solidFill>
                <a:latin typeface="Nunito Medium"/>
                <a:ea typeface="Nunito Medium"/>
                <a:cs typeface="Nunito Medium"/>
                <a:sym typeface="Nunito Medium"/>
                <a:hlinkClick r:id="rId6"/>
              </a:rPr>
              <a:t>https://www.thehartford.com/business-insurance/strategy/selling-a-business/determining-market-value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32" name="Google Shape;832;p52"/>
          <p:cNvSpPr txBox="1"/>
          <p:nvPr>
            <p:ph type="title"/>
          </p:nvPr>
        </p:nvSpPr>
        <p:spPr>
          <a:xfrm>
            <a:off x="721644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33" name="Google Shape;833;p52"/>
          <p:cNvSpPr txBox="1"/>
          <p:nvPr>
            <p:ph idx="4294967295" type="subTitle"/>
          </p:nvPr>
        </p:nvSpPr>
        <p:spPr>
          <a:xfrm>
            <a:off x="6917400" y="4658525"/>
            <a:ext cx="2226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 by Mihir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