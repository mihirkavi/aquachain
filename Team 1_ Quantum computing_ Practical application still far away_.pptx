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24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29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16.xml"/>
  <Override ContentType="application/vnd.openxmlformats-officedocument.presentationml.slideLayout+xml" PartName="/ppt/slideLayouts/slideLayout20.xml"/>
  <Override ContentType="application/vnd.openxmlformats-officedocument.presentationml.slideLayout+xml" PartName="/ppt/slideLayouts/slideLayout33.xml"/>
  <Override ContentType="application/vnd.openxmlformats-officedocument.presentationml.slideLayout+xml" PartName="/ppt/slideLayouts/slideLayout25.xml"/>
  <Override ContentType="application/vnd.openxmlformats-officedocument.presentationml.slideLayout+xml" PartName="/ppt/slideLayouts/slideLayout17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34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21.xml"/>
  <Override ContentType="application/vnd.openxmlformats-officedocument.presentationml.slideLayout+xml" PartName="/ppt/slideLayouts/slideLayout30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8.xml"/>
  <Override ContentType="application/vnd.openxmlformats-officedocument.presentationml.slideLayout+xml" PartName="/ppt/slideLayouts/slideLayout26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2.xml"/>
  <Override ContentType="application/vnd.openxmlformats-officedocument.presentationml.slideLayout+xml" PartName="/ppt/slideLayouts/slideLayout35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31.xml"/>
  <Override ContentType="application/vnd.openxmlformats-officedocument.presentationml.slideLayout+xml" PartName="/ppt/slideLayouts/slideLayout1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8.xml"/>
  <Override ContentType="application/vnd.openxmlformats-officedocument.presentationml.slideLayout+xml" PartName="/ppt/slideLayouts/slideLayout27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23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32.xml"/>
  <Override ContentType="application/vnd.openxmlformats-officedocument.presentationml.slideMaster+xml" PartName="/ppt/slideMasters/slideMaster2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theme+xml" PartName="/ppt/theme/theme3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83" r:id="rId4"/>
    <p:sldMasterId id="2147483684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y="5143500" cx="9144000"/>
  <p:notesSz cx="6858000" cy="9144000"/>
  <p:embeddedFontLst>
    <p:embeddedFont>
      <p:font typeface="Raleway"/>
      <p:regular r:id="rId20"/>
      <p:bold r:id="rId21"/>
      <p:italic r:id="rId22"/>
      <p:boldItalic r:id="rId23"/>
    </p:embeddedFont>
    <p:embeddedFont>
      <p:font typeface="Montserrat"/>
      <p:regular r:id="rId24"/>
      <p:bold r:id="rId25"/>
      <p:italic r:id="rId26"/>
      <p:boldItalic r:id="rId27"/>
    </p:embeddedFont>
    <p:embeddedFont>
      <p:font typeface="Helvetica Neue"/>
      <p:regular r:id="rId28"/>
      <p:bold r:id="rId29"/>
      <p:italic r:id="rId30"/>
      <p:boldItalic r:id="rId31"/>
    </p:embeddedFont>
    <p:embeddedFont>
      <p:font typeface="Open Sans"/>
      <p:regular r:id="rId32"/>
      <p:bold r:id="rId33"/>
      <p:italic r:id="rId34"/>
      <p:boldItalic r:id="rId35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Raleway-regular.fntdata"/><Relationship Id="rId22" Type="http://schemas.openxmlformats.org/officeDocument/2006/relationships/font" Target="fonts/Raleway-italic.fntdata"/><Relationship Id="rId21" Type="http://schemas.openxmlformats.org/officeDocument/2006/relationships/font" Target="fonts/Raleway-bold.fntdata"/><Relationship Id="rId24" Type="http://schemas.openxmlformats.org/officeDocument/2006/relationships/font" Target="fonts/Montserrat-regular.fntdata"/><Relationship Id="rId23" Type="http://schemas.openxmlformats.org/officeDocument/2006/relationships/font" Target="fonts/Raleway-bold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3.xml"/><Relationship Id="rId26" Type="http://schemas.openxmlformats.org/officeDocument/2006/relationships/font" Target="fonts/Montserrat-italic.fntdata"/><Relationship Id="rId25" Type="http://schemas.openxmlformats.org/officeDocument/2006/relationships/font" Target="fonts/Montserrat-bold.fntdata"/><Relationship Id="rId28" Type="http://schemas.openxmlformats.org/officeDocument/2006/relationships/font" Target="fonts/HelveticaNeue-regular.fntdata"/><Relationship Id="rId27" Type="http://schemas.openxmlformats.org/officeDocument/2006/relationships/font" Target="fonts/Montserrat-boldItalic.fntdata"/><Relationship Id="rId5" Type="http://schemas.openxmlformats.org/officeDocument/2006/relationships/slideMaster" Target="slideMasters/slideMaster2.xml"/><Relationship Id="rId6" Type="http://schemas.openxmlformats.org/officeDocument/2006/relationships/notesMaster" Target="notesMasters/notesMaster1.xml"/><Relationship Id="rId29" Type="http://schemas.openxmlformats.org/officeDocument/2006/relationships/font" Target="fonts/HelveticaNeue-bold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HelveticaNeue-boldItalic.fntdata"/><Relationship Id="rId30" Type="http://schemas.openxmlformats.org/officeDocument/2006/relationships/font" Target="fonts/HelveticaNeue-italic.fntdata"/><Relationship Id="rId11" Type="http://schemas.openxmlformats.org/officeDocument/2006/relationships/slide" Target="slides/slide5.xml"/><Relationship Id="rId33" Type="http://schemas.openxmlformats.org/officeDocument/2006/relationships/font" Target="fonts/OpenSans-bold.fntdata"/><Relationship Id="rId10" Type="http://schemas.openxmlformats.org/officeDocument/2006/relationships/slide" Target="slides/slide4.xml"/><Relationship Id="rId32" Type="http://schemas.openxmlformats.org/officeDocument/2006/relationships/font" Target="fonts/OpenSans-regular.fntdata"/><Relationship Id="rId13" Type="http://schemas.openxmlformats.org/officeDocument/2006/relationships/slide" Target="slides/slide7.xml"/><Relationship Id="rId35" Type="http://schemas.openxmlformats.org/officeDocument/2006/relationships/font" Target="fonts/OpenSans-boldItalic.fntdata"/><Relationship Id="rId12" Type="http://schemas.openxmlformats.org/officeDocument/2006/relationships/slide" Target="slides/slide6.xml"/><Relationship Id="rId34" Type="http://schemas.openxmlformats.org/officeDocument/2006/relationships/font" Target="fonts/OpenSans-italic.fntdata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5" name="Shape 3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6" name="Google Shape;336;g2c1ed7006d7_2_285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37" name="Google Shape;337;g2c1ed7006d7_2_28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5" name="Google Shape;345;g2c1ed7006d7_2_4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46" name="Google Shape;346;g2c1ed7006d7_2_4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0" name="Shape 3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1" name="Google Shape;361;g2c509a91ca6_1_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62" name="Google Shape;362;g2c509a91ca6_1_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68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g2c1ed7006d7_2_32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0" name="Google Shape;370;g2c1ed7006d7_2_3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77" name="Shape 3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" name="Google Shape;378;g2c1ed7006d7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379" name="Google Shape;379;g2c1ed7006d7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85" name="Shape 3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6" name="Google Shape;386;g2c43658caef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87" name="Google Shape;387;g2c43658cae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03" name="Shape 4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4" name="Google Shape;404;g2c1ed7006d7_0_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05" name="Google Shape;405;g2c1ed7006d7_0_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11" name="Shape 4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2" name="Google Shape;412;g2c509a91ca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13" name="Google Shape;413;g2c509a91ca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5" name="Shape 4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6" name="Google Shape;426;g2c1ed7006d7_0_1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27" name="Google Shape;427;g2c1ed7006d7_0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33" name="Shape 4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4" name="Google Shape;434;g2c251774461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435" name="Google Shape;435;g2c251774461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55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6" name="Google Shape;456;g2c1ed7006d7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57" name="Google Shape;457;g2c1ed7006d7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63" name="Shape 4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4" name="Google Shape;464;g2c1ed7006d7_2_33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65" name="Google Shape;465;g2c1ed7006d7_2_3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80" name="Shape 4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1" name="Google Shape;481;g2c1ed7006d7_2_30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82" name="Google Shape;482;g2c1ed7006d7_2_3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Relationship Id="rId2" Type="http://schemas.openxmlformats.org/officeDocument/2006/relationships/hyperlink" Target="http://bit.ly/2Tynxth" TargetMode="External"/><Relationship Id="rId3" Type="http://schemas.openxmlformats.org/officeDocument/2006/relationships/hyperlink" Target="http://bit.ly/2TyoMsr" TargetMode="External"/><Relationship Id="rId4" Type="http://schemas.openxmlformats.org/officeDocument/2006/relationships/hyperlink" Target="http://bit.ly/2TtBDfr" TargetMode="External"/></Relationships>
</file>

<file path=ppt/slideLayouts/_rels/slideLayout2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2700006" scaled="0"/>
        </a:gra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4"/>
          <p:cNvSpPr/>
          <p:nvPr/>
        </p:nvSpPr>
        <p:spPr>
          <a:xfrm>
            <a:off x="-61150" y="4219646"/>
            <a:ext cx="975900" cy="975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5" name="Google Shape;55;p14"/>
          <p:cNvSpPr/>
          <p:nvPr/>
        </p:nvSpPr>
        <p:spPr>
          <a:xfrm>
            <a:off x="-10454" y="952150"/>
            <a:ext cx="874500" cy="975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6" name="Google Shape;56;p14"/>
          <p:cNvSpPr/>
          <p:nvPr/>
        </p:nvSpPr>
        <p:spPr>
          <a:xfrm>
            <a:off x="154075" y="-2176"/>
            <a:ext cx="7206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7" name="Google Shape;57;p14"/>
          <p:cNvSpPr/>
          <p:nvPr/>
        </p:nvSpPr>
        <p:spPr>
          <a:xfrm>
            <a:off x="1078600" y="-44521"/>
            <a:ext cx="7206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8" name="Google Shape;58;p14"/>
          <p:cNvSpPr/>
          <p:nvPr/>
        </p:nvSpPr>
        <p:spPr>
          <a:xfrm>
            <a:off x="8227326" y="4216876"/>
            <a:ext cx="975900" cy="926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59" name="Google Shape;59;p14"/>
          <p:cNvSpPr/>
          <p:nvPr/>
        </p:nvSpPr>
        <p:spPr>
          <a:xfrm>
            <a:off x="7708025" y="4583399"/>
            <a:ext cx="6363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0" name="Google Shape;60;p14"/>
          <p:cNvSpPr/>
          <p:nvPr/>
        </p:nvSpPr>
        <p:spPr>
          <a:xfrm>
            <a:off x="8708483" y="3724327"/>
            <a:ext cx="4521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1" name="Google Shape;61;p14"/>
          <p:cNvSpPr/>
          <p:nvPr/>
        </p:nvSpPr>
        <p:spPr>
          <a:xfrm>
            <a:off x="8067526" y="4010472"/>
            <a:ext cx="4602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2" name="Google Shape;62;p14"/>
          <p:cNvSpPr/>
          <p:nvPr/>
        </p:nvSpPr>
        <p:spPr>
          <a:xfrm>
            <a:off x="7336625" y="4903973"/>
            <a:ext cx="460200" cy="239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3" name="Google Shape;63;p14"/>
          <p:cNvSpPr/>
          <p:nvPr/>
        </p:nvSpPr>
        <p:spPr>
          <a:xfrm>
            <a:off x="8864446" y="3348450"/>
            <a:ext cx="3270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4" name="Google Shape;64;p14"/>
          <p:cNvSpPr/>
          <p:nvPr/>
        </p:nvSpPr>
        <p:spPr>
          <a:xfrm>
            <a:off x="1715276" y="97850"/>
            <a:ext cx="7206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5" name="Google Shape;65;p14"/>
          <p:cNvSpPr/>
          <p:nvPr/>
        </p:nvSpPr>
        <p:spPr>
          <a:xfrm>
            <a:off x="2289500" y="-2176"/>
            <a:ext cx="460200" cy="379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6" name="Google Shape;66;p14"/>
          <p:cNvSpPr/>
          <p:nvPr/>
        </p:nvSpPr>
        <p:spPr>
          <a:xfrm>
            <a:off x="-10454" y="1776425"/>
            <a:ext cx="6459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67" name="Google Shape;67;p14"/>
          <p:cNvSpPr txBox="1"/>
          <p:nvPr>
            <p:ph type="ctrTitle"/>
          </p:nvPr>
        </p:nvSpPr>
        <p:spPr>
          <a:xfrm>
            <a:off x="730800" y="1161575"/>
            <a:ext cx="4199700" cy="22830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4800">
                <a:latin typeface="Montserrat"/>
                <a:ea typeface="Montserrat"/>
                <a:cs typeface="Montserrat"/>
                <a:sym typeface="Montserrat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68" name="Google Shape;68;p14"/>
          <p:cNvSpPr txBox="1"/>
          <p:nvPr>
            <p:ph idx="1" type="subTitle"/>
          </p:nvPr>
        </p:nvSpPr>
        <p:spPr>
          <a:xfrm>
            <a:off x="730800" y="3444575"/>
            <a:ext cx="4199700" cy="46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600">
                <a:latin typeface="Raleway"/>
                <a:ea typeface="Raleway"/>
                <a:cs typeface="Raleway"/>
                <a:sym typeface="Raleway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69" name="Google Shape;69;p14"/>
          <p:cNvSpPr/>
          <p:nvPr>
            <p:ph idx="2" type="pic"/>
          </p:nvPr>
        </p:nvSpPr>
        <p:spPr>
          <a:xfrm>
            <a:off x="5278750" y="1262625"/>
            <a:ext cx="3890700" cy="26184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8100019" scaled="0"/>
        </a:gradFill>
      </p:bgPr>
    </p:bg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p1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2" name="Google Shape;72;p15"/>
          <p:cNvSpPr/>
          <p:nvPr/>
        </p:nvSpPr>
        <p:spPr>
          <a:xfrm>
            <a:off x="7978371" y="0"/>
            <a:ext cx="572700" cy="572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3" name="Google Shape;73;p15"/>
          <p:cNvSpPr/>
          <p:nvPr/>
        </p:nvSpPr>
        <p:spPr>
          <a:xfrm>
            <a:off x="8424001" y="0"/>
            <a:ext cx="7206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74" name="Google Shape;74;p15"/>
          <p:cNvSpPr/>
          <p:nvPr/>
        </p:nvSpPr>
        <p:spPr>
          <a:xfrm>
            <a:off x="8755825" y="613521"/>
            <a:ext cx="388800" cy="388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>
  <p:cSld name="CUSTOM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p1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7" name="Google Shape;77;p16"/>
          <p:cNvSpPr txBox="1"/>
          <p:nvPr>
            <p:ph idx="2" type="title"/>
          </p:nvPr>
        </p:nvSpPr>
        <p:spPr>
          <a:xfrm>
            <a:off x="1722213" y="1455688"/>
            <a:ext cx="2697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8" name="Google Shape;78;p16"/>
          <p:cNvSpPr txBox="1"/>
          <p:nvPr>
            <p:ph idx="3" type="title"/>
          </p:nvPr>
        </p:nvSpPr>
        <p:spPr>
          <a:xfrm>
            <a:off x="5576587" y="1455688"/>
            <a:ext cx="2697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79" name="Google Shape;79;p16"/>
          <p:cNvSpPr txBox="1"/>
          <p:nvPr>
            <p:ph idx="1" type="subTitle"/>
          </p:nvPr>
        </p:nvSpPr>
        <p:spPr>
          <a:xfrm>
            <a:off x="1722214" y="1806988"/>
            <a:ext cx="269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0" name="Google Shape;80;p16"/>
          <p:cNvSpPr txBox="1"/>
          <p:nvPr>
            <p:ph idx="4" type="subTitle"/>
          </p:nvPr>
        </p:nvSpPr>
        <p:spPr>
          <a:xfrm>
            <a:off x="5576589" y="1806988"/>
            <a:ext cx="269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1" name="Google Shape;81;p16"/>
          <p:cNvSpPr txBox="1"/>
          <p:nvPr>
            <p:ph idx="5" type="title"/>
          </p:nvPr>
        </p:nvSpPr>
        <p:spPr>
          <a:xfrm>
            <a:off x="1722213" y="2982625"/>
            <a:ext cx="2697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2" name="Google Shape;82;p16"/>
          <p:cNvSpPr txBox="1"/>
          <p:nvPr>
            <p:ph idx="6" type="title"/>
          </p:nvPr>
        </p:nvSpPr>
        <p:spPr>
          <a:xfrm>
            <a:off x="5576587" y="2982625"/>
            <a:ext cx="2697300" cy="427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83" name="Google Shape;83;p16"/>
          <p:cNvSpPr txBox="1"/>
          <p:nvPr>
            <p:ph idx="7" type="subTitle"/>
          </p:nvPr>
        </p:nvSpPr>
        <p:spPr>
          <a:xfrm>
            <a:off x="1722244" y="3333850"/>
            <a:ext cx="269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4" name="Google Shape;84;p16"/>
          <p:cNvSpPr txBox="1"/>
          <p:nvPr>
            <p:ph idx="8" type="subTitle"/>
          </p:nvPr>
        </p:nvSpPr>
        <p:spPr>
          <a:xfrm>
            <a:off x="5576594" y="3333850"/>
            <a:ext cx="26973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85" name="Google Shape;85;p16"/>
          <p:cNvSpPr txBox="1"/>
          <p:nvPr>
            <p:ph idx="9" type="title"/>
          </p:nvPr>
        </p:nvSpPr>
        <p:spPr>
          <a:xfrm>
            <a:off x="870122" y="1529795"/>
            <a:ext cx="775800" cy="775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6" name="Google Shape;86;p16"/>
          <p:cNvSpPr txBox="1"/>
          <p:nvPr>
            <p:ph idx="13" type="title"/>
          </p:nvPr>
        </p:nvSpPr>
        <p:spPr>
          <a:xfrm>
            <a:off x="870122" y="3056695"/>
            <a:ext cx="775800" cy="775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7" name="Google Shape;87;p16"/>
          <p:cNvSpPr txBox="1"/>
          <p:nvPr>
            <p:ph idx="14" type="title"/>
          </p:nvPr>
        </p:nvSpPr>
        <p:spPr>
          <a:xfrm>
            <a:off x="4724622" y="1529795"/>
            <a:ext cx="775800" cy="775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8" name="Google Shape;88;p16"/>
          <p:cNvSpPr txBox="1"/>
          <p:nvPr>
            <p:ph idx="15" type="title"/>
          </p:nvPr>
        </p:nvSpPr>
        <p:spPr>
          <a:xfrm>
            <a:off x="4724622" y="3056695"/>
            <a:ext cx="775800" cy="775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000"/>
              <a:buNone/>
              <a:defRPr sz="4000"/>
            </a:lvl9pPr>
          </a:lstStyle>
          <a:p/>
        </p:txBody>
      </p:sp>
      <p:sp>
        <p:nvSpPr>
          <p:cNvPr id="89" name="Google Shape;89;p16"/>
          <p:cNvSpPr/>
          <p:nvPr/>
        </p:nvSpPr>
        <p:spPr>
          <a:xfrm rot="10800000">
            <a:off x="8266841" y="4509405"/>
            <a:ext cx="5871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0" name="Google Shape;90;p16"/>
          <p:cNvSpPr/>
          <p:nvPr/>
        </p:nvSpPr>
        <p:spPr>
          <a:xfrm rot="10800000">
            <a:off x="8709325" y="4135175"/>
            <a:ext cx="4572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1" name="Google Shape;91;p16"/>
          <p:cNvSpPr/>
          <p:nvPr/>
        </p:nvSpPr>
        <p:spPr>
          <a:xfrm rot="10800000">
            <a:off x="8709275" y="4907796"/>
            <a:ext cx="433500" cy="243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2" name="Google Shape;92;p16"/>
          <p:cNvSpPr/>
          <p:nvPr/>
        </p:nvSpPr>
        <p:spPr>
          <a:xfrm rot="10800000">
            <a:off x="8153050" y="4938475"/>
            <a:ext cx="433500" cy="23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8900044" scaled="0"/>
        </a:gra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7"/>
          <p:cNvSpPr/>
          <p:nvPr/>
        </p:nvSpPr>
        <p:spPr>
          <a:xfrm>
            <a:off x="258499" y="4123700"/>
            <a:ext cx="591600" cy="591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5" name="Google Shape;95;p17"/>
          <p:cNvSpPr/>
          <p:nvPr/>
        </p:nvSpPr>
        <p:spPr>
          <a:xfrm>
            <a:off x="712975" y="4598600"/>
            <a:ext cx="713100" cy="567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6" name="Google Shape;96;p17"/>
          <p:cNvSpPr/>
          <p:nvPr/>
        </p:nvSpPr>
        <p:spPr>
          <a:xfrm>
            <a:off x="-38674" y="4598625"/>
            <a:ext cx="4890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7" name="Google Shape;97;p17"/>
          <p:cNvSpPr/>
          <p:nvPr/>
        </p:nvSpPr>
        <p:spPr>
          <a:xfrm>
            <a:off x="-20975" y="3864050"/>
            <a:ext cx="4137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8" name="Google Shape;98;p17"/>
          <p:cNvSpPr/>
          <p:nvPr/>
        </p:nvSpPr>
        <p:spPr>
          <a:xfrm>
            <a:off x="106264" y="3398859"/>
            <a:ext cx="5265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99" name="Google Shape;99;p17"/>
          <p:cNvSpPr/>
          <p:nvPr/>
        </p:nvSpPr>
        <p:spPr>
          <a:xfrm>
            <a:off x="-38663" y="3169492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0" name="Google Shape;100;p17"/>
          <p:cNvSpPr/>
          <p:nvPr/>
        </p:nvSpPr>
        <p:spPr>
          <a:xfrm>
            <a:off x="1325250" y="4748300"/>
            <a:ext cx="413700" cy="41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1" name="Google Shape;101;p17"/>
          <p:cNvSpPr/>
          <p:nvPr/>
        </p:nvSpPr>
        <p:spPr>
          <a:xfrm>
            <a:off x="8268003" y="-49632"/>
            <a:ext cx="952200" cy="952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2" name="Google Shape;102;p17"/>
          <p:cNvSpPr/>
          <p:nvPr/>
        </p:nvSpPr>
        <p:spPr>
          <a:xfrm>
            <a:off x="8595160" y="798125"/>
            <a:ext cx="567900" cy="567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3" name="Google Shape;103;p17"/>
          <p:cNvSpPr/>
          <p:nvPr/>
        </p:nvSpPr>
        <p:spPr>
          <a:xfrm>
            <a:off x="7828375" y="-34800"/>
            <a:ext cx="5679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4" name="Google Shape;104;p17"/>
          <p:cNvSpPr/>
          <p:nvPr/>
        </p:nvSpPr>
        <p:spPr>
          <a:xfrm>
            <a:off x="7985562" y="798125"/>
            <a:ext cx="410700" cy="410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5" name="Google Shape;105;p17"/>
          <p:cNvSpPr/>
          <p:nvPr/>
        </p:nvSpPr>
        <p:spPr>
          <a:xfrm>
            <a:off x="8778877" y="1286803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6" name="Google Shape;106;p17"/>
          <p:cNvSpPr/>
          <p:nvPr/>
        </p:nvSpPr>
        <p:spPr>
          <a:xfrm>
            <a:off x="7649200" y="340774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7" name="Google Shape;107;p17"/>
          <p:cNvSpPr/>
          <p:nvPr/>
        </p:nvSpPr>
        <p:spPr>
          <a:xfrm>
            <a:off x="7655963" y="-49630"/>
            <a:ext cx="249600" cy="249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08" name="Google Shape;108;p17"/>
          <p:cNvSpPr txBox="1"/>
          <p:nvPr>
            <p:ph type="title"/>
          </p:nvPr>
        </p:nvSpPr>
        <p:spPr>
          <a:xfrm>
            <a:off x="4295763" y="1992450"/>
            <a:ext cx="3951000" cy="171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4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09" name="Google Shape;109;p17"/>
          <p:cNvSpPr txBox="1"/>
          <p:nvPr>
            <p:ph idx="2" type="title"/>
          </p:nvPr>
        </p:nvSpPr>
        <p:spPr>
          <a:xfrm>
            <a:off x="4295762" y="921750"/>
            <a:ext cx="1223100" cy="1223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110" name="Google Shape;110;p17"/>
          <p:cNvSpPr txBox="1"/>
          <p:nvPr>
            <p:ph idx="1" type="subTitle"/>
          </p:nvPr>
        </p:nvSpPr>
        <p:spPr>
          <a:xfrm>
            <a:off x="1202038" y="3741150"/>
            <a:ext cx="4854600" cy="480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1" name="Google Shape;111;p17"/>
          <p:cNvSpPr/>
          <p:nvPr>
            <p:ph idx="3" type="pic"/>
          </p:nvPr>
        </p:nvSpPr>
        <p:spPr>
          <a:xfrm>
            <a:off x="1202038" y="921750"/>
            <a:ext cx="2743200" cy="2743200"/>
          </a:xfrm>
          <a:prstGeom prst="rect">
            <a:avLst/>
          </a:prstGeom>
          <a:noFill/>
          <a:ln>
            <a:noFill/>
          </a:ln>
        </p:spPr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2698631" scaled="0"/>
        </a:gradFill>
      </p:bgPr>
    </p:bg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18"/>
          <p:cNvSpPr txBox="1"/>
          <p:nvPr>
            <p:ph type="title"/>
          </p:nvPr>
        </p:nvSpPr>
        <p:spPr>
          <a:xfrm>
            <a:off x="834300" y="1249088"/>
            <a:ext cx="48963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114" name="Google Shape;114;p18"/>
          <p:cNvSpPr txBox="1"/>
          <p:nvPr>
            <p:ph idx="1" type="subTitle"/>
          </p:nvPr>
        </p:nvSpPr>
        <p:spPr>
          <a:xfrm>
            <a:off x="834300" y="2571713"/>
            <a:ext cx="48963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15" name="Google Shape;115;p18"/>
          <p:cNvSpPr/>
          <p:nvPr>
            <p:ph idx="2" type="pic"/>
          </p:nvPr>
        </p:nvSpPr>
        <p:spPr>
          <a:xfrm>
            <a:off x="5920800" y="1317950"/>
            <a:ext cx="2388900" cy="2388900"/>
          </a:xfrm>
          <a:prstGeom prst="rect">
            <a:avLst/>
          </a:prstGeom>
          <a:noFill/>
          <a:ln>
            <a:noFill/>
          </a:ln>
        </p:spPr>
      </p:sp>
      <p:sp>
        <p:nvSpPr>
          <p:cNvPr id="116" name="Google Shape;116;p18"/>
          <p:cNvSpPr/>
          <p:nvPr/>
        </p:nvSpPr>
        <p:spPr>
          <a:xfrm flipH="1">
            <a:off x="8038895" y="4162613"/>
            <a:ext cx="817800" cy="817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7" name="Google Shape;117;p18"/>
          <p:cNvSpPr/>
          <p:nvPr/>
        </p:nvSpPr>
        <p:spPr>
          <a:xfrm flipH="1">
            <a:off x="8655125" y="3793825"/>
            <a:ext cx="603900" cy="817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8" name="Google Shape;118;p18"/>
          <p:cNvSpPr/>
          <p:nvPr/>
        </p:nvSpPr>
        <p:spPr>
          <a:xfrm flipH="1">
            <a:off x="8655050" y="4717324"/>
            <a:ext cx="603900" cy="519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19" name="Google Shape;119;p18"/>
          <p:cNvSpPr/>
          <p:nvPr/>
        </p:nvSpPr>
        <p:spPr>
          <a:xfrm flipH="1">
            <a:off x="7880375" y="4760373"/>
            <a:ext cx="6039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0" name="Google Shape;120;p18"/>
          <p:cNvSpPr/>
          <p:nvPr/>
        </p:nvSpPr>
        <p:spPr>
          <a:xfrm>
            <a:off x="176235" y="-76191"/>
            <a:ext cx="861600" cy="861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1" name="Google Shape;121;p18"/>
          <p:cNvSpPr/>
          <p:nvPr/>
        </p:nvSpPr>
        <p:spPr>
          <a:xfrm>
            <a:off x="920825" y="-76193"/>
            <a:ext cx="6363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2" name="Google Shape;122;p18"/>
          <p:cNvSpPr/>
          <p:nvPr/>
        </p:nvSpPr>
        <p:spPr>
          <a:xfrm flipH="1">
            <a:off x="-58722" y="641647"/>
            <a:ext cx="6363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3" name="Google Shape;123;p18"/>
          <p:cNvSpPr/>
          <p:nvPr/>
        </p:nvSpPr>
        <p:spPr>
          <a:xfrm>
            <a:off x="714475" y="641650"/>
            <a:ext cx="4602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4" name="Google Shape;124;p18"/>
          <p:cNvSpPr/>
          <p:nvPr/>
        </p:nvSpPr>
        <p:spPr>
          <a:xfrm>
            <a:off x="1388000" y="406975"/>
            <a:ext cx="378300" cy="378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5" name="Google Shape;125;p18"/>
          <p:cNvSpPr/>
          <p:nvPr/>
        </p:nvSpPr>
        <p:spPr>
          <a:xfrm flipH="1">
            <a:off x="-56875" y="1193625"/>
            <a:ext cx="3855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6" name="Google Shape;126;p18"/>
          <p:cNvSpPr/>
          <p:nvPr/>
        </p:nvSpPr>
        <p:spPr>
          <a:xfrm flipH="1">
            <a:off x="7431799" y="4656076"/>
            <a:ext cx="519000" cy="519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7" name="Google Shape;127;p18"/>
          <p:cNvSpPr/>
          <p:nvPr/>
        </p:nvSpPr>
        <p:spPr>
          <a:xfrm flipH="1">
            <a:off x="7153000" y="4935521"/>
            <a:ext cx="385500" cy="239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28" name="Google Shape;128;p18"/>
          <p:cNvSpPr/>
          <p:nvPr/>
        </p:nvSpPr>
        <p:spPr>
          <a:xfrm flipH="1">
            <a:off x="9010925" y="3649875"/>
            <a:ext cx="248100" cy="519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four columns">
  <p:cSld name="CUSTOM_1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19"/>
          <p:cNvSpPr txBox="1"/>
          <p:nvPr>
            <p:ph type="title"/>
          </p:nvPr>
        </p:nvSpPr>
        <p:spPr>
          <a:xfrm>
            <a:off x="2734665" y="1124302"/>
            <a:ext cx="445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1" name="Google Shape;131;p19"/>
          <p:cNvSpPr txBox="1"/>
          <p:nvPr>
            <p:ph idx="2" type="title"/>
          </p:nvPr>
        </p:nvSpPr>
        <p:spPr>
          <a:xfrm>
            <a:off x="2734672" y="2010502"/>
            <a:ext cx="445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2" name="Google Shape;132;p19"/>
          <p:cNvSpPr txBox="1"/>
          <p:nvPr>
            <p:ph idx="1" type="subTitle"/>
          </p:nvPr>
        </p:nvSpPr>
        <p:spPr>
          <a:xfrm>
            <a:off x="2734672" y="1458964"/>
            <a:ext cx="4458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3" name="Google Shape;133;p19"/>
          <p:cNvSpPr txBox="1"/>
          <p:nvPr>
            <p:ph idx="3" type="subTitle"/>
          </p:nvPr>
        </p:nvSpPr>
        <p:spPr>
          <a:xfrm>
            <a:off x="2734646" y="2345164"/>
            <a:ext cx="4458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4" name="Google Shape;134;p19"/>
          <p:cNvSpPr txBox="1"/>
          <p:nvPr>
            <p:ph idx="4" type="title"/>
          </p:nvPr>
        </p:nvSpPr>
        <p:spPr>
          <a:xfrm>
            <a:off x="2734704" y="2896694"/>
            <a:ext cx="445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5" name="Google Shape;135;p19"/>
          <p:cNvSpPr txBox="1"/>
          <p:nvPr>
            <p:ph idx="5" type="title"/>
          </p:nvPr>
        </p:nvSpPr>
        <p:spPr>
          <a:xfrm>
            <a:off x="2734692" y="3786767"/>
            <a:ext cx="4458000" cy="443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6" name="Google Shape;136;p19"/>
          <p:cNvSpPr txBox="1"/>
          <p:nvPr>
            <p:ph idx="6" type="subTitle"/>
          </p:nvPr>
        </p:nvSpPr>
        <p:spPr>
          <a:xfrm>
            <a:off x="2734698" y="3231464"/>
            <a:ext cx="4458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7" name="Google Shape;137;p19"/>
          <p:cNvSpPr txBox="1"/>
          <p:nvPr>
            <p:ph idx="7" type="subTitle"/>
          </p:nvPr>
        </p:nvSpPr>
        <p:spPr>
          <a:xfrm>
            <a:off x="2734672" y="4121537"/>
            <a:ext cx="4458000" cy="34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38" name="Google Shape;138;p19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9" name="Google Shape;139;p19"/>
          <p:cNvSpPr/>
          <p:nvPr/>
        </p:nvSpPr>
        <p:spPr>
          <a:xfrm rot="10800000">
            <a:off x="8266841" y="4509405"/>
            <a:ext cx="5871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0" name="Google Shape;140;p19"/>
          <p:cNvSpPr/>
          <p:nvPr/>
        </p:nvSpPr>
        <p:spPr>
          <a:xfrm rot="10800000">
            <a:off x="8709325" y="4135175"/>
            <a:ext cx="4572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1" name="Google Shape;141;p19"/>
          <p:cNvSpPr/>
          <p:nvPr/>
        </p:nvSpPr>
        <p:spPr>
          <a:xfrm rot="10800000">
            <a:off x="8709275" y="4907796"/>
            <a:ext cx="433500" cy="243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2" name="Google Shape;142;p19"/>
          <p:cNvSpPr/>
          <p:nvPr/>
        </p:nvSpPr>
        <p:spPr>
          <a:xfrm rot="10800000">
            <a:off x="8153050" y="4938475"/>
            <a:ext cx="433500" cy="23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2">
  <p:cSld name="TITLE_ONLY_2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8900732" scaled="0"/>
        </a:gradFill>
      </p:bgPr>
    </p:bg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p2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45" name="Google Shape;145;p20"/>
          <p:cNvSpPr/>
          <p:nvPr/>
        </p:nvSpPr>
        <p:spPr>
          <a:xfrm>
            <a:off x="295977" y="4653083"/>
            <a:ext cx="552900" cy="552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6" name="Google Shape;146;p20"/>
          <p:cNvSpPr/>
          <p:nvPr/>
        </p:nvSpPr>
        <p:spPr>
          <a:xfrm>
            <a:off x="-40975" y="4378775"/>
            <a:ext cx="473400" cy="552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0"/>
          <p:cNvSpPr/>
          <p:nvPr/>
        </p:nvSpPr>
        <p:spPr>
          <a:xfrm>
            <a:off x="24025" y="4984049"/>
            <a:ext cx="408300" cy="222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0"/>
          <p:cNvSpPr/>
          <p:nvPr/>
        </p:nvSpPr>
        <p:spPr>
          <a:xfrm>
            <a:off x="547750" y="5013150"/>
            <a:ext cx="408300" cy="192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2698631" scaled="0"/>
        </a:gradFill>
      </p:bgPr>
    </p:bg>
    <p:spTree>
      <p:nvGrpSpPr>
        <p:cNvPr id="149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0" name="Google Shape;150;p21"/>
          <p:cNvSpPr txBox="1"/>
          <p:nvPr>
            <p:ph type="title"/>
          </p:nvPr>
        </p:nvSpPr>
        <p:spPr>
          <a:xfrm>
            <a:off x="3875275" y="1317900"/>
            <a:ext cx="4527300" cy="23889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60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51" name="Google Shape;151;p21"/>
          <p:cNvSpPr/>
          <p:nvPr>
            <p:ph idx="2" type="pic"/>
          </p:nvPr>
        </p:nvSpPr>
        <p:spPr>
          <a:xfrm>
            <a:off x="1101000" y="1317950"/>
            <a:ext cx="2388900" cy="2388900"/>
          </a:xfrm>
          <a:prstGeom prst="rect">
            <a:avLst/>
          </a:prstGeom>
          <a:noFill/>
          <a:ln>
            <a:noFill/>
          </a:ln>
        </p:spPr>
      </p:sp>
      <p:sp>
        <p:nvSpPr>
          <p:cNvPr id="152" name="Google Shape;152;p21"/>
          <p:cNvSpPr/>
          <p:nvPr/>
        </p:nvSpPr>
        <p:spPr>
          <a:xfrm flipH="1" rot="10800000">
            <a:off x="258499" y="367801"/>
            <a:ext cx="591600" cy="591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1"/>
          <p:cNvSpPr/>
          <p:nvPr/>
        </p:nvSpPr>
        <p:spPr>
          <a:xfrm flipH="1" rot="10800000">
            <a:off x="712975" y="-41100"/>
            <a:ext cx="713100" cy="525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1"/>
          <p:cNvSpPr/>
          <p:nvPr/>
        </p:nvSpPr>
        <p:spPr>
          <a:xfrm flipH="1" rot="10800000">
            <a:off x="-76188" y="-42023"/>
            <a:ext cx="5265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5" name="Google Shape;155;p21"/>
          <p:cNvSpPr/>
          <p:nvPr/>
        </p:nvSpPr>
        <p:spPr>
          <a:xfrm flipH="1" rot="10800000">
            <a:off x="-71700" y="692550"/>
            <a:ext cx="4644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6" name="Google Shape;156;p21"/>
          <p:cNvSpPr/>
          <p:nvPr/>
        </p:nvSpPr>
        <p:spPr>
          <a:xfrm flipH="1" rot="10800000">
            <a:off x="106264" y="1157742"/>
            <a:ext cx="5265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7" name="Google Shape;157;p21"/>
          <p:cNvSpPr/>
          <p:nvPr/>
        </p:nvSpPr>
        <p:spPr>
          <a:xfrm flipH="1" rot="10800000">
            <a:off x="-38663" y="1577309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8" name="Google Shape;158;p21"/>
          <p:cNvSpPr/>
          <p:nvPr/>
        </p:nvSpPr>
        <p:spPr>
          <a:xfrm flipH="1" rot="10800000">
            <a:off x="1325250" y="-78899"/>
            <a:ext cx="413700" cy="41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9" name="Google Shape;159;p21"/>
          <p:cNvSpPr/>
          <p:nvPr/>
        </p:nvSpPr>
        <p:spPr>
          <a:xfrm flipH="1" rot="10800000">
            <a:off x="8268003" y="4180533"/>
            <a:ext cx="952200" cy="952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0" name="Google Shape;160;p21"/>
          <p:cNvSpPr/>
          <p:nvPr/>
        </p:nvSpPr>
        <p:spPr>
          <a:xfrm flipH="1" rot="10800000">
            <a:off x="8595160" y="3717077"/>
            <a:ext cx="567900" cy="567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1" name="Google Shape;161;p21"/>
          <p:cNvSpPr/>
          <p:nvPr/>
        </p:nvSpPr>
        <p:spPr>
          <a:xfrm flipH="1" rot="10800000">
            <a:off x="7828382" y="4591400"/>
            <a:ext cx="567900" cy="567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2" name="Google Shape;162;p21"/>
          <p:cNvSpPr/>
          <p:nvPr/>
        </p:nvSpPr>
        <p:spPr>
          <a:xfrm flipH="1" rot="10800000">
            <a:off x="7985562" y="3874277"/>
            <a:ext cx="410700" cy="410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3" name="Google Shape;163;p21"/>
          <p:cNvSpPr/>
          <p:nvPr/>
        </p:nvSpPr>
        <p:spPr>
          <a:xfrm flipH="1" rot="10800000">
            <a:off x="8778877" y="3459998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4" name="Google Shape;164;p21"/>
          <p:cNvSpPr/>
          <p:nvPr/>
        </p:nvSpPr>
        <p:spPr>
          <a:xfrm flipH="1" rot="10800000">
            <a:off x="7649200" y="4406027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65" name="Google Shape;165;p21"/>
          <p:cNvSpPr/>
          <p:nvPr/>
        </p:nvSpPr>
        <p:spPr>
          <a:xfrm flipH="1" rot="10800000">
            <a:off x="7655963" y="4883131"/>
            <a:ext cx="249600" cy="249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six columns">
  <p:cSld name="CUSTOM_5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p22"/>
          <p:cNvSpPr txBox="1"/>
          <p:nvPr>
            <p:ph type="title"/>
          </p:nvPr>
        </p:nvSpPr>
        <p:spPr>
          <a:xfrm>
            <a:off x="720000" y="1789138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8" name="Google Shape;168;p22"/>
          <p:cNvSpPr txBox="1"/>
          <p:nvPr>
            <p:ph idx="2" type="title"/>
          </p:nvPr>
        </p:nvSpPr>
        <p:spPr>
          <a:xfrm>
            <a:off x="3440470" y="1789138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69" name="Google Shape;169;p22"/>
          <p:cNvSpPr txBox="1"/>
          <p:nvPr>
            <p:ph idx="1" type="subTitle"/>
          </p:nvPr>
        </p:nvSpPr>
        <p:spPr>
          <a:xfrm>
            <a:off x="720000" y="2178972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0" name="Google Shape;170;p22"/>
          <p:cNvSpPr txBox="1"/>
          <p:nvPr>
            <p:ph idx="3" type="subTitle"/>
          </p:nvPr>
        </p:nvSpPr>
        <p:spPr>
          <a:xfrm>
            <a:off x="3440460" y="2178972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1" name="Google Shape;171;p22"/>
          <p:cNvSpPr txBox="1"/>
          <p:nvPr>
            <p:ph idx="4" type="title"/>
          </p:nvPr>
        </p:nvSpPr>
        <p:spPr>
          <a:xfrm>
            <a:off x="720000" y="3671625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2" name="Google Shape;172;p22"/>
          <p:cNvSpPr txBox="1"/>
          <p:nvPr>
            <p:ph idx="5" type="title"/>
          </p:nvPr>
        </p:nvSpPr>
        <p:spPr>
          <a:xfrm>
            <a:off x="3440470" y="3671625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3" name="Google Shape;173;p22"/>
          <p:cNvSpPr txBox="1"/>
          <p:nvPr>
            <p:ph idx="6" type="subTitle"/>
          </p:nvPr>
        </p:nvSpPr>
        <p:spPr>
          <a:xfrm>
            <a:off x="720000" y="4061325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4" name="Google Shape;174;p22"/>
          <p:cNvSpPr txBox="1"/>
          <p:nvPr>
            <p:ph idx="7" type="subTitle"/>
          </p:nvPr>
        </p:nvSpPr>
        <p:spPr>
          <a:xfrm>
            <a:off x="3440460" y="4061325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5" name="Google Shape;175;p22"/>
          <p:cNvSpPr txBox="1"/>
          <p:nvPr>
            <p:ph idx="8"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6" name="Google Shape;176;p22"/>
          <p:cNvSpPr txBox="1"/>
          <p:nvPr>
            <p:ph idx="9" type="title"/>
          </p:nvPr>
        </p:nvSpPr>
        <p:spPr>
          <a:xfrm>
            <a:off x="6160945" y="1789138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7" name="Google Shape;177;p22"/>
          <p:cNvSpPr txBox="1"/>
          <p:nvPr>
            <p:ph idx="13" type="subTitle"/>
          </p:nvPr>
        </p:nvSpPr>
        <p:spPr>
          <a:xfrm>
            <a:off x="6160926" y="2178972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78" name="Google Shape;178;p22"/>
          <p:cNvSpPr txBox="1"/>
          <p:nvPr>
            <p:ph idx="14" type="title"/>
          </p:nvPr>
        </p:nvSpPr>
        <p:spPr>
          <a:xfrm>
            <a:off x="6160945" y="3671625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79" name="Google Shape;179;p22"/>
          <p:cNvSpPr txBox="1"/>
          <p:nvPr>
            <p:ph idx="15" type="subTitle"/>
          </p:nvPr>
        </p:nvSpPr>
        <p:spPr>
          <a:xfrm>
            <a:off x="6160926" y="4061325"/>
            <a:ext cx="2263200" cy="542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80" name="Google Shape;180;p22"/>
          <p:cNvSpPr/>
          <p:nvPr/>
        </p:nvSpPr>
        <p:spPr>
          <a:xfrm rot="10800000">
            <a:off x="8266841" y="4509405"/>
            <a:ext cx="5871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1" name="Google Shape;181;p22"/>
          <p:cNvSpPr/>
          <p:nvPr/>
        </p:nvSpPr>
        <p:spPr>
          <a:xfrm rot="10800000">
            <a:off x="8709325" y="4135175"/>
            <a:ext cx="4572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2" name="Google Shape;182;p22"/>
          <p:cNvSpPr/>
          <p:nvPr/>
        </p:nvSpPr>
        <p:spPr>
          <a:xfrm rot="10800000">
            <a:off x="8709275" y="4907796"/>
            <a:ext cx="433500" cy="243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3" name="Google Shape;183;p22"/>
          <p:cNvSpPr/>
          <p:nvPr/>
        </p:nvSpPr>
        <p:spPr>
          <a:xfrm rot="10800000">
            <a:off x="8153050" y="4938475"/>
            <a:ext cx="433500" cy="23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3">
  <p:cSld name="TITLE_ONLY_3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2698631" scaled="0"/>
        </a:gradFill>
      </p:bgPr>
    </p:bg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23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6" name="Google Shape;186;p23"/>
          <p:cNvSpPr/>
          <p:nvPr/>
        </p:nvSpPr>
        <p:spPr>
          <a:xfrm flipH="1">
            <a:off x="-76122" y="-59097"/>
            <a:ext cx="612900" cy="612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7" name="Google Shape;187;p23"/>
          <p:cNvSpPr/>
          <p:nvPr/>
        </p:nvSpPr>
        <p:spPr>
          <a:xfrm flipH="1">
            <a:off x="-39529" y="486646"/>
            <a:ext cx="365700" cy="365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8" name="Google Shape;188;p23"/>
          <p:cNvSpPr/>
          <p:nvPr/>
        </p:nvSpPr>
        <p:spPr>
          <a:xfrm flipH="1">
            <a:off x="454083" y="-76200"/>
            <a:ext cx="365700" cy="365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89" name="Google Shape;189;p23"/>
          <p:cNvSpPr/>
          <p:nvPr/>
        </p:nvSpPr>
        <p:spPr>
          <a:xfrm flipH="1">
            <a:off x="454299" y="486646"/>
            <a:ext cx="264300" cy="264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0" name="Google Shape;190;p23"/>
          <p:cNvSpPr/>
          <p:nvPr/>
        </p:nvSpPr>
        <p:spPr>
          <a:xfrm flipH="1">
            <a:off x="-8697" y="801232"/>
            <a:ext cx="216600" cy="216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1" name="Google Shape;191;p23"/>
          <p:cNvSpPr/>
          <p:nvPr/>
        </p:nvSpPr>
        <p:spPr>
          <a:xfrm flipH="1">
            <a:off x="718532" y="192227"/>
            <a:ext cx="216600" cy="216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2" name="Google Shape;192;p23"/>
          <p:cNvSpPr/>
          <p:nvPr/>
        </p:nvSpPr>
        <p:spPr>
          <a:xfrm flipH="1">
            <a:off x="769978" y="-59096"/>
            <a:ext cx="160800" cy="160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8099331" scaled="0"/>
        </a:gradFill>
      </p:bgPr>
    </p:bg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p24"/>
          <p:cNvSpPr txBox="1"/>
          <p:nvPr>
            <p:ph hasCustomPrompt="1" type="title"/>
          </p:nvPr>
        </p:nvSpPr>
        <p:spPr>
          <a:xfrm>
            <a:off x="1024800" y="1768338"/>
            <a:ext cx="4438200" cy="1060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60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>
            <a:r>
              <a:t>xx%</a:t>
            </a:r>
          </a:p>
        </p:txBody>
      </p:sp>
      <p:sp>
        <p:nvSpPr>
          <p:cNvPr id="195" name="Google Shape;195;p24"/>
          <p:cNvSpPr txBox="1"/>
          <p:nvPr>
            <p:ph idx="1" type="subTitle"/>
          </p:nvPr>
        </p:nvSpPr>
        <p:spPr>
          <a:xfrm>
            <a:off x="1024800" y="2928162"/>
            <a:ext cx="4438200" cy="447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196" name="Google Shape;196;p24"/>
          <p:cNvSpPr/>
          <p:nvPr>
            <p:ph idx="2" type="pic"/>
          </p:nvPr>
        </p:nvSpPr>
        <p:spPr>
          <a:xfrm>
            <a:off x="5730300" y="1377300"/>
            <a:ext cx="2388900" cy="2388900"/>
          </a:xfrm>
          <a:prstGeom prst="rect">
            <a:avLst/>
          </a:prstGeom>
          <a:noFill/>
          <a:ln>
            <a:noFill/>
          </a:ln>
        </p:spPr>
      </p:sp>
      <p:sp>
        <p:nvSpPr>
          <p:cNvPr id="197" name="Google Shape;197;p24"/>
          <p:cNvSpPr/>
          <p:nvPr/>
        </p:nvSpPr>
        <p:spPr>
          <a:xfrm rot="10800000">
            <a:off x="8038895" y="155261"/>
            <a:ext cx="817800" cy="817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8" name="Google Shape;198;p24"/>
          <p:cNvSpPr/>
          <p:nvPr/>
        </p:nvSpPr>
        <p:spPr>
          <a:xfrm rot="10800000">
            <a:off x="8655150" y="524050"/>
            <a:ext cx="542100" cy="817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99" name="Google Shape;199;p24"/>
          <p:cNvSpPr/>
          <p:nvPr/>
        </p:nvSpPr>
        <p:spPr>
          <a:xfrm rot="10800000">
            <a:off x="8655150" y="-40950"/>
            <a:ext cx="542100" cy="459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0" name="Google Shape;200;p24"/>
          <p:cNvSpPr/>
          <p:nvPr/>
        </p:nvSpPr>
        <p:spPr>
          <a:xfrm rot="10800000">
            <a:off x="7880375" y="-51298"/>
            <a:ext cx="603900" cy="426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1" name="Google Shape;201;p24"/>
          <p:cNvSpPr/>
          <p:nvPr/>
        </p:nvSpPr>
        <p:spPr>
          <a:xfrm flipH="1" rot="10800000">
            <a:off x="176235" y="4350265"/>
            <a:ext cx="861600" cy="861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2" name="Google Shape;202;p24"/>
          <p:cNvSpPr/>
          <p:nvPr/>
        </p:nvSpPr>
        <p:spPr>
          <a:xfrm flipH="1" rot="10800000">
            <a:off x="920825" y="4575567"/>
            <a:ext cx="6363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3" name="Google Shape;203;p24"/>
          <p:cNvSpPr/>
          <p:nvPr/>
        </p:nvSpPr>
        <p:spPr>
          <a:xfrm rot="10800000">
            <a:off x="-58722" y="3857727"/>
            <a:ext cx="6363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4" name="Google Shape;204;p24"/>
          <p:cNvSpPr/>
          <p:nvPr/>
        </p:nvSpPr>
        <p:spPr>
          <a:xfrm flipH="1" rot="10800000">
            <a:off x="714475" y="4033824"/>
            <a:ext cx="4602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5" name="Google Shape;205;p24"/>
          <p:cNvSpPr/>
          <p:nvPr/>
        </p:nvSpPr>
        <p:spPr>
          <a:xfrm flipH="1" rot="10800000">
            <a:off x="1388000" y="4350399"/>
            <a:ext cx="378300" cy="378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6" name="Google Shape;206;p24"/>
          <p:cNvSpPr/>
          <p:nvPr/>
        </p:nvSpPr>
        <p:spPr>
          <a:xfrm rot="10800000">
            <a:off x="-71575" y="3481850"/>
            <a:ext cx="4002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7" name="Google Shape;207;p24"/>
          <p:cNvSpPr/>
          <p:nvPr/>
        </p:nvSpPr>
        <p:spPr>
          <a:xfrm rot="10800000">
            <a:off x="7431799" y="-39403"/>
            <a:ext cx="519000" cy="519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8" name="Google Shape;208;p24"/>
          <p:cNvSpPr/>
          <p:nvPr/>
        </p:nvSpPr>
        <p:spPr>
          <a:xfrm rot="10800000">
            <a:off x="7153000" y="-51247"/>
            <a:ext cx="385500" cy="251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09" name="Google Shape;209;p24"/>
          <p:cNvSpPr/>
          <p:nvPr/>
        </p:nvSpPr>
        <p:spPr>
          <a:xfrm rot="10800000">
            <a:off x="9010950" y="966800"/>
            <a:ext cx="186300" cy="519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Numbers and text ">
  <p:cSld name="CUSTOM_4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210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Google Shape;211;p25"/>
          <p:cNvSpPr txBox="1"/>
          <p:nvPr>
            <p:ph type="title"/>
          </p:nvPr>
        </p:nvSpPr>
        <p:spPr>
          <a:xfrm>
            <a:off x="3553950" y="846425"/>
            <a:ext cx="3097500" cy="699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212" name="Google Shape;212;p25"/>
          <p:cNvSpPr txBox="1"/>
          <p:nvPr>
            <p:ph idx="1" type="subTitle"/>
          </p:nvPr>
        </p:nvSpPr>
        <p:spPr>
          <a:xfrm>
            <a:off x="6651600" y="846425"/>
            <a:ext cx="17724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3" name="Google Shape;213;p25"/>
          <p:cNvSpPr txBox="1"/>
          <p:nvPr>
            <p:ph idx="2" type="title"/>
          </p:nvPr>
        </p:nvSpPr>
        <p:spPr>
          <a:xfrm>
            <a:off x="3553950" y="2680659"/>
            <a:ext cx="3097500" cy="699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214" name="Google Shape;214;p25"/>
          <p:cNvSpPr txBox="1"/>
          <p:nvPr>
            <p:ph idx="3" type="subTitle"/>
          </p:nvPr>
        </p:nvSpPr>
        <p:spPr>
          <a:xfrm>
            <a:off x="6651600" y="2680688"/>
            <a:ext cx="17724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5" name="Google Shape;215;p25"/>
          <p:cNvSpPr txBox="1"/>
          <p:nvPr>
            <p:ph idx="4" type="title"/>
          </p:nvPr>
        </p:nvSpPr>
        <p:spPr>
          <a:xfrm>
            <a:off x="3553950" y="3597777"/>
            <a:ext cx="3097500" cy="699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216" name="Google Shape;216;p25"/>
          <p:cNvSpPr txBox="1"/>
          <p:nvPr>
            <p:ph idx="5" type="subTitle"/>
          </p:nvPr>
        </p:nvSpPr>
        <p:spPr>
          <a:xfrm>
            <a:off x="6651600" y="3597775"/>
            <a:ext cx="17724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7" name="Google Shape;217;p25"/>
          <p:cNvSpPr txBox="1"/>
          <p:nvPr>
            <p:ph idx="6" type="title"/>
          </p:nvPr>
        </p:nvSpPr>
        <p:spPr>
          <a:xfrm>
            <a:off x="3553950" y="1763542"/>
            <a:ext cx="3097500" cy="699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4800">
                <a:solidFill>
                  <a:schemeClr val="accen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  <a:defRPr sz="10000"/>
            </a:lvl9pPr>
          </a:lstStyle>
          <a:p/>
        </p:txBody>
      </p:sp>
      <p:sp>
        <p:nvSpPr>
          <p:cNvPr id="218" name="Google Shape;218;p25"/>
          <p:cNvSpPr txBox="1"/>
          <p:nvPr>
            <p:ph idx="7" type="subTitle"/>
          </p:nvPr>
        </p:nvSpPr>
        <p:spPr>
          <a:xfrm>
            <a:off x="6651600" y="1763555"/>
            <a:ext cx="1772400" cy="69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 sz="1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19" name="Google Shape;219;p25"/>
          <p:cNvSpPr/>
          <p:nvPr>
            <p:ph idx="8" type="pic"/>
          </p:nvPr>
        </p:nvSpPr>
        <p:spPr>
          <a:xfrm>
            <a:off x="872400" y="846425"/>
            <a:ext cx="2529000" cy="3450600"/>
          </a:xfrm>
          <a:prstGeom prst="rect">
            <a:avLst/>
          </a:prstGeom>
          <a:noFill/>
          <a:ln>
            <a:noFill/>
          </a:ln>
        </p:spPr>
      </p:sp>
      <p:sp>
        <p:nvSpPr>
          <p:cNvPr id="220" name="Google Shape;220;p25"/>
          <p:cNvSpPr/>
          <p:nvPr/>
        </p:nvSpPr>
        <p:spPr>
          <a:xfrm rot="10800000">
            <a:off x="8277526" y="3738227"/>
            <a:ext cx="874500" cy="975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1" name="Google Shape;221;p25"/>
          <p:cNvSpPr/>
          <p:nvPr/>
        </p:nvSpPr>
        <p:spPr>
          <a:xfrm rot="10800000">
            <a:off x="8571674" y="4541050"/>
            <a:ext cx="6051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2" name="Google Shape;222;p25"/>
          <p:cNvSpPr/>
          <p:nvPr/>
        </p:nvSpPr>
        <p:spPr>
          <a:xfrm rot="10800000">
            <a:off x="7951975" y="4659475"/>
            <a:ext cx="720600" cy="512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3" name="Google Shape;223;p25"/>
          <p:cNvSpPr/>
          <p:nvPr/>
        </p:nvSpPr>
        <p:spPr>
          <a:xfrm rot="10800000">
            <a:off x="-10454" y="-10398"/>
            <a:ext cx="975900" cy="926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4" name="Google Shape;224;p25"/>
          <p:cNvSpPr/>
          <p:nvPr/>
        </p:nvSpPr>
        <p:spPr>
          <a:xfrm rot="10800000">
            <a:off x="848447" y="-44521"/>
            <a:ext cx="6363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5" name="Google Shape;225;p25"/>
          <p:cNvSpPr/>
          <p:nvPr/>
        </p:nvSpPr>
        <p:spPr>
          <a:xfrm rot="10800000">
            <a:off x="32189" y="772251"/>
            <a:ext cx="4521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6" name="Google Shape;226;p25"/>
          <p:cNvSpPr/>
          <p:nvPr/>
        </p:nvSpPr>
        <p:spPr>
          <a:xfrm rot="10800000">
            <a:off x="665046" y="662205"/>
            <a:ext cx="4602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7" name="Google Shape;227;p25"/>
          <p:cNvSpPr/>
          <p:nvPr/>
        </p:nvSpPr>
        <p:spPr>
          <a:xfrm rot="10800000">
            <a:off x="1395947" y="-10496"/>
            <a:ext cx="460200" cy="239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8" name="Google Shape;228;p25"/>
          <p:cNvSpPr/>
          <p:nvPr/>
        </p:nvSpPr>
        <p:spPr>
          <a:xfrm rot="10800000">
            <a:off x="1326" y="1324227"/>
            <a:ext cx="3270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29" name="Google Shape;229;p25"/>
          <p:cNvSpPr/>
          <p:nvPr/>
        </p:nvSpPr>
        <p:spPr>
          <a:xfrm rot="10800000">
            <a:off x="7315296" y="4390627"/>
            <a:ext cx="7206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0" name="Google Shape;230;p25"/>
          <p:cNvSpPr/>
          <p:nvPr/>
        </p:nvSpPr>
        <p:spPr>
          <a:xfrm rot="10800000">
            <a:off x="7052675" y="4831975"/>
            <a:ext cx="460200" cy="34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31" name="Google Shape;231;p25"/>
          <p:cNvSpPr/>
          <p:nvPr/>
        </p:nvSpPr>
        <p:spPr>
          <a:xfrm rot="10800000">
            <a:off x="8506125" y="3169252"/>
            <a:ext cx="6459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n columns">
  <p:cSld name="CUSTOM_9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26"/>
          <p:cNvSpPr txBox="1"/>
          <p:nvPr>
            <p:ph idx="1" type="subTitle"/>
          </p:nvPr>
        </p:nvSpPr>
        <p:spPr>
          <a:xfrm>
            <a:off x="1334121" y="188965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4" name="Google Shape;234;p26"/>
          <p:cNvSpPr txBox="1"/>
          <p:nvPr>
            <p:ph idx="2" type="subTitle"/>
          </p:nvPr>
        </p:nvSpPr>
        <p:spPr>
          <a:xfrm>
            <a:off x="1334096" y="256250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5" name="Google Shape;235;p26"/>
          <p:cNvSpPr txBox="1"/>
          <p:nvPr>
            <p:ph idx="3" type="subTitle"/>
          </p:nvPr>
        </p:nvSpPr>
        <p:spPr>
          <a:xfrm>
            <a:off x="1334121" y="323535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6" name="Google Shape;236;p26"/>
          <p:cNvSpPr txBox="1"/>
          <p:nvPr>
            <p:ph idx="4" type="subTitle"/>
          </p:nvPr>
        </p:nvSpPr>
        <p:spPr>
          <a:xfrm>
            <a:off x="1334096" y="390820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7" name="Google Shape;237;p26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38" name="Google Shape;238;p26"/>
          <p:cNvSpPr txBox="1"/>
          <p:nvPr>
            <p:ph idx="5" type="subTitle"/>
          </p:nvPr>
        </p:nvSpPr>
        <p:spPr>
          <a:xfrm>
            <a:off x="1334121" y="121680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39" name="Google Shape;239;p26"/>
          <p:cNvSpPr txBox="1"/>
          <p:nvPr>
            <p:ph idx="6" type="subTitle"/>
          </p:nvPr>
        </p:nvSpPr>
        <p:spPr>
          <a:xfrm>
            <a:off x="5286925" y="188965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0" name="Google Shape;240;p26"/>
          <p:cNvSpPr txBox="1"/>
          <p:nvPr>
            <p:ph idx="7" type="subTitle"/>
          </p:nvPr>
        </p:nvSpPr>
        <p:spPr>
          <a:xfrm>
            <a:off x="5286900" y="256250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1" name="Google Shape;241;p26"/>
          <p:cNvSpPr txBox="1"/>
          <p:nvPr>
            <p:ph idx="8" type="subTitle"/>
          </p:nvPr>
        </p:nvSpPr>
        <p:spPr>
          <a:xfrm>
            <a:off x="5286925" y="323535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2" name="Google Shape;242;p26"/>
          <p:cNvSpPr txBox="1"/>
          <p:nvPr>
            <p:ph idx="9" type="subTitle"/>
          </p:nvPr>
        </p:nvSpPr>
        <p:spPr>
          <a:xfrm>
            <a:off x="5286900" y="390820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3" name="Google Shape;243;p26"/>
          <p:cNvSpPr txBox="1"/>
          <p:nvPr>
            <p:ph idx="13" type="subTitle"/>
          </p:nvPr>
        </p:nvSpPr>
        <p:spPr>
          <a:xfrm>
            <a:off x="5286925" y="1216800"/>
            <a:ext cx="3060900" cy="47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>
                <a:solidFill>
                  <a:schemeClr val="dk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"/>
              <a:buNone/>
              <a:defRPr/>
            </a:lvl9pPr>
          </a:lstStyle>
          <a:p/>
        </p:txBody>
      </p:sp>
      <p:sp>
        <p:nvSpPr>
          <p:cNvPr id="244" name="Google Shape;244;p26"/>
          <p:cNvSpPr/>
          <p:nvPr/>
        </p:nvSpPr>
        <p:spPr>
          <a:xfrm rot="10800000">
            <a:off x="8266841" y="4509405"/>
            <a:ext cx="5871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5" name="Google Shape;245;p26"/>
          <p:cNvSpPr/>
          <p:nvPr/>
        </p:nvSpPr>
        <p:spPr>
          <a:xfrm rot="10800000">
            <a:off x="8709375" y="4135175"/>
            <a:ext cx="4674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6" name="Google Shape;246;p26"/>
          <p:cNvSpPr/>
          <p:nvPr/>
        </p:nvSpPr>
        <p:spPr>
          <a:xfrm rot="10800000">
            <a:off x="8709275" y="4907571"/>
            <a:ext cx="433500" cy="264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47" name="Google Shape;247;p26"/>
          <p:cNvSpPr/>
          <p:nvPr/>
        </p:nvSpPr>
        <p:spPr>
          <a:xfrm rot="10800000">
            <a:off x="8153050" y="4938475"/>
            <a:ext cx="433500" cy="23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hanks">
  <p:cSld name="CUSTOM_7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8900732" scaled="0"/>
        </a:gradFill>
      </p:bgPr>
    </p:bg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27"/>
          <p:cNvSpPr txBox="1"/>
          <p:nvPr>
            <p:ph type="ctrTitle"/>
          </p:nvPr>
        </p:nvSpPr>
        <p:spPr>
          <a:xfrm>
            <a:off x="4269450" y="1067375"/>
            <a:ext cx="35139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5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  <a:defRPr sz="8500"/>
            </a:lvl9pPr>
          </a:lstStyle>
          <a:p/>
        </p:txBody>
      </p:sp>
      <p:sp>
        <p:nvSpPr>
          <p:cNvPr id="250" name="Google Shape;250;p27"/>
          <p:cNvSpPr txBox="1"/>
          <p:nvPr>
            <p:ph idx="1" type="subTitle"/>
          </p:nvPr>
        </p:nvSpPr>
        <p:spPr>
          <a:xfrm>
            <a:off x="4269450" y="1726450"/>
            <a:ext cx="3513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251" name="Google Shape;251;p27"/>
          <p:cNvSpPr txBox="1"/>
          <p:nvPr/>
        </p:nvSpPr>
        <p:spPr>
          <a:xfrm>
            <a:off x="720000" y="3788225"/>
            <a:ext cx="3148800" cy="617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</a:pPr>
            <a:r>
              <a:rPr b="0" i="0" lang="en" sz="1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CREDITS: This presentation template was created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2"/>
              </a:rPr>
              <a:t>Slidesgo</a:t>
            </a:r>
            <a:r>
              <a:rPr b="0" i="0" lang="en" sz="1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includes icons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3"/>
              </a:rPr>
              <a:t>Flaticon</a:t>
            </a:r>
            <a:r>
              <a:rPr b="0" i="0" lang="en" sz="10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, and infographics &amp; images by </a:t>
            </a:r>
            <a:r>
              <a:rPr b="1" i="0" lang="en" sz="1000" u="sng" cap="none" strike="noStrike">
                <a:solidFill>
                  <a:schemeClr val="hlink"/>
                </a:solidFill>
                <a:latin typeface="Raleway"/>
                <a:ea typeface="Raleway"/>
                <a:cs typeface="Raleway"/>
                <a:sym typeface="Raleway"/>
                <a:hlinkClick r:id="rId4"/>
              </a:rPr>
              <a:t>Freepik</a:t>
            </a:r>
            <a:endParaRPr b="1" i="0" sz="1000" u="sng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252" name="Google Shape;252;p27"/>
          <p:cNvSpPr/>
          <p:nvPr>
            <p:ph idx="2" type="pic"/>
          </p:nvPr>
        </p:nvSpPr>
        <p:spPr>
          <a:xfrm>
            <a:off x="-22012" y="1034025"/>
            <a:ext cx="3890700" cy="2618400"/>
          </a:xfrm>
          <a:prstGeom prst="rect">
            <a:avLst/>
          </a:prstGeom>
          <a:noFill/>
          <a:ln>
            <a:noFill/>
          </a:ln>
        </p:spPr>
      </p:sp>
      <p:sp>
        <p:nvSpPr>
          <p:cNvPr id="253" name="Google Shape;253;p27"/>
          <p:cNvSpPr/>
          <p:nvPr/>
        </p:nvSpPr>
        <p:spPr>
          <a:xfrm rot="10800000">
            <a:off x="8236329" y="520201"/>
            <a:ext cx="591600" cy="591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4" name="Google Shape;254;p27"/>
          <p:cNvSpPr/>
          <p:nvPr/>
        </p:nvSpPr>
        <p:spPr>
          <a:xfrm rot="10800000">
            <a:off x="7660350" y="-30600"/>
            <a:ext cx="713100" cy="667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5" name="Google Shape;255;p27"/>
          <p:cNvSpPr/>
          <p:nvPr/>
        </p:nvSpPr>
        <p:spPr>
          <a:xfrm rot="10800000">
            <a:off x="8636116" y="110377"/>
            <a:ext cx="5265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6" name="Google Shape;256;p27"/>
          <p:cNvSpPr/>
          <p:nvPr/>
        </p:nvSpPr>
        <p:spPr>
          <a:xfrm rot="10800000">
            <a:off x="8693703" y="844945"/>
            <a:ext cx="5265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7" name="Google Shape;257;p27"/>
          <p:cNvSpPr/>
          <p:nvPr/>
        </p:nvSpPr>
        <p:spPr>
          <a:xfrm rot="10800000">
            <a:off x="8453664" y="1310142"/>
            <a:ext cx="526500" cy="526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8" name="Google Shape;258;p27"/>
          <p:cNvSpPr/>
          <p:nvPr/>
        </p:nvSpPr>
        <p:spPr>
          <a:xfrm rot="10800000">
            <a:off x="8788791" y="1729709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59" name="Google Shape;259;p27"/>
          <p:cNvSpPr/>
          <p:nvPr/>
        </p:nvSpPr>
        <p:spPr>
          <a:xfrm rot="10800000">
            <a:off x="7347478" y="73501"/>
            <a:ext cx="413700" cy="41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0" name="Google Shape;260;p27"/>
          <p:cNvSpPr/>
          <p:nvPr/>
        </p:nvSpPr>
        <p:spPr>
          <a:xfrm rot="10800000">
            <a:off x="-20375" y="4333000"/>
            <a:ext cx="838800" cy="818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1" name="Google Shape;261;p27"/>
          <p:cNvSpPr/>
          <p:nvPr/>
        </p:nvSpPr>
        <p:spPr>
          <a:xfrm rot="10800000">
            <a:off x="-20526" y="3869475"/>
            <a:ext cx="511800" cy="567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2" name="Google Shape;262;p27"/>
          <p:cNvSpPr/>
          <p:nvPr/>
        </p:nvSpPr>
        <p:spPr>
          <a:xfrm rot="10800000">
            <a:off x="690150" y="4743700"/>
            <a:ext cx="567900" cy="408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3" name="Google Shape;263;p27"/>
          <p:cNvSpPr/>
          <p:nvPr/>
        </p:nvSpPr>
        <p:spPr>
          <a:xfrm rot="10800000">
            <a:off x="-28749" y="3612398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4" name="Google Shape;264;p27"/>
          <p:cNvSpPr/>
          <p:nvPr/>
        </p:nvSpPr>
        <p:spPr>
          <a:xfrm rot="10800000">
            <a:off x="1100928" y="4558427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5" name="Google Shape;265;p27"/>
          <p:cNvSpPr/>
          <p:nvPr/>
        </p:nvSpPr>
        <p:spPr>
          <a:xfrm rot="10800000">
            <a:off x="1180875" y="5035378"/>
            <a:ext cx="249600" cy="136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6" name="Google Shape;266;p27"/>
          <p:cNvSpPr/>
          <p:nvPr/>
        </p:nvSpPr>
        <p:spPr>
          <a:xfrm rot="10800000">
            <a:off x="1639400" y="4743775"/>
            <a:ext cx="567900" cy="428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7" name="Google Shape;267;p27"/>
          <p:cNvSpPr/>
          <p:nvPr/>
        </p:nvSpPr>
        <p:spPr>
          <a:xfrm rot="10800000">
            <a:off x="2143300" y="4954976"/>
            <a:ext cx="410700" cy="217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8" name="Google Shape;268;p27"/>
          <p:cNvSpPr/>
          <p:nvPr/>
        </p:nvSpPr>
        <p:spPr>
          <a:xfrm flipH="1" rot="10800000">
            <a:off x="8632853" y="4617762"/>
            <a:ext cx="567900" cy="567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69" name="Google Shape;269;p27"/>
          <p:cNvSpPr/>
          <p:nvPr/>
        </p:nvSpPr>
        <p:spPr>
          <a:xfrm flipH="1" rot="10800000">
            <a:off x="8453671" y="4432390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0" name="Google Shape;270;p27"/>
          <p:cNvSpPr/>
          <p:nvPr/>
        </p:nvSpPr>
        <p:spPr>
          <a:xfrm rot="10800000">
            <a:off x="6955225" y="-40824"/>
            <a:ext cx="526500" cy="318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1" name="Google Shape;271;p27"/>
          <p:cNvSpPr/>
          <p:nvPr/>
        </p:nvSpPr>
        <p:spPr>
          <a:xfrm rot="10800000">
            <a:off x="6718691" y="205484"/>
            <a:ext cx="336300" cy="3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">
  <p:cSld name="TITLE_AND_BODY_1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8099331" scaled="0"/>
        </a:gradFill>
      </p:bgPr>
    </p:bg>
    <p:spTree>
      <p:nvGrpSpPr>
        <p:cNvPr id="272" name="Shape 2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Google Shape;273;p28"/>
          <p:cNvSpPr/>
          <p:nvPr/>
        </p:nvSpPr>
        <p:spPr>
          <a:xfrm>
            <a:off x="7978371" y="0"/>
            <a:ext cx="572700" cy="572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4" name="Google Shape;274;p28"/>
          <p:cNvSpPr/>
          <p:nvPr/>
        </p:nvSpPr>
        <p:spPr>
          <a:xfrm>
            <a:off x="8424001" y="0"/>
            <a:ext cx="7206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5" name="Google Shape;275;p28"/>
          <p:cNvSpPr/>
          <p:nvPr/>
        </p:nvSpPr>
        <p:spPr>
          <a:xfrm>
            <a:off x="8755825" y="613521"/>
            <a:ext cx="388800" cy="388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76" name="Google Shape;276;p28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7" name="Google Shape;277;p28"/>
          <p:cNvSpPr txBox="1"/>
          <p:nvPr>
            <p:ph idx="1" type="body"/>
          </p:nvPr>
        </p:nvSpPr>
        <p:spPr>
          <a:xfrm>
            <a:off x="720000" y="1203200"/>
            <a:ext cx="7704000" cy="20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ext 1">
  <p:cSld name="TITLE_AND_BODY_1_1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278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Google Shape;279;p2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0" name="Google Shape;280;p29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 sz="1200"/>
            </a:lvl1pPr>
            <a:lvl2pPr indent="-3175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2pPr>
            <a:lvl3pPr indent="-3175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3pPr>
            <a:lvl4pPr indent="-3175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4pPr>
            <a:lvl5pPr indent="-3175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5pPr>
            <a:lvl6pPr indent="-3175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6pPr>
            <a:lvl7pPr indent="-3175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●"/>
              <a:defRPr/>
            </a:lvl7pPr>
            <a:lvl8pPr indent="-3175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○"/>
              <a:defRPr/>
            </a:lvl8pPr>
            <a:lvl9pPr indent="-3175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91919"/>
              </a:buClr>
              <a:buSzPts val="1400"/>
              <a:buFont typeface="Anaheim"/>
              <a:buChar char="■"/>
              <a:defRPr/>
            </a:lvl9pPr>
          </a:lstStyle>
          <a:p/>
        </p:txBody>
      </p:sp>
      <p:sp>
        <p:nvSpPr>
          <p:cNvPr id="281" name="Google Shape;281;p29"/>
          <p:cNvSpPr/>
          <p:nvPr/>
        </p:nvSpPr>
        <p:spPr>
          <a:xfrm rot="10800000">
            <a:off x="8266841" y="4509405"/>
            <a:ext cx="5871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2" name="Google Shape;282;p29"/>
          <p:cNvSpPr/>
          <p:nvPr/>
        </p:nvSpPr>
        <p:spPr>
          <a:xfrm rot="10800000">
            <a:off x="8709325" y="4135175"/>
            <a:ext cx="4572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3" name="Google Shape;283;p29"/>
          <p:cNvSpPr/>
          <p:nvPr/>
        </p:nvSpPr>
        <p:spPr>
          <a:xfrm rot="10800000">
            <a:off x="8709275" y="4907796"/>
            <a:ext cx="433500" cy="243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284" name="Google Shape;284;p29"/>
          <p:cNvSpPr/>
          <p:nvPr/>
        </p:nvSpPr>
        <p:spPr>
          <a:xfrm rot="10800000">
            <a:off x="8153050" y="4938475"/>
            <a:ext cx="433500" cy="23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85" name="Shape 2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" name="Google Shape;286;p30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87" name="Google Shape;287;p30"/>
          <p:cNvSpPr txBox="1"/>
          <p:nvPr>
            <p:ph idx="1" type="body"/>
          </p:nvPr>
        </p:nvSpPr>
        <p:spPr>
          <a:xfrm>
            <a:off x="720000" y="1203200"/>
            <a:ext cx="7704000" cy="3400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AutoNum type="arabicPeriod"/>
              <a:defRPr sz="1200"/>
            </a:lvl1pPr>
            <a:lvl2pPr indent="-3048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2pPr>
            <a:lvl3pPr indent="-3048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3pPr>
            <a:lvl4pPr indent="-3048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6pPr>
            <a:lvl7pPr indent="-30480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rabicPeriod"/>
              <a:defRPr/>
            </a:lvl7pPr>
            <a:lvl8pPr indent="-30480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alphaLcPeriod"/>
              <a:defRPr/>
            </a:lvl8pPr>
            <a:lvl9pPr indent="-3048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1200"/>
              <a:buFont typeface="Roboto Condensed Light"/>
              <a:buAutoNum type="romanLcPeriod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88" name="Shape 2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9" name="Google Shape;289;p31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0" name="Google Shape;290;p31"/>
          <p:cNvSpPr txBox="1"/>
          <p:nvPr>
            <p:ph idx="2" type="title"/>
          </p:nvPr>
        </p:nvSpPr>
        <p:spPr>
          <a:xfrm>
            <a:off x="720000" y="1801575"/>
            <a:ext cx="35223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1" name="Google Shape;291;p31"/>
          <p:cNvSpPr txBox="1"/>
          <p:nvPr>
            <p:ph idx="3" type="title"/>
          </p:nvPr>
        </p:nvSpPr>
        <p:spPr>
          <a:xfrm>
            <a:off x="4901688" y="1801575"/>
            <a:ext cx="3522300" cy="393600"/>
          </a:xfrm>
          <a:prstGeom prst="rect">
            <a:avLst/>
          </a:prstGeom>
          <a:solidFill>
            <a:schemeClr val="accent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2" name="Google Shape;292;p31"/>
          <p:cNvSpPr txBox="1"/>
          <p:nvPr>
            <p:ph idx="1" type="subTitle"/>
          </p:nvPr>
        </p:nvSpPr>
        <p:spPr>
          <a:xfrm>
            <a:off x="720000" y="2195175"/>
            <a:ext cx="3522300" cy="19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  <p:sp>
        <p:nvSpPr>
          <p:cNvPr id="293" name="Google Shape;293;p31"/>
          <p:cNvSpPr txBox="1"/>
          <p:nvPr>
            <p:ph idx="4" type="subTitle"/>
          </p:nvPr>
        </p:nvSpPr>
        <p:spPr>
          <a:xfrm>
            <a:off x="4901700" y="2195175"/>
            <a:ext cx="3522300" cy="19563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•"/>
              <a:defRPr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●"/>
              <a:defRPr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○"/>
              <a:defRPr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Arial"/>
              <a:buChar char="■"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294" name="Shape 2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5" name="Google Shape;295;p32"/>
          <p:cNvSpPr txBox="1"/>
          <p:nvPr>
            <p:ph idx="1" type="body"/>
          </p:nvPr>
        </p:nvSpPr>
        <p:spPr>
          <a:xfrm>
            <a:off x="720000" y="1570575"/>
            <a:ext cx="4047000" cy="218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794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-"/>
              <a:defRPr/>
            </a:lvl1pPr>
            <a:lvl2pPr indent="-279400" lvl="1" marL="914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○"/>
              <a:defRPr/>
            </a:lvl2pPr>
            <a:lvl3pPr indent="-279400" lvl="2" marL="1371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■"/>
              <a:defRPr/>
            </a:lvl3pPr>
            <a:lvl4pPr indent="-279400" lvl="3" marL="1828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800"/>
              <a:buFont typeface="Open Sans"/>
              <a:buChar char="●"/>
              <a:defRPr/>
            </a:lvl4pPr>
            <a:lvl5pPr indent="-304800" lvl="4" marL="22860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○"/>
              <a:defRPr/>
            </a:lvl5pPr>
            <a:lvl6pPr indent="-304800" lvl="5" marL="2743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200"/>
              <a:buFont typeface="Open Sans"/>
              <a:buChar char="■"/>
              <a:defRPr/>
            </a:lvl6pPr>
            <a:lvl7pPr indent="-273050" lvl="6" marL="32004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●"/>
              <a:defRPr/>
            </a:lvl7pPr>
            <a:lvl8pPr indent="-273050" lvl="7" marL="3657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700"/>
              <a:buFont typeface="Open Sans"/>
              <a:buChar char="○"/>
              <a:defRPr/>
            </a:lvl8pPr>
            <a:lvl9pPr indent="-266700" lvl="8" marL="41148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600"/>
              <a:buFont typeface="Open Sans"/>
              <a:buChar char="■"/>
              <a:defRPr/>
            </a:lvl9pPr>
          </a:lstStyle>
          <a:p/>
        </p:txBody>
      </p:sp>
      <p:sp>
        <p:nvSpPr>
          <p:cNvPr id="296" name="Google Shape;296;p32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297" name="Shape 2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33"/>
          <p:cNvSpPr txBox="1"/>
          <p:nvPr>
            <p:ph idx="1" type="body"/>
          </p:nvPr>
        </p:nvSpPr>
        <p:spPr>
          <a:xfrm>
            <a:off x="1439250" y="3811325"/>
            <a:ext cx="6265500" cy="60510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Raleway"/>
              <a:buNone/>
              <a:defRPr b="1" sz="28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</a:lstStyle>
          <a:p/>
        </p:txBody>
      </p:sp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rgbClr val="FFFFFF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 1">
  <p:cSld name="TITLE_ONLY_1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13500032" scaled="0"/>
        </a:gradFill>
      </p:bgPr>
    </p:bg>
    <p:spTree>
      <p:nvGrpSpPr>
        <p:cNvPr id="300" name="Shape 3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1" name="Google Shape;301;p35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02" name="Google Shape;302;p35"/>
          <p:cNvSpPr/>
          <p:nvPr/>
        </p:nvSpPr>
        <p:spPr>
          <a:xfrm rot="10800000">
            <a:off x="8266841" y="4509405"/>
            <a:ext cx="5871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3" name="Google Shape;303;p35"/>
          <p:cNvSpPr/>
          <p:nvPr/>
        </p:nvSpPr>
        <p:spPr>
          <a:xfrm rot="10800000">
            <a:off x="8709325" y="4135175"/>
            <a:ext cx="457200" cy="587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4" name="Google Shape;304;p35"/>
          <p:cNvSpPr/>
          <p:nvPr/>
        </p:nvSpPr>
        <p:spPr>
          <a:xfrm rot="10800000">
            <a:off x="8709275" y="4907796"/>
            <a:ext cx="433500" cy="243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5" name="Google Shape;305;p35"/>
          <p:cNvSpPr/>
          <p:nvPr/>
        </p:nvSpPr>
        <p:spPr>
          <a:xfrm rot="10800000">
            <a:off x="8153050" y="4938475"/>
            <a:ext cx="433500" cy="233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">
  <p:cSld name="CUSTOM_10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2698631" scaled="0"/>
        </a:gra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" name="Google Shape;307;p36"/>
          <p:cNvSpPr/>
          <p:nvPr/>
        </p:nvSpPr>
        <p:spPr>
          <a:xfrm rot="10800000">
            <a:off x="8277526" y="3738227"/>
            <a:ext cx="874500" cy="975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8" name="Google Shape;308;p36"/>
          <p:cNvSpPr/>
          <p:nvPr/>
        </p:nvSpPr>
        <p:spPr>
          <a:xfrm rot="10800000">
            <a:off x="8571599" y="4541050"/>
            <a:ext cx="5847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09" name="Google Shape;309;p36"/>
          <p:cNvSpPr/>
          <p:nvPr/>
        </p:nvSpPr>
        <p:spPr>
          <a:xfrm rot="10800000">
            <a:off x="7951975" y="4659700"/>
            <a:ext cx="720600" cy="492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0" name="Google Shape;310;p36"/>
          <p:cNvSpPr/>
          <p:nvPr/>
        </p:nvSpPr>
        <p:spPr>
          <a:xfrm rot="10800000">
            <a:off x="-10454" y="-10398"/>
            <a:ext cx="975900" cy="926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1" name="Google Shape;311;p36"/>
          <p:cNvSpPr/>
          <p:nvPr/>
        </p:nvSpPr>
        <p:spPr>
          <a:xfrm rot="10800000">
            <a:off x="848447" y="-44521"/>
            <a:ext cx="6363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2" name="Google Shape;312;p36"/>
          <p:cNvSpPr/>
          <p:nvPr/>
        </p:nvSpPr>
        <p:spPr>
          <a:xfrm rot="10800000">
            <a:off x="32189" y="772251"/>
            <a:ext cx="452100" cy="63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3" name="Google Shape;313;p36"/>
          <p:cNvSpPr/>
          <p:nvPr/>
        </p:nvSpPr>
        <p:spPr>
          <a:xfrm rot="10800000">
            <a:off x="588846" y="738405"/>
            <a:ext cx="4602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4" name="Google Shape;314;p36"/>
          <p:cNvSpPr/>
          <p:nvPr/>
        </p:nvSpPr>
        <p:spPr>
          <a:xfrm rot="10800000">
            <a:off x="1395947" y="-10496"/>
            <a:ext cx="460200" cy="239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5" name="Google Shape;315;p36"/>
          <p:cNvSpPr/>
          <p:nvPr/>
        </p:nvSpPr>
        <p:spPr>
          <a:xfrm rot="10800000">
            <a:off x="1326" y="1324227"/>
            <a:ext cx="327000" cy="46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6" name="Google Shape;316;p36"/>
          <p:cNvSpPr/>
          <p:nvPr/>
        </p:nvSpPr>
        <p:spPr>
          <a:xfrm rot="10800000">
            <a:off x="7315296" y="4390627"/>
            <a:ext cx="7206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7" name="Google Shape;317;p36"/>
          <p:cNvSpPr/>
          <p:nvPr/>
        </p:nvSpPr>
        <p:spPr>
          <a:xfrm rot="10800000">
            <a:off x="7052675" y="4832151"/>
            <a:ext cx="460200" cy="309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8" name="Google Shape;318;p36"/>
          <p:cNvSpPr/>
          <p:nvPr/>
        </p:nvSpPr>
        <p:spPr>
          <a:xfrm rot="10800000">
            <a:off x="8506125" y="3169252"/>
            <a:ext cx="6459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19" name="Google Shape;319;p36"/>
          <p:cNvSpPr/>
          <p:nvPr/>
        </p:nvSpPr>
        <p:spPr>
          <a:xfrm rot="10800000">
            <a:off x="1396048" y="440252"/>
            <a:ext cx="260700" cy="260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0" name="Google Shape;320;p36"/>
          <p:cNvSpPr/>
          <p:nvPr/>
        </p:nvSpPr>
        <p:spPr>
          <a:xfrm rot="10800000">
            <a:off x="1718250" y="-21250"/>
            <a:ext cx="400200" cy="4002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1" name="Google Shape;321;p36"/>
          <p:cNvSpPr/>
          <p:nvPr/>
        </p:nvSpPr>
        <p:spPr>
          <a:xfrm rot="10800000">
            <a:off x="223598" y="1575877"/>
            <a:ext cx="260700" cy="260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2" name="Google Shape;322;p36"/>
          <p:cNvSpPr/>
          <p:nvPr/>
        </p:nvSpPr>
        <p:spPr>
          <a:xfrm rot="10800000">
            <a:off x="87647" y="4453929"/>
            <a:ext cx="636300" cy="594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3" name="Google Shape;323;p36"/>
          <p:cNvSpPr/>
          <p:nvPr/>
        </p:nvSpPr>
        <p:spPr>
          <a:xfrm rot="10800000">
            <a:off x="-10452" y="4891302"/>
            <a:ext cx="260700" cy="260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4" name="Google Shape;324;p36"/>
          <p:cNvSpPr/>
          <p:nvPr/>
        </p:nvSpPr>
        <p:spPr>
          <a:xfrm rot="10800000">
            <a:off x="8277500" y="-20525"/>
            <a:ext cx="741300" cy="308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5" name="Google Shape;325;p36"/>
          <p:cNvSpPr/>
          <p:nvPr/>
        </p:nvSpPr>
        <p:spPr>
          <a:xfrm rot="10800000">
            <a:off x="8845275" y="140375"/>
            <a:ext cx="331500" cy="693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6" name="Google Shape;326;p36"/>
          <p:cNvSpPr/>
          <p:nvPr/>
        </p:nvSpPr>
        <p:spPr>
          <a:xfrm rot="10800000">
            <a:off x="8609712" y="140385"/>
            <a:ext cx="408000" cy="381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ackground 1">
  <p:cSld name="CUSTOM_10_1">
    <p:bg>
      <p:bgPr>
        <a:gradFill>
          <a:gsLst>
            <a:gs pos="0">
              <a:schemeClr val="dk2"/>
            </a:gs>
            <a:gs pos="50000">
              <a:schemeClr val="lt1"/>
            </a:gs>
            <a:gs pos="100000">
              <a:schemeClr val="lt2"/>
            </a:gs>
          </a:gsLst>
          <a:lin ang="8099331" scaled="0"/>
        </a:gradFill>
      </p:bgPr>
    </p:bg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p37"/>
          <p:cNvSpPr/>
          <p:nvPr/>
        </p:nvSpPr>
        <p:spPr>
          <a:xfrm rot="10800000">
            <a:off x="8403096" y="63068"/>
            <a:ext cx="552900" cy="552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29" name="Google Shape;329;p37"/>
          <p:cNvSpPr/>
          <p:nvPr/>
        </p:nvSpPr>
        <p:spPr>
          <a:xfrm rot="10800000">
            <a:off x="8819699" y="337375"/>
            <a:ext cx="336600" cy="552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0" name="Google Shape;330;p37"/>
          <p:cNvSpPr/>
          <p:nvPr/>
        </p:nvSpPr>
        <p:spPr>
          <a:xfrm rot="10800000">
            <a:off x="8819700" y="-20400"/>
            <a:ext cx="336600" cy="3054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1" name="Google Shape;331;p37"/>
          <p:cNvSpPr/>
          <p:nvPr/>
        </p:nvSpPr>
        <p:spPr>
          <a:xfrm rot="10800000">
            <a:off x="8295925" y="-20400"/>
            <a:ext cx="408300" cy="2763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2" name="Google Shape;332;p37"/>
          <p:cNvSpPr/>
          <p:nvPr/>
        </p:nvSpPr>
        <p:spPr>
          <a:xfrm rot="10800000">
            <a:off x="593550" y="4570796"/>
            <a:ext cx="572700" cy="5727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3" name="Google Shape;333;p37"/>
          <p:cNvSpPr/>
          <p:nvPr/>
        </p:nvSpPr>
        <p:spPr>
          <a:xfrm rot="10800000">
            <a:off x="21" y="4422896"/>
            <a:ext cx="720600" cy="7206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34" name="Google Shape;334;p37"/>
          <p:cNvSpPr/>
          <p:nvPr/>
        </p:nvSpPr>
        <p:spPr>
          <a:xfrm rot="10800000">
            <a:off x="-4" y="4141175"/>
            <a:ext cx="388800" cy="3888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_rels/slideMaster2.xml.rels><?xml version="1.0" encoding="UTF-8" standalone="yes"?><Relationships xmlns="http://schemas.openxmlformats.org/package/2006/relationships"><Relationship Id="rId20" Type="http://schemas.openxmlformats.org/officeDocument/2006/relationships/slideLayout" Target="../slideLayouts/slideLayout31.xml"/><Relationship Id="rId22" Type="http://schemas.openxmlformats.org/officeDocument/2006/relationships/slideLayout" Target="../slideLayouts/slideLayout33.xml"/><Relationship Id="rId21" Type="http://schemas.openxmlformats.org/officeDocument/2006/relationships/slideLayout" Target="../slideLayouts/slideLayout32.xml"/><Relationship Id="rId24" Type="http://schemas.openxmlformats.org/officeDocument/2006/relationships/slideLayout" Target="../slideLayouts/slideLayout35.xml"/><Relationship Id="rId23" Type="http://schemas.openxmlformats.org/officeDocument/2006/relationships/slideLayout" Target="../slideLayouts/slideLayout34.xml"/><Relationship Id="rId1" Type="http://schemas.openxmlformats.org/officeDocument/2006/relationships/slideLayout" Target="../slideLayouts/slideLayout1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9" Type="http://schemas.openxmlformats.org/officeDocument/2006/relationships/slideLayout" Target="../slideLayouts/slideLayout20.xml"/><Relationship Id="rId25" Type="http://schemas.openxmlformats.org/officeDocument/2006/relationships/theme" Target="../theme/theme1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5" Type="http://schemas.openxmlformats.org/officeDocument/2006/relationships/slideLayout" Target="../slideLayouts/slideLayout26.xml"/><Relationship Id="rId14" Type="http://schemas.openxmlformats.org/officeDocument/2006/relationships/slideLayout" Target="../slideLayouts/slideLayout25.xml"/><Relationship Id="rId17" Type="http://schemas.openxmlformats.org/officeDocument/2006/relationships/slideLayout" Target="../slideLayouts/slideLayout28.xml"/><Relationship Id="rId16" Type="http://schemas.openxmlformats.org/officeDocument/2006/relationships/slideLayout" Target="../slideLayouts/slideLayout27.xml"/><Relationship Id="rId19" Type="http://schemas.openxmlformats.org/officeDocument/2006/relationships/slideLayout" Target="../slideLayouts/slideLayout30.xml"/><Relationship Id="rId18" Type="http://schemas.openxmlformats.org/officeDocument/2006/relationships/slideLayout" Target="../slideLayouts/slideLayout29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Montserrat"/>
              <a:buNone/>
              <a:defRPr b="1" i="0" sz="2800" u="none" cap="none" strike="noStrike">
                <a:solidFill>
                  <a:schemeClr val="dk1"/>
                </a:solidFill>
                <a:latin typeface="Montserrat"/>
                <a:ea typeface="Montserrat"/>
                <a:cs typeface="Montserrat"/>
                <a:sym typeface="Montserrat"/>
              </a:defRPr>
            </a:lvl9pPr>
          </a:lstStyle>
          <a:p/>
        </p:txBody>
      </p:sp>
      <p:sp>
        <p:nvSpPr>
          <p:cNvPr id="52" name="Google Shape;52;p1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indent="-3048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indent="-3048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indent="-3048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indent="-3048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indent="-3048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indent="-3048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indent="-3048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○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indent="-3048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■"/>
              <a:defRPr b="0" i="0" sz="1200" u="none" cap="none" strike="noStrike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5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668" r:id="rId10"/>
    <p:sldLayoutId id="2147483669" r:id="rId11"/>
    <p:sldLayoutId id="2147483670" r:id="rId12"/>
    <p:sldLayoutId id="2147483671" r:id="rId13"/>
    <p:sldLayoutId id="2147483672" r:id="rId14"/>
    <p:sldLayoutId id="2147483673" r:id="rId15"/>
    <p:sldLayoutId id="2147483674" r:id="rId16"/>
    <p:sldLayoutId id="2147483675" r:id="rId17"/>
    <p:sldLayoutId id="2147483676" r:id="rId18"/>
    <p:sldLayoutId id="2147483677" r:id="rId19"/>
    <p:sldLayoutId id="2147483678" r:id="rId20"/>
    <p:sldLayoutId id="2147483679" r:id="rId21"/>
    <p:sldLayoutId id="2147483680" r:id="rId22"/>
    <p:sldLayoutId id="2147483681" r:id="rId23"/>
    <p:sldLayoutId id="2147483682" r:id="rId2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2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6.jp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8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7.jp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jp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image" Target="../media/image10.png"/><Relationship Id="rId9" Type="http://schemas.openxmlformats.org/officeDocument/2006/relationships/image" Target="../media/image2.png"/><Relationship Id="rId5" Type="http://schemas.openxmlformats.org/officeDocument/2006/relationships/image" Target="../media/image14.png"/><Relationship Id="rId6" Type="http://schemas.openxmlformats.org/officeDocument/2006/relationships/image" Target="../media/image16.png"/><Relationship Id="rId7" Type="http://schemas.openxmlformats.org/officeDocument/2006/relationships/image" Target="../media/image8.png"/><Relationship Id="rId8" Type="http://schemas.openxmlformats.org/officeDocument/2006/relationships/image" Target="../media/image4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7.jp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12.png"/><Relationship Id="rId4" Type="http://schemas.openxmlformats.org/officeDocument/2006/relationships/image" Target="../media/image3.png"/><Relationship Id="rId5" Type="http://schemas.openxmlformats.org/officeDocument/2006/relationships/image" Target="../media/image11.png"/><Relationship Id="rId6" Type="http://schemas.openxmlformats.org/officeDocument/2006/relationships/image" Target="../media/image15.png"/><Relationship Id="rId7" Type="http://schemas.openxmlformats.org/officeDocument/2006/relationships/hyperlink" Target="http://drive.google.com/file/d/18jjGNnz_dHhNlJvVPU8Unk0NSl9Bwufz/view" TargetMode="External"/><Relationship Id="rId8" Type="http://schemas.openxmlformats.org/officeDocument/2006/relationships/image" Target="../media/image1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jp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5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7.jp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6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13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5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7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38" name="Shape 3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9" name="Google Shape;339;p38"/>
          <p:cNvSpPr txBox="1"/>
          <p:nvPr>
            <p:ph type="ctrTitle"/>
          </p:nvPr>
        </p:nvSpPr>
        <p:spPr>
          <a:xfrm>
            <a:off x="285750" y="485000"/>
            <a:ext cx="4886400" cy="2658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 sz="3100"/>
              <a:t>Quantum Computing : </a:t>
            </a:r>
            <a:endParaRPr sz="3100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 sz="2700"/>
              <a:t>Practical application still far away?</a:t>
            </a:r>
            <a:endParaRPr sz="2700">
              <a:solidFill>
                <a:schemeClr val="accent1"/>
              </a:solidFill>
            </a:endParaRPr>
          </a:p>
        </p:txBody>
      </p:sp>
      <p:sp>
        <p:nvSpPr>
          <p:cNvPr id="340" name="Google Shape;340;p38"/>
          <p:cNvSpPr txBox="1"/>
          <p:nvPr>
            <p:ph idx="1" type="subTitle"/>
          </p:nvPr>
        </p:nvSpPr>
        <p:spPr>
          <a:xfrm>
            <a:off x="730800" y="3444575"/>
            <a:ext cx="4333200" cy="611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"/>
              <a:t>Team 1 </a:t>
            </a:r>
            <a:r>
              <a:rPr lang="en"/>
              <a:t>:</a:t>
            </a:r>
            <a:r>
              <a:rPr lang="en">
                <a:solidFill>
                  <a:srgbClr val="000000"/>
                </a:solidFill>
              </a:rPr>
              <a:t> </a:t>
            </a:r>
            <a:r>
              <a:rPr lang="en"/>
              <a:t>Mihir, Rachana, </a:t>
            </a:r>
            <a:r>
              <a:rPr lang="en"/>
              <a:t>Shruti, </a:t>
            </a:r>
            <a:r>
              <a:rPr lang="en"/>
              <a:t>Patrick, William</a:t>
            </a:r>
            <a:endParaRPr/>
          </a:p>
        </p:txBody>
      </p:sp>
      <p:pic>
        <p:nvPicPr>
          <p:cNvPr id="341" name="Google Shape;341;p38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28570" r="0" t="0"/>
          <a:stretch/>
        </p:blipFill>
        <p:spPr>
          <a:xfrm>
            <a:off x="5278750" y="1262625"/>
            <a:ext cx="3890749" cy="2618250"/>
          </a:xfrm>
          <a:prstGeom prst="rect">
            <a:avLst/>
          </a:prstGeom>
          <a:noFill/>
          <a:ln>
            <a:noFill/>
          </a:ln>
        </p:spPr>
      </p:pic>
      <p:sp>
        <p:nvSpPr>
          <p:cNvPr id="342" name="Google Shape;342;p38"/>
          <p:cNvSpPr/>
          <p:nvPr/>
        </p:nvSpPr>
        <p:spPr>
          <a:xfrm>
            <a:off x="7799876" y="941222"/>
            <a:ext cx="460200" cy="460200"/>
          </a:xfrm>
          <a:prstGeom prst="rect">
            <a:avLst/>
          </a:prstGeom>
          <a:solidFill>
            <a:srgbClr val="218DA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343" name="Google Shape;343;p38"/>
          <p:cNvSpPr/>
          <p:nvPr/>
        </p:nvSpPr>
        <p:spPr>
          <a:xfrm>
            <a:off x="7152550" y="276276"/>
            <a:ext cx="809100" cy="809100"/>
          </a:xfrm>
          <a:prstGeom prst="rect">
            <a:avLst/>
          </a:prstGeom>
          <a:solidFill>
            <a:srgbClr val="218DA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47" name="Shape 3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" name="Google Shape;348;p39"/>
          <p:cNvSpPr txBox="1"/>
          <p:nvPr>
            <p:ph type="title"/>
          </p:nvPr>
        </p:nvSpPr>
        <p:spPr>
          <a:xfrm>
            <a:off x="720000" y="445025"/>
            <a:ext cx="77040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"/>
              <a:t>Table of Contents</a:t>
            </a:r>
            <a:endParaRPr/>
          </a:p>
        </p:txBody>
      </p:sp>
      <p:sp>
        <p:nvSpPr>
          <p:cNvPr id="349" name="Google Shape;349;p39"/>
          <p:cNvSpPr/>
          <p:nvPr/>
        </p:nvSpPr>
        <p:spPr>
          <a:xfrm>
            <a:off x="790875" y="1562576"/>
            <a:ext cx="658500" cy="658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1</a:t>
            </a:r>
            <a:endParaRPr b="1" i="0" sz="2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0" name="Google Shape;350;p39"/>
          <p:cNvSpPr/>
          <p:nvPr/>
        </p:nvSpPr>
        <p:spPr>
          <a:xfrm>
            <a:off x="1601050" y="1562575"/>
            <a:ext cx="2222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Define the technologies assigned - the 5Ws and 1H</a:t>
            </a:r>
            <a:endParaRPr b="0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1" name="Google Shape;351;p39"/>
          <p:cNvSpPr/>
          <p:nvPr/>
        </p:nvSpPr>
        <p:spPr>
          <a:xfrm>
            <a:off x="790875" y="2516950"/>
            <a:ext cx="658500" cy="658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2</a:t>
            </a:r>
            <a:endParaRPr b="1" i="0" sz="2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2" name="Google Shape;352;p39"/>
          <p:cNvSpPr/>
          <p:nvPr/>
        </p:nvSpPr>
        <p:spPr>
          <a:xfrm>
            <a:off x="1553425" y="2516950"/>
            <a:ext cx="2222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 is this technologies being utilized ?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3" name="Google Shape;353;p39"/>
          <p:cNvSpPr/>
          <p:nvPr/>
        </p:nvSpPr>
        <p:spPr>
          <a:xfrm>
            <a:off x="831075" y="3471324"/>
            <a:ext cx="658500" cy="658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3</a:t>
            </a:r>
            <a:endParaRPr b="1" i="0" sz="2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4" name="Google Shape;354;p39"/>
          <p:cNvSpPr/>
          <p:nvPr/>
        </p:nvSpPr>
        <p:spPr>
          <a:xfrm>
            <a:off x="1601050" y="3471324"/>
            <a:ext cx="2222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are the current and future potentials of the topics ?</a:t>
            </a:r>
            <a:endParaRPr b="0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5" name="Google Shape;355;p39"/>
          <p:cNvSpPr/>
          <p:nvPr/>
        </p:nvSpPr>
        <p:spPr>
          <a:xfrm>
            <a:off x="5543501" y="1634026"/>
            <a:ext cx="658500" cy="658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4</a:t>
            </a:r>
            <a:endParaRPr b="1" i="0" sz="2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6" name="Google Shape;356;p39"/>
          <p:cNvSpPr/>
          <p:nvPr/>
        </p:nvSpPr>
        <p:spPr>
          <a:xfrm>
            <a:off x="6201900" y="1634025"/>
            <a:ext cx="2222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are the current limitation and future concerns of the topics ?</a:t>
            </a:r>
            <a:endParaRPr b="0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7" name="Google Shape;357;p39"/>
          <p:cNvSpPr/>
          <p:nvPr/>
        </p:nvSpPr>
        <p:spPr>
          <a:xfrm>
            <a:off x="5543501" y="2552675"/>
            <a:ext cx="658500" cy="6585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000"/>
              <a:buFont typeface="Arial"/>
              <a:buNone/>
            </a:pPr>
            <a:r>
              <a:rPr b="1" i="0" lang="en" sz="2000" u="none" cap="none" strike="noStrike">
                <a:solidFill>
                  <a:schemeClr val="accent1"/>
                </a:solidFill>
                <a:latin typeface="Montserrat"/>
                <a:ea typeface="Montserrat"/>
                <a:cs typeface="Montserrat"/>
                <a:sym typeface="Montserrat"/>
              </a:rPr>
              <a:t>5</a:t>
            </a:r>
            <a:endParaRPr b="1" i="0" sz="2000" u="none" cap="none" strike="noStrike">
              <a:solidFill>
                <a:schemeClr val="accent1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58" name="Google Shape;358;p39"/>
          <p:cNvSpPr/>
          <p:nvPr/>
        </p:nvSpPr>
        <p:spPr>
          <a:xfrm>
            <a:off x="6201900" y="2552675"/>
            <a:ext cx="2222100" cy="6585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 may be some ways to  expand the applications of this technologies ?</a:t>
            </a:r>
            <a:endParaRPr b="0" i="0" sz="1200" u="none" cap="none" strike="noStrike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59" name="Google Shape;359;p39"/>
          <p:cNvSpPr txBox="1"/>
          <p:nvPr>
            <p:ph idx="4294967295" type="subTitle"/>
          </p:nvPr>
        </p:nvSpPr>
        <p:spPr>
          <a:xfrm>
            <a:off x="7337425" y="4709475"/>
            <a:ext cx="16833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Rachana </a:t>
            </a:r>
            <a:endParaRPr b="1" sz="11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63" name="Shape 3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4" name="Google Shape;364;p40"/>
          <p:cNvSpPr txBox="1"/>
          <p:nvPr>
            <p:ph type="title"/>
          </p:nvPr>
        </p:nvSpPr>
        <p:spPr>
          <a:xfrm>
            <a:off x="4232275" y="1881325"/>
            <a:ext cx="46656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The Technology - 5W and 1H</a:t>
            </a:r>
            <a:endParaRPr sz="3000"/>
          </a:p>
        </p:txBody>
      </p:sp>
      <p:sp>
        <p:nvSpPr>
          <p:cNvPr id="365" name="Google Shape;365;p40"/>
          <p:cNvSpPr txBox="1"/>
          <p:nvPr>
            <p:ph idx="2" type="title"/>
          </p:nvPr>
        </p:nvSpPr>
        <p:spPr>
          <a:xfrm>
            <a:off x="4295762" y="921750"/>
            <a:ext cx="1223100" cy="1223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lang="en"/>
              <a:t>01</a:t>
            </a:r>
            <a:endParaRPr/>
          </a:p>
        </p:txBody>
      </p:sp>
      <p:pic>
        <p:nvPicPr>
          <p:cNvPr id="366" name="Google Shape;366;p40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6666" l="0" r="0" t="16666"/>
          <a:stretch/>
        </p:blipFill>
        <p:spPr>
          <a:xfrm>
            <a:off x="1202038" y="92175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67" name="Google Shape;367;p40"/>
          <p:cNvSpPr txBox="1"/>
          <p:nvPr>
            <p:ph idx="1" type="subTitle"/>
          </p:nvPr>
        </p:nvSpPr>
        <p:spPr>
          <a:xfrm>
            <a:off x="6400475" y="475682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Shruti </a:t>
            </a:r>
            <a:endParaRPr b="1" sz="11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7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1"/>
          <p:cNvSpPr txBox="1"/>
          <p:nvPr/>
        </p:nvSpPr>
        <p:spPr>
          <a:xfrm>
            <a:off x="197900" y="295775"/>
            <a:ext cx="6263400" cy="369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3" name="Google Shape;373;p41"/>
          <p:cNvSpPr txBox="1"/>
          <p:nvPr/>
        </p:nvSpPr>
        <p:spPr>
          <a:xfrm>
            <a:off x="3764650" y="665075"/>
            <a:ext cx="5241600" cy="4295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What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Encapsulates aspects of physics, computer science, and mathematics to solve 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complex problems.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Uses qubits instead of zeros and ones.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How</a:t>
            </a:r>
            <a:endParaRPr b="1"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Operates on quantum principles like superposition, entanglement, and interference.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Why</a:t>
            </a: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Faster than classical computers.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Parallelism and Optimization.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Who</a:t>
            </a:r>
            <a:endParaRPr b="1"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IBM, Google, Amazon, Microsoft, Intel, D-Wave, Quantinuum, Rigetti, Xanadu, and Atos Quantum.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Where</a:t>
            </a:r>
            <a:endParaRPr b="1"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Cryptography, finance, logistics, operations, material science, machine learning, and AI.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When</a:t>
            </a:r>
            <a:endParaRPr b="1"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Practical applications can be feasible few years or decades later.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200"/>
              <a:buFont typeface="Raleway"/>
              <a:buChar char="●"/>
            </a:pP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Challenges like error correction, scalability, limited applicability, and high cost have to be addressed.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74" name="Google Shape;374;p4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97900" y="975025"/>
            <a:ext cx="3525250" cy="3501500"/>
          </a:xfrm>
          <a:prstGeom prst="rect">
            <a:avLst/>
          </a:prstGeom>
          <a:noFill/>
          <a:ln>
            <a:noFill/>
          </a:ln>
        </p:spPr>
      </p:pic>
      <p:sp>
        <p:nvSpPr>
          <p:cNvPr id="375" name="Google Shape;375;p41"/>
          <p:cNvSpPr txBox="1"/>
          <p:nvPr/>
        </p:nvSpPr>
        <p:spPr>
          <a:xfrm>
            <a:off x="1067850" y="101950"/>
            <a:ext cx="6807300" cy="446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24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5W’s and 1H</a:t>
            </a:r>
            <a:endParaRPr b="1" sz="24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76" name="Google Shape;376;p41"/>
          <p:cNvSpPr txBox="1"/>
          <p:nvPr>
            <p:ph idx="1" type="subTitle"/>
          </p:nvPr>
        </p:nvSpPr>
        <p:spPr>
          <a:xfrm>
            <a:off x="6400475" y="475682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Shruti </a:t>
            </a:r>
            <a:endParaRPr b="1" sz="110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0" name="Shape 3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1" name="Google Shape;381;p42"/>
          <p:cNvSpPr txBox="1"/>
          <p:nvPr>
            <p:ph type="title"/>
          </p:nvPr>
        </p:nvSpPr>
        <p:spPr>
          <a:xfrm>
            <a:off x="4232275" y="1881325"/>
            <a:ext cx="46656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How is this technologies being utilized ?</a:t>
            </a:r>
            <a:endParaRPr sz="3000"/>
          </a:p>
        </p:txBody>
      </p:sp>
      <p:sp>
        <p:nvSpPr>
          <p:cNvPr id="382" name="Google Shape;382;p42"/>
          <p:cNvSpPr txBox="1"/>
          <p:nvPr>
            <p:ph idx="2" type="title"/>
          </p:nvPr>
        </p:nvSpPr>
        <p:spPr>
          <a:xfrm>
            <a:off x="4295762" y="921750"/>
            <a:ext cx="1223100" cy="1223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lang="en"/>
              <a:t>02</a:t>
            </a:r>
            <a:endParaRPr/>
          </a:p>
        </p:txBody>
      </p:sp>
      <p:pic>
        <p:nvPicPr>
          <p:cNvPr id="383" name="Google Shape;383;p42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6666" l="0" r="0" t="16666"/>
          <a:stretch/>
        </p:blipFill>
        <p:spPr>
          <a:xfrm>
            <a:off x="1202038" y="92175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384" name="Google Shape;384;p42"/>
          <p:cNvSpPr txBox="1"/>
          <p:nvPr>
            <p:ph idx="1" type="subTitle"/>
          </p:nvPr>
        </p:nvSpPr>
        <p:spPr>
          <a:xfrm>
            <a:off x="6400475" y="475682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Patrick </a:t>
            </a:r>
            <a:endParaRPr b="1" sz="11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88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89" name="Google Shape;389;p43"/>
          <p:cNvPicPr preferRelativeResize="0"/>
          <p:nvPr/>
        </p:nvPicPr>
        <p:blipFill>
          <a:blip r:embed="rId3">
            <a:alphaModFix amt="26000"/>
          </a:blip>
          <a:stretch>
            <a:fillRect/>
          </a:stretch>
        </p:blipFill>
        <p:spPr>
          <a:xfrm>
            <a:off x="2163964" y="163688"/>
            <a:ext cx="4816076" cy="4816125"/>
          </a:xfrm>
          <a:prstGeom prst="rect">
            <a:avLst/>
          </a:prstGeom>
          <a:noFill/>
          <a:ln>
            <a:noFill/>
          </a:ln>
        </p:spPr>
      </p:pic>
      <p:sp>
        <p:nvSpPr>
          <p:cNvPr id="390" name="Google Shape;390;p43"/>
          <p:cNvSpPr txBox="1"/>
          <p:nvPr/>
        </p:nvSpPr>
        <p:spPr>
          <a:xfrm>
            <a:off x="4868075" y="3678000"/>
            <a:ext cx="3336000" cy="10803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Cryptography</a:t>
            </a:r>
            <a:r>
              <a:rPr b="1"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Breaks traditional encryption methods and enables quantum-resistant cryptographic algorithms.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1" name="Google Shape;391;p43"/>
          <p:cNvSpPr txBox="1"/>
          <p:nvPr/>
        </p:nvSpPr>
        <p:spPr>
          <a:xfrm>
            <a:off x="127900" y="1847500"/>
            <a:ext cx="3118200" cy="1708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Drug Discovery &amp; Material Science</a:t>
            </a:r>
            <a:endParaRPr b="1" sz="1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Accelerates drug discovery processes and design of new materials with specific properties.</a:t>
            </a:r>
            <a:endParaRPr b="1" sz="22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2" name="Google Shape;392;p43"/>
          <p:cNvSpPr txBox="1"/>
          <p:nvPr/>
        </p:nvSpPr>
        <p:spPr>
          <a:xfrm>
            <a:off x="5599100" y="1902250"/>
            <a:ext cx="3417000" cy="1599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Machine Learning &amp; Artificial </a:t>
            </a: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Intelligence</a:t>
            </a:r>
            <a:endParaRPr b="1" sz="1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Enhances machine learning algorithms for tasks like pattern recognition and optimization of large data sets </a:t>
            </a:r>
            <a:endParaRPr b="1" sz="18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3" name="Google Shape;393;p43"/>
          <p:cNvSpPr txBox="1"/>
          <p:nvPr/>
        </p:nvSpPr>
        <p:spPr>
          <a:xfrm>
            <a:off x="1152025" y="3634025"/>
            <a:ext cx="28716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Supply Chain Management</a:t>
            </a:r>
            <a:endParaRPr b="1" sz="1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Optimizes operations for inventory and route optimization</a:t>
            </a:r>
            <a:r>
              <a:rPr lang="en" sz="1500" u="sng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5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4" name="Google Shape;394;p43"/>
          <p:cNvSpPr txBox="1"/>
          <p:nvPr/>
        </p:nvSpPr>
        <p:spPr>
          <a:xfrm>
            <a:off x="4782125" y="163700"/>
            <a:ext cx="35079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Climate Monitoring &amp; Weather </a:t>
            </a: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Forecasting</a:t>
            </a:r>
            <a:endParaRPr b="1" sz="1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Enhances climate modeling simulations and weather forecasting accuracy </a:t>
            </a:r>
            <a:r>
              <a:rPr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395" name="Google Shape;395;p43"/>
          <p:cNvSpPr txBox="1"/>
          <p:nvPr/>
        </p:nvSpPr>
        <p:spPr>
          <a:xfrm>
            <a:off x="1224025" y="163700"/>
            <a:ext cx="27276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Financial Monitoring </a:t>
            </a: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&amp; Risk Analysis</a:t>
            </a:r>
            <a:r>
              <a:rPr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Improves financial modeling, option pricing, and risk assessment.</a:t>
            </a:r>
            <a:r>
              <a:rPr b="1"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396" name="Google Shape;396;p4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47925" y="2225175"/>
            <a:ext cx="953150" cy="95315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7" name="Google Shape;397;p43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718175" y="2082399"/>
            <a:ext cx="1159501" cy="1159501"/>
          </a:xfrm>
          <a:prstGeom prst="rect">
            <a:avLst/>
          </a:prstGeom>
          <a:noFill/>
          <a:ln>
            <a:noFill/>
          </a:ln>
        </p:spPr>
      </p:pic>
      <p:pic>
        <p:nvPicPr>
          <p:cNvPr id="398" name="Google Shape;398;p43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984275" y="96900"/>
            <a:ext cx="1080300" cy="10803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99" name="Google Shape;399;p43"/>
          <p:cNvPicPr preferRelativeResize="0"/>
          <p:nvPr/>
        </p:nvPicPr>
        <p:blipFill>
          <a:blip r:embed="rId7">
            <a:alphaModFix/>
          </a:blip>
          <a:stretch>
            <a:fillRect/>
          </a:stretch>
        </p:blipFill>
        <p:spPr>
          <a:xfrm>
            <a:off x="271727" y="163700"/>
            <a:ext cx="880299" cy="953149"/>
          </a:xfrm>
          <a:prstGeom prst="rect">
            <a:avLst/>
          </a:prstGeom>
          <a:noFill/>
          <a:ln>
            <a:noFill/>
          </a:ln>
        </p:spPr>
      </p:pic>
      <p:pic>
        <p:nvPicPr>
          <p:cNvPr id="400" name="Google Shape;400;p43"/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8021562" y="3912062"/>
            <a:ext cx="1005724" cy="1005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401" name="Google Shape;401;p43"/>
          <p:cNvPicPr preferRelativeResize="0"/>
          <p:nvPr/>
        </p:nvPicPr>
        <p:blipFill>
          <a:blip r:embed="rId9">
            <a:alphaModFix/>
          </a:blip>
          <a:stretch>
            <a:fillRect/>
          </a:stretch>
        </p:blipFill>
        <p:spPr>
          <a:xfrm>
            <a:off x="235300" y="3938350"/>
            <a:ext cx="953149" cy="953149"/>
          </a:xfrm>
          <a:prstGeom prst="rect">
            <a:avLst/>
          </a:prstGeom>
          <a:noFill/>
          <a:ln>
            <a:noFill/>
          </a:ln>
        </p:spPr>
      </p:pic>
      <p:sp>
        <p:nvSpPr>
          <p:cNvPr id="402" name="Google Shape;402;p43"/>
          <p:cNvSpPr txBox="1"/>
          <p:nvPr>
            <p:ph idx="1" type="subTitle"/>
          </p:nvPr>
        </p:nvSpPr>
        <p:spPr>
          <a:xfrm>
            <a:off x="6619475" y="4758300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Patrick </a:t>
            </a:r>
            <a:endParaRPr b="1" sz="110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06" name="Shape 4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7" name="Google Shape;407;p44"/>
          <p:cNvSpPr txBox="1"/>
          <p:nvPr>
            <p:ph type="title"/>
          </p:nvPr>
        </p:nvSpPr>
        <p:spPr>
          <a:xfrm>
            <a:off x="4232275" y="1881325"/>
            <a:ext cx="46656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are the current and future potentials of the topics ?</a:t>
            </a:r>
            <a:endParaRPr sz="3000"/>
          </a:p>
        </p:txBody>
      </p:sp>
      <p:sp>
        <p:nvSpPr>
          <p:cNvPr id="408" name="Google Shape;408;p44"/>
          <p:cNvSpPr txBox="1"/>
          <p:nvPr>
            <p:ph idx="2" type="title"/>
          </p:nvPr>
        </p:nvSpPr>
        <p:spPr>
          <a:xfrm>
            <a:off x="4295762" y="921750"/>
            <a:ext cx="1223100" cy="1223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lang="en"/>
              <a:t>03</a:t>
            </a:r>
            <a:endParaRPr/>
          </a:p>
        </p:txBody>
      </p:sp>
      <p:pic>
        <p:nvPicPr>
          <p:cNvPr id="409" name="Google Shape;409;p44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6666" l="0" r="0" t="16666"/>
          <a:stretch/>
        </p:blipFill>
        <p:spPr>
          <a:xfrm>
            <a:off x="1202038" y="92175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10" name="Google Shape;410;p44"/>
          <p:cNvSpPr txBox="1"/>
          <p:nvPr>
            <p:ph idx="1" type="subTitle"/>
          </p:nvPr>
        </p:nvSpPr>
        <p:spPr>
          <a:xfrm>
            <a:off x="6400475" y="475682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William </a:t>
            </a:r>
            <a:endParaRPr b="1" sz="11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14" name="Shape 4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5" name="Google Shape;415;p45"/>
          <p:cNvSpPr txBox="1"/>
          <p:nvPr/>
        </p:nvSpPr>
        <p:spPr>
          <a:xfrm>
            <a:off x="5251850" y="2706950"/>
            <a:ext cx="37518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Virtual Reality</a:t>
            </a:r>
            <a:endParaRPr b="1"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Power highly realistic and immersive virtual reality experiences by simulating complex virtual environments with unprecedented fidelity</a:t>
            </a:r>
            <a:endParaRPr sz="15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6" name="Google Shape;416;p45"/>
          <p:cNvSpPr txBox="1"/>
          <p:nvPr/>
        </p:nvSpPr>
        <p:spPr>
          <a:xfrm>
            <a:off x="465950" y="2729800"/>
            <a:ext cx="39753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Quantum Computing Ubiquity</a:t>
            </a:r>
            <a:endParaRPr b="1" sz="1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As classical computers are integrated into various aspects of society today, quantum computers might be similarly ubiquitous</a:t>
            </a:r>
            <a:endParaRPr sz="15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7" name="Google Shape;417;p45"/>
          <p:cNvSpPr txBox="1"/>
          <p:nvPr/>
        </p:nvSpPr>
        <p:spPr>
          <a:xfrm>
            <a:off x="5251850" y="87500"/>
            <a:ext cx="3828000" cy="1561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Smart Cities &amp; Infrastructure</a:t>
            </a:r>
            <a:endParaRPr b="1" sz="19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Optimize urban planning, transportation systems, energy distribution, and resource management in smart cities, leading to more sustainable and livable urban environments</a:t>
            </a:r>
            <a:r>
              <a:rPr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r>
              <a:rPr lang="en" sz="12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18" name="Google Shape;418;p45"/>
          <p:cNvSpPr txBox="1"/>
          <p:nvPr/>
        </p:nvSpPr>
        <p:spPr>
          <a:xfrm>
            <a:off x="465950" y="163700"/>
            <a:ext cx="3828000" cy="140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9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Space Exploration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 sz="15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Facilitate simulations and optimizations for space exploration missions, spacecraft designs, trajectory planning, and resource utilization in space</a:t>
            </a:r>
            <a:endParaRPr sz="1200" u="sng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pic>
        <p:nvPicPr>
          <p:cNvPr id="419" name="Google Shape;419;p4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867075" y="1686125"/>
            <a:ext cx="921350" cy="921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0" name="Google Shape;420;p4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18150" y="3805550"/>
            <a:ext cx="1219200" cy="12192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1" name="Google Shape;421;p45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6635350" y="1649300"/>
            <a:ext cx="1061000" cy="1061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422" name="Google Shape;422;p45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6700050" y="4093150"/>
            <a:ext cx="931600" cy="931600"/>
          </a:xfrm>
          <a:prstGeom prst="rect">
            <a:avLst/>
          </a:prstGeom>
          <a:noFill/>
          <a:ln>
            <a:noFill/>
          </a:ln>
        </p:spPr>
      </p:pic>
      <p:sp>
        <p:nvSpPr>
          <p:cNvPr id="423" name="Google Shape;423;p45"/>
          <p:cNvSpPr txBox="1"/>
          <p:nvPr>
            <p:ph idx="1" type="subTitle"/>
          </p:nvPr>
        </p:nvSpPr>
        <p:spPr>
          <a:xfrm>
            <a:off x="7608000" y="4818300"/>
            <a:ext cx="15360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William </a:t>
            </a:r>
            <a:endParaRPr b="1" sz="1100"/>
          </a:p>
        </p:txBody>
      </p:sp>
      <p:pic>
        <p:nvPicPr>
          <p:cNvPr id="424" name="Google Shape;424;p45" title="Quantum computing .mp3">
            <a:hlinkClick r:id="rId7"/>
          </p:cNvPr>
          <p:cNvPicPr preferRelativeResize="0"/>
          <p:nvPr/>
        </p:nvPicPr>
        <p:blipFill>
          <a:blip r:embed="rId8">
            <a:alphaModFix/>
          </a:blip>
          <a:stretch>
            <a:fillRect/>
          </a:stretch>
        </p:blipFill>
        <p:spPr>
          <a:xfrm>
            <a:off x="4343400" y="163700"/>
            <a:ext cx="457200" cy="457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28" name="Shape 4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9" name="Google Shape;429;p46"/>
          <p:cNvSpPr txBox="1"/>
          <p:nvPr>
            <p:ph type="title"/>
          </p:nvPr>
        </p:nvSpPr>
        <p:spPr>
          <a:xfrm>
            <a:off x="4216400" y="1960650"/>
            <a:ext cx="46656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are the current limitation and future concerns of the topics ?</a:t>
            </a:r>
            <a:endParaRPr sz="3000"/>
          </a:p>
        </p:txBody>
      </p:sp>
      <p:sp>
        <p:nvSpPr>
          <p:cNvPr id="430" name="Google Shape;430;p46"/>
          <p:cNvSpPr txBox="1"/>
          <p:nvPr>
            <p:ph idx="2" type="title"/>
          </p:nvPr>
        </p:nvSpPr>
        <p:spPr>
          <a:xfrm>
            <a:off x="4295748" y="921750"/>
            <a:ext cx="1435200" cy="10389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lang="en"/>
              <a:t>04</a:t>
            </a:r>
            <a:endParaRPr/>
          </a:p>
        </p:txBody>
      </p:sp>
      <p:pic>
        <p:nvPicPr>
          <p:cNvPr id="431" name="Google Shape;431;p46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6666" l="0" r="0" t="16666"/>
          <a:stretch/>
        </p:blipFill>
        <p:spPr>
          <a:xfrm>
            <a:off x="1202038" y="92175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32" name="Google Shape;432;p46"/>
          <p:cNvSpPr txBox="1"/>
          <p:nvPr/>
        </p:nvSpPr>
        <p:spPr>
          <a:xfrm>
            <a:off x="7565700" y="4750950"/>
            <a:ext cx="148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Slide by Rachana </a:t>
            </a:r>
            <a:endParaRPr b="1"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36" name="Shape 4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7" name="Google Shape;437;p47"/>
          <p:cNvSpPr/>
          <p:nvPr/>
        </p:nvSpPr>
        <p:spPr>
          <a:xfrm>
            <a:off x="311600" y="534750"/>
            <a:ext cx="4133400" cy="4216200"/>
          </a:xfrm>
          <a:prstGeom prst="rect">
            <a:avLst/>
          </a:prstGeom>
          <a:solidFill>
            <a:srgbClr val="23C4AD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highlight>
                <a:srgbClr val="FFFFFF"/>
              </a:highlight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Qubit Fragility : </a:t>
            </a:r>
            <a:r>
              <a:rPr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Quantum bits (qubits) are susceptible to environmental noise, causing information loss (decoherence). Robust error correction methods are crucial for reliable computations.</a:t>
            </a:r>
            <a:endParaRPr sz="1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Hardware Stability : </a:t>
            </a:r>
            <a:r>
              <a:rPr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Maintaining the delicate state of qubits necessitates highly stable hardware environments is a significant engineering challenge.</a:t>
            </a:r>
            <a:endParaRPr sz="1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Limited Qubit Connectivity :</a:t>
            </a:r>
            <a:r>
              <a:rPr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Entanglement, a core principle, allows qubits to work in unison. However, establishing and maintaining entanglement, especially acros</a:t>
            </a:r>
            <a:r>
              <a:rPr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s</a:t>
            </a:r>
            <a:r>
              <a:rPr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 larger distances, remains difficult.</a:t>
            </a:r>
            <a:endParaRPr sz="1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Algorithmic Development &amp; Scaling : </a:t>
            </a:r>
            <a:r>
              <a:rPr lang="en" sz="1200">
                <a:solidFill>
                  <a:schemeClr val="lt2"/>
                </a:solidFill>
                <a:latin typeface="Raleway"/>
                <a:ea typeface="Raleway"/>
                <a:cs typeface="Raleway"/>
                <a:sym typeface="Raleway"/>
              </a:rPr>
              <a:t>While some quantum algorithms outperform classical counterparts, ongoing research is needed to fully harness quantum capabilities. Scaling up qubit numbers exponentially increases complexity.</a:t>
            </a:r>
            <a:endParaRPr sz="1200">
              <a:solidFill>
                <a:srgbClr val="1F1F1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rPr lang="en" sz="1100"/>
              <a:t> </a:t>
            </a:r>
            <a:endParaRPr sz="1100"/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</a:endParaRPr>
          </a:p>
        </p:txBody>
      </p:sp>
      <p:sp>
        <p:nvSpPr>
          <p:cNvPr id="438" name="Google Shape;438;p47"/>
          <p:cNvSpPr/>
          <p:nvPr/>
        </p:nvSpPr>
        <p:spPr>
          <a:xfrm>
            <a:off x="4504200" y="534750"/>
            <a:ext cx="4417500" cy="4216200"/>
          </a:xfrm>
          <a:prstGeom prst="rect">
            <a:avLst/>
          </a:prstGeom>
          <a:solidFill>
            <a:srgbClr val="24A7C5"/>
          </a:solidFill>
          <a:ln cap="flat" cmpd="sng" w="952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rgbClr val="1F1F1F"/>
              </a:solidFill>
              <a:latin typeface="Helvetica Neue"/>
              <a:ea typeface="Helvetica Neue"/>
              <a:cs typeface="Helvetica Neue"/>
              <a:sym typeface="Helvetica Neue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Security Risks : </a:t>
            </a:r>
            <a:r>
              <a:rPr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Quantum computers could potentially crack widely used encryption methods, necessitating new, quantum-resistant cryptography.</a:t>
            </a:r>
            <a:endParaRPr sz="12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Ethical Concerns : </a:t>
            </a:r>
            <a:r>
              <a:rPr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The power of quantum computing raises ethical questions about potential misuse, privacy breaches, and novel cyber threats.</a:t>
            </a:r>
            <a:endParaRPr sz="12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Access and Inclusivity : </a:t>
            </a:r>
            <a:r>
              <a:rPr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Ensuring equitable access to the benefits of quantum computing across different nations and institutions is an ongoing challenge.</a:t>
            </a:r>
            <a:endParaRPr sz="12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Resource and Environmental Impact : </a:t>
            </a:r>
            <a:r>
              <a:rPr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Large-scale quantum computing facilities require significant energy consumption and specialized environments, raising environmental concerns.</a:t>
            </a:r>
            <a:endParaRPr sz="12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-3048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200"/>
              <a:buFont typeface="Raleway"/>
              <a:buAutoNum type="arabicPeriod"/>
            </a:pPr>
            <a:r>
              <a:rPr b="1"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Regulatory Challenges : </a:t>
            </a:r>
            <a:r>
              <a:rPr lang="en" sz="1200">
                <a:solidFill>
                  <a:srgbClr val="1F1F1F"/>
                </a:solidFill>
                <a:latin typeface="Raleway"/>
                <a:ea typeface="Raleway"/>
                <a:cs typeface="Raleway"/>
                <a:sym typeface="Raleway"/>
              </a:rPr>
              <a:t>Developing international standards and regulations is crucial for the responsible and secure development and use of quantum computing technology.</a:t>
            </a:r>
            <a:endParaRPr sz="1200">
              <a:solidFill>
                <a:srgbClr val="1F1F1F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457200" marR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200">
              <a:solidFill>
                <a:schemeClr val="lt2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39" name="Google Shape;439;p47"/>
          <p:cNvSpPr txBox="1"/>
          <p:nvPr/>
        </p:nvSpPr>
        <p:spPr>
          <a:xfrm>
            <a:off x="404825" y="103200"/>
            <a:ext cx="3825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Current Limitations                                       </a:t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0" name="Google Shape;440;p47"/>
          <p:cNvSpPr txBox="1"/>
          <p:nvPr/>
        </p:nvSpPr>
        <p:spPr>
          <a:xfrm>
            <a:off x="4692650" y="130050"/>
            <a:ext cx="3825900" cy="40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60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" sz="165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  </a:t>
            </a:r>
            <a:r>
              <a:rPr b="1" lang="en" sz="165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Future Concerns</a:t>
            </a:r>
            <a:endParaRPr b="1" sz="165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  <a:p>
            <a:pPr indent="0" lvl="0" marL="0" rtl="0" algn="ctr">
              <a:lnSpc>
                <a:spcPct val="160000"/>
              </a:lnSpc>
              <a:spcBef>
                <a:spcPts val="1400"/>
              </a:spcBef>
              <a:spcAft>
                <a:spcPts val="400"/>
              </a:spcAft>
              <a:buNone/>
            </a:pPr>
            <a:r>
              <a:t/>
            </a:r>
            <a:endParaRPr b="1" sz="1650">
              <a:solidFill>
                <a:schemeClr val="dk1"/>
              </a:solidFill>
              <a:highlight>
                <a:srgbClr val="FFFFFF"/>
              </a:highlight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41" name="Google Shape;441;p47"/>
          <p:cNvGrpSpPr/>
          <p:nvPr/>
        </p:nvGrpSpPr>
        <p:grpSpPr>
          <a:xfrm>
            <a:off x="757589" y="93861"/>
            <a:ext cx="318712" cy="347198"/>
            <a:chOff x="24417" y="3131177"/>
            <a:chExt cx="546395" cy="595231"/>
          </a:xfrm>
        </p:grpSpPr>
        <p:sp>
          <p:nvSpPr>
            <p:cNvPr id="442" name="Google Shape;442;p47"/>
            <p:cNvSpPr/>
            <p:nvPr/>
          </p:nvSpPr>
          <p:spPr>
            <a:xfrm>
              <a:off x="24417" y="3131177"/>
              <a:ext cx="523169" cy="279034"/>
            </a:xfrm>
            <a:custGeom>
              <a:rect b="b" l="l" r="r" t="t"/>
              <a:pathLst>
                <a:path extrusionOk="0" h="279034" w="523169">
                  <a:moveTo>
                    <a:pt x="172471" y="210505"/>
                  </a:moveTo>
                  <a:cubicBezTo>
                    <a:pt x="179749" y="222499"/>
                    <a:pt x="187212" y="233309"/>
                    <a:pt x="198799" y="241651"/>
                  </a:cubicBezTo>
                  <a:lnTo>
                    <a:pt x="198799" y="139509"/>
                  </a:lnTo>
                  <a:lnTo>
                    <a:pt x="320871" y="139509"/>
                  </a:lnTo>
                  <a:lnTo>
                    <a:pt x="320871" y="241643"/>
                  </a:lnTo>
                  <a:cubicBezTo>
                    <a:pt x="332400" y="233300"/>
                    <a:pt x="343320" y="222465"/>
                    <a:pt x="350597" y="210488"/>
                  </a:cubicBezTo>
                  <a:lnTo>
                    <a:pt x="418864" y="229996"/>
                  </a:lnTo>
                  <a:cubicBezTo>
                    <a:pt x="420597" y="257287"/>
                    <a:pt x="443121" y="279026"/>
                    <a:pt x="470852" y="279026"/>
                  </a:cubicBezTo>
                  <a:cubicBezTo>
                    <a:pt x="498583" y="279026"/>
                    <a:pt x="523170" y="255555"/>
                    <a:pt x="523170" y="226708"/>
                  </a:cubicBezTo>
                  <a:cubicBezTo>
                    <a:pt x="523170" y="197861"/>
                    <a:pt x="499699" y="174390"/>
                    <a:pt x="470852" y="174390"/>
                  </a:cubicBezTo>
                  <a:cubicBezTo>
                    <a:pt x="453314" y="174390"/>
                    <a:pt x="437856" y="183138"/>
                    <a:pt x="428355" y="196416"/>
                  </a:cubicBezTo>
                  <a:lnTo>
                    <a:pt x="363655" y="177931"/>
                  </a:lnTo>
                  <a:cubicBezTo>
                    <a:pt x="365084" y="171077"/>
                    <a:pt x="366216" y="164121"/>
                    <a:pt x="366216" y="156954"/>
                  </a:cubicBezTo>
                  <a:cubicBezTo>
                    <a:pt x="366216" y="140793"/>
                    <a:pt x="362227" y="125656"/>
                    <a:pt x="355651" y="111981"/>
                  </a:cubicBezTo>
                  <a:lnTo>
                    <a:pt x="399754" y="89929"/>
                  </a:lnTo>
                  <a:cubicBezTo>
                    <a:pt x="409161" y="98990"/>
                    <a:pt x="421898" y="104636"/>
                    <a:pt x="435971" y="104636"/>
                  </a:cubicBezTo>
                  <a:cubicBezTo>
                    <a:pt x="464817" y="104636"/>
                    <a:pt x="488289" y="81165"/>
                    <a:pt x="488289" y="52318"/>
                  </a:cubicBezTo>
                  <a:cubicBezTo>
                    <a:pt x="488289" y="23471"/>
                    <a:pt x="464817" y="0"/>
                    <a:pt x="435971" y="0"/>
                  </a:cubicBezTo>
                  <a:cubicBezTo>
                    <a:pt x="407124" y="0"/>
                    <a:pt x="383653" y="23471"/>
                    <a:pt x="383653" y="52318"/>
                  </a:cubicBezTo>
                  <a:cubicBezTo>
                    <a:pt x="383653" y="54490"/>
                    <a:pt x="384033" y="56552"/>
                    <a:pt x="384295" y="58657"/>
                  </a:cubicBezTo>
                  <a:lnTo>
                    <a:pt x="335561" y="83024"/>
                  </a:lnTo>
                  <a:cubicBezTo>
                    <a:pt x="316612" y="64066"/>
                    <a:pt x="290444" y="52318"/>
                    <a:pt x="261581" y="52318"/>
                  </a:cubicBezTo>
                  <a:cubicBezTo>
                    <a:pt x="232717" y="52318"/>
                    <a:pt x="206550" y="64066"/>
                    <a:pt x="187600" y="83024"/>
                  </a:cubicBezTo>
                  <a:lnTo>
                    <a:pt x="138866" y="58657"/>
                  </a:lnTo>
                  <a:cubicBezTo>
                    <a:pt x="139128" y="56552"/>
                    <a:pt x="139509" y="54490"/>
                    <a:pt x="139509" y="52318"/>
                  </a:cubicBezTo>
                  <a:cubicBezTo>
                    <a:pt x="139509" y="23471"/>
                    <a:pt x="116037" y="0"/>
                    <a:pt x="87191" y="0"/>
                  </a:cubicBezTo>
                  <a:cubicBezTo>
                    <a:pt x="58344" y="0"/>
                    <a:pt x="34873" y="23471"/>
                    <a:pt x="34873" y="52318"/>
                  </a:cubicBezTo>
                  <a:cubicBezTo>
                    <a:pt x="34873" y="81165"/>
                    <a:pt x="58344" y="104636"/>
                    <a:pt x="87191" y="104636"/>
                  </a:cubicBezTo>
                  <a:cubicBezTo>
                    <a:pt x="101263" y="104636"/>
                    <a:pt x="113992" y="98990"/>
                    <a:pt x="123408" y="89929"/>
                  </a:cubicBezTo>
                  <a:lnTo>
                    <a:pt x="167510" y="111981"/>
                  </a:lnTo>
                  <a:cubicBezTo>
                    <a:pt x="160943" y="125656"/>
                    <a:pt x="156945" y="140793"/>
                    <a:pt x="156945" y="156954"/>
                  </a:cubicBezTo>
                  <a:cubicBezTo>
                    <a:pt x="156945" y="164155"/>
                    <a:pt x="158069" y="171102"/>
                    <a:pt x="159489" y="177940"/>
                  </a:cubicBezTo>
                  <a:lnTo>
                    <a:pt x="94814" y="196424"/>
                  </a:lnTo>
                  <a:cubicBezTo>
                    <a:pt x="85314" y="183138"/>
                    <a:pt x="69856" y="174399"/>
                    <a:pt x="52318" y="174399"/>
                  </a:cubicBezTo>
                  <a:cubicBezTo>
                    <a:pt x="23471" y="174399"/>
                    <a:pt x="0" y="197870"/>
                    <a:pt x="0" y="226716"/>
                  </a:cubicBezTo>
                  <a:cubicBezTo>
                    <a:pt x="0" y="255563"/>
                    <a:pt x="23471" y="279034"/>
                    <a:pt x="52318" y="279034"/>
                  </a:cubicBezTo>
                  <a:cubicBezTo>
                    <a:pt x="81164" y="279034"/>
                    <a:pt x="102565" y="257296"/>
                    <a:pt x="104306" y="230004"/>
                  </a:cubicBezTo>
                  <a:lnTo>
                    <a:pt x="172480" y="210522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43" name="Google Shape;443;p47"/>
            <p:cNvSpPr/>
            <p:nvPr/>
          </p:nvSpPr>
          <p:spPr>
            <a:xfrm>
              <a:off x="147123" y="3305558"/>
              <a:ext cx="423689" cy="420850"/>
            </a:xfrm>
            <a:custGeom>
              <a:rect b="b" l="l" r="r" t="t"/>
              <a:pathLst>
                <a:path extrusionOk="0" h="420850" w="423689">
                  <a:moveTo>
                    <a:pt x="371389" y="175548"/>
                  </a:moveTo>
                  <a:lnTo>
                    <a:pt x="371389" y="245302"/>
                  </a:lnTo>
                  <a:lnTo>
                    <a:pt x="336508" y="245302"/>
                  </a:lnTo>
                  <a:lnTo>
                    <a:pt x="336508" y="140666"/>
                  </a:lnTo>
                  <a:lnTo>
                    <a:pt x="284190" y="140666"/>
                  </a:lnTo>
                  <a:lnTo>
                    <a:pt x="284190" y="245302"/>
                  </a:lnTo>
                  <a:lnTo>
                    <a:pt x="249308" y="245302"/>
                  </a:lnTo>
                  <a:lnTo>
                    <a:pt x="249308" y="140666"/>
                  </a:lnTo>
                  <a:lnTo>
                    <a:pt x="196991" y="140666"/>
                  </a:lnTo>
                  <a:lnTo>
                    <a:pt x="196991" y="245302"/>
                  </a:lnTo>
                  <a:lnTo>
                    <a:pt x="162109" y="245302"/>
                  </a:lnTo>
                  <a:lnTo>
                    <a:pt x="162109" y="0"/>
                  </a:lnTo>
                  <a:lnTo>
                    <a:pt x="109791" y="0"/>
                  </a:lnTo>
                  <a:lnTo>
                    <a:pt x="109791" y="271208"/>
                  </a:lnTo>
                  <a:lnTo>
                    <a:pt x="48878" y="214351"/>
                  </a:lnTo>
                  <a:lnTo>
                    <a:pt x="0" y="263237"/>
                  </a:lnTo>
                  <a:lnTo>
                    <a:pt x="156455" y="420850"/>
                  </a:lnTo>
                  <a:lnTo>
                    <a:pt x="379055" y="420850"/>
                  </a:lnTo>
                  <a:lnTo>
                    <a:pt x="383636" y="410429"/>
                  </a:lnTo>
                  <a:cubicBezTo>
                    <a:pt x="406625" y="358187"/>
                    <a:pt x="419185" y="301922"/>
                    <a:pt x="422329" y="245302"/>
                  </a:cubicBezTo>
                  <a:lnTo>
                    <a:pt x="423690" y="210421"/>
                  </a:lnTo>
                  <a:lnTo>
                    <a:pt x="423690" y="175539"/>
                  </a:lnTo>
                  <a:lnTo>
                    <a:pt x="371372" y="17553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44" name="Google Shape;444;p47"/>
          <p:cNvSpPr/>
          <p:nvPr/>
        </p:nvSpPr>
        <p:spPr>
          <a:xfrm>
            <a:off x="664650" y="93850"/>
            <a:ext cx="504600" cy="441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45" name="Google Shape;445;p47"/>
          <p:cNvSpPr/>
          <p:nvPr/>
        </p:nvSpPr>
        <p:spPr>
          <a:xfrm>
            <a:off x="5246699" y="85050"/>
            <a:ext cx="431100" cy="4410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i="0" sz="1400" u="none" cap="none" strike="noStrike">
              <a:solidFill>
                <a:srgbClr val="000000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grpSp>
        <p:nvGrpSpPr>
          <p:cNvPr id="446" name="Google Shape;446;p47"/>
          <p:cNvGrpSpPr/>
          <p:nvPr/>
        </p:nvGrpSpPr>
        <p:grpSpPr>
          <a:xfrm>
            <a:off x="5288646" y="131942"/>
            <a:ext cx="347208" cy="347208"/>
            <a:chOff x="0" y="5036349"/>
            <a:chExt cx="595247" cy="595248"/>
          </a:xfrm>
        </p:grpSpPr>
        <p:sp>
          <p:nvSpPr>
            <p:cNvPr id="447" name="Google Shape;447;p47"/>
            <p:cNvSpPr/>
            <p:nvPr/>
          </p:nvSpPr>
          <p:spPr>
            <a:xfrm>
              <a:off x="420858" y="5036349"/>
              <a:ext cx="174389" cy="174389"/>
            </a:xfrm>
            <a:custGeom>
              <a:rect b="b" l="l" r="r" t="t"/>
              <a:pathLst>
                <a:path extrusionOk="0" h="174389" w="174389">
                  <a:moveTo>
                    <a:pt x="0" y="0"/>
                  </a:moveTo>
                  <a:lnTo>
                    <a:pt x="0" y="34881"/>
                  </a:lnTo>
                  <a:lnTo>
                    <a:pt x="139509" y="34881"/>
                  </a:lnTo>
                  <a:lnTo>
                    <a:pt x="139509" y="174390"/>
                  </a:lnTo>
                  <a:lnTo>
                    <a:pt x="174390" y="174390"/>
                  </a:lnTo>
                  <a:lnTo>
                    <a:pt x="17439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48" name="Google Shape;448;p47"/>
            <p:cNvSpPr/>
            <p:nvPr/>
          </p:nvSpPr>
          <p:spPr>
            <a:xfrm>
              <a:off x="420858" y="5457208"/>
              <a:ext cx="174389" cy="174389"/>
            </a:xfrm>
            <a:custGeom>
              <a:rect b="b" l="l" r="r" t="t"/>
              <a:pathLst>
                <a:path extrusionOk="0" h="174389" w="174389">
                  <a:moveTo>
                    <a:pt x="139509" y="139509"/>
                  </a:moveTo>
                  <a:lnTo>
                    <a:pt x="0" y="139509"/>
                  </a:lnTo>
                  <a:lnTo>
                    <a:pt x="0" y="174390"/>
                  </a:lnTo>
                  <a:lnTo>
                    <a:pt x="174390" y="174390"/>
                  </a:lnTo>
                  <a:lnTo>
                    <a:pt x="174390" y="0"/>
                  </a:lnTo>
                  <a:lnTo>
                    <a:pt x="139509" y="0"/>
                  </a:lnTo>
                  <a:lnTo>
                    <a:pt x="139509" y="139509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49" name="Google Shape;449;p47"/>
            <p:cNvSpPr/>
            <p:nvPr/>
          </p:nvSpPr>
          <p:spPr>
            <a:xfrm>
              <a:off x="0" y="5457208"/>
              <a:ext cx="174389" cy="174389"/>
            </a:xfrm>
            <a:custGeom>
              <a:rect b="b" l="l" r="r" t="t"/>
              <a:pathLst>
                <a:path extrusionOk="0" h="174389" w="174389">
                  <a:moveTo>
                    <a:pt x="34881" y="0"/>
                  </a:moveTo>
                  <a:lnTo>
                    <a:pt x="0" y="0"/>
                  </a:lnTo>
                  <a:lnTo>
                    <a:pt x="0" y="174390"/>
                  </a:lnTo>
                  <a:lnTo>
                    <a:pt x="174390" y="174390"/>
                  </a:lnTo>
                  <a:lnTo>
                    <a:pt x="174390" y="139509"/>
                  </a:lnTo>
                  <a:lnTo>
                    <a:pt x="34881" y="139509"/>
                  </a:lnTo>
                  <a:lnTo>
                    <a:pt x="34881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0" name="Google Shape;450;p47"/>
            <p:cNvSpPr/>
            <p:nvPr/>
          </p:nvSpPr>
          <p:spPr>
            <a:xfrm>
              <a:off x="0" y="5036349"/>
              <a:ext cx="174389" cy="174389"/>
            </a:xfrm>
            <a:custGeom>
              <a:rect b="b" l="l" r="r" t="t"/>
              <a:pathLst>
                <a:path extrusionOk="0" h="174389" w="174389">
                  <a:moveTo>
                    <a:pt x="34881" y="34881"/>
                  </a:moveTo>
                  <a:lnTo>
                    <a:pt x="174390" y="34881"/>
                  </a:lnTo>
                  <a:lnTo>
                    <a:pt x="174390" y="0"/>
                  </a:lnTo>
                  <a:lnTo>
                    <a:pt x="0" y="0"/>
                  </a:lnTo>
                  <a:lnTo>
                    <a:pt x="0" y="174390"/>
                  </a:lnTo>
                  <a:lnTo>
                    <a:pt x="34881" y="174390"/>
                  </a:lnTo>
                  <a:lnTo>
                    <a:pt x="34881" y="34881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1" name="Google Shape;451;p47"/>
            <p:cNvSpPr/>
            <p:nvPr/>
          </p:nvSpPr>
          <p:spPr>
            <a:xfrm>
              <a:off x="70920" y="5107269"/>
              <a:ext cx="453407" cy="453407"/>
            </a:xfrm>
            <a:custGeom>
              <a:rect b="b" l="l" r="r" t="t"/>
              <a:pathLst>
                <a:path extrusionOk="0" h="453407" w="453407">
                  <a:moveTo>
                    <a:pt x="417647" y="244144"/>
                  </a:moveTo>
                  <a:lnTo>
                    <a:pt x="453407" y="244144"/>
                  </a:lnTo>
                  <a:lnTo>
                    <a:pt x="453407" y="209263"/>
                  </a:lnTo>
                  <a:lnTo>
                    <a:pt x="417647" y="209263"/>
                  </a:lnTo>
                  <a:cubicBezTo>
                    <a:pt x="409322" y="117398"/>
                    <a:pt x="336009" y="44086"/>
                    <a:pt x="244144" y="35760"/>
                  </a:cubicBezTo>
                  <a:lnTo>
                    <a:pt x="244144" y="0"/>
                  </a:lnTo>
                  <a:lnTo>
                    <a:pt x="209263" y="0"/>
                  </a:lnTo>
                  <a:lnTo>
                    <a:pt x="209263" y="35760"/>
                  </a:lnTo>
                  <a:cubicBezTo>
                    <a:pt x="117398" y="44086"/>
                    <a:pt x="44086" y="117398"/>
                    <a:pt x="35760" y="209263"/>
                  </a:cubicBezTo>
                  <a:lnTo>
                    <a:pt x="0" y="209263"/>
                  </a:lnTo>
                  <a:lnTo>
                    <a:pt x="0" y="244144"/>
                  </a:lnTo>
                  <a:lnTo>
                    <a:pt x="35760" y="244144"/>
                  </a:lnTo>
                  <a:cubicBezTo>
                    <a:pt x="44086" y="336009"/>
                    <a:pt x="117398" y="409322"/>
                    <a:pt x="209263" y="417647"/>
                  </a:cubicBezTo>
                  <a:lnTo>
                    <a:pt x="209263" y="453407"/>
                  </a:lnTo>
                  <a:lnTo>
                    <a:pt x="244144" y="453407"/>
                  </a:lnTo>
                  <a:lnTo>
                    <a:pt x="244144" y="417647"/>
                  </a:lnTo>
                  <a:cubicBezTo>
                    <a:pt x="336009" y="409322"/>
                    <a:pt x="409322" y="336009"/>
                    <a:pt x="417647" y="244144"/>
                  </a:cubicBezTo>
                  <a:close/>
                  <a:moveTo>
                    <a:pt x="244144" y="381895"/>
                  </a:moveTo>
                  <a:lnTo>
                    <a:pt x="244144" y="347014"/>
                  </a:lnTo>
                  <a:cubicBezTo>
                    <a:pt x="297400" y="339297"/>
                    <a:pt x="339297" y="297400"/>
                    <a:pt x="347014" y="244144"/>
                  </a:cubicBezTo>
                  <a:lnTo>
                    <a:pt x="381895" y="244144"/>
                  </a:lnTo>
                  <a:cubicBezTo>
                    <a:pt x="373747" y="316604"/>
                    <a:pt x="316603" y="373739"/>
                    <a:pt x="244144" y="381895"/>
                  </a:cubicBezTo>
                  <a:close/>
                  <a:moveTo>
                    <a:pt x="226708" y="139517"/>
                  </a:moveTo>
                  <a:cubicBezTo>
                    <a:pt x="274783" y="139517"/>
                    <a:pt x="313899" y="178633"/>
                    <a:pt x="313899" y="226708"/>
                  </a:cubicBezTo>
                  <a:cubicBezTo>
                    <a:pt x="313899" y="274783"/>
                    <a:pt x="274783" y="313899"/>
                    <a:pt x="226708" y="313899"/>
                  </a:cubicBezTo>
                  <a:cubicBezTo>
                    <a:pt x="178633" y="313899"/>
                    <a:pt x="139517" y="274783"/>
                    <a:pt x="139517" y="226708"/>
                  </a:cubicBezTo>
                  <a:cubicBezTo>
                    <a:pt x="139517" y="178633"/>
                    <a:pt x="178633" y="139517"/>
                    <a:pt x="226708" y="139517"/>
                  </a:cubicBezTo>
                  <a:close/>
                  <a:moveTo>
                    <a:pt x="381895" y="209271"/>
                  </a:moveTo>
                  <a:lnTo>
                    <a:pt x="347014" y="209271"/>
                  </a:lnTo>
                  <a:cubicBezTo>
                    <a:pt x="339297" y="156016"/>
                    <a:pt x="297400" y="114119"/>
                    <a:pt x="244144" y="106402"/>
                  </a:cubicBezTo>
                  <a:lnTo>
                    <a:pt x="244144" y="71521"/>
                  </a:lnTo>
                  <a:cubicBezTo>
                    <a:pt x="316603" y="79669"/>
                    <a:pt x="373739" y="136813"/>
                    <a:pt x="381895" y="209271"/>
                  </a:cubicBezTo>
                  <a:close/>
                  <a:moveTo>
                    <a:pt x="209271" y="71521"/>
                  </a:moveTo>
                  <a:lnTo>
                    <a:pt x="209271" y="106402"/>
                  </a:lnTo>
                  <a:cubicBezTo>
                    <a:pt x="156015" y="114119"/>
                    <a:pt x="114119" y="156016"/>
                    <a:pt x="106402" y="209271"/>
                  </a:cubicBezTo>
                  <a:lnTo>
                    <a:pt x="71521" y="209271"/>
                  </a:lnTo>
                  <a:cubicBezTo>
                    <a:pt x="79668" y="136813"/>
                    <a:pt x="136812" y="79677"/>
                    <a:pt x="209271" y="71521"/>
                  </a:cubicBezTo>
                  <a:close/>
                  <a:moveTo>
                    <a:pt x="71521" y="244144"/>
                  </a:moveTo>
                  <a:lnTo>
                    <a:pt x="106402" y="244144"/>
                  </a:lnTo>
                  <a:cubicBezTo>
                    <a:pt x="114119" y="297400"/>
                    <a:pt x="156015" y="339297"/>
                    <a:pt x="209271" y="347014"/>
                  </a:cubicBezTo>
                  <a:lnTo>
                    <a:pt x="209271" y="381895"/>
                  </a:lnTo>
                  <a:cubicBezTo>
                    <a:pt x="136812" y="373747"/>
                    <a:pt x="79677" y="316604"/>
                    <a:pt x="71521" y="244144"/>
                  </a:cubicBez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  <p:sp>
          <p:nvSpPr>
            <p:cNvPr id="452" name="Google Shape;452;p47"/>
            <p:cNvSpPr/>
            <p:nvPr/>
          </p:nvSpPr>
          <p:spPr>
            <a:xfrm>
              <a:off x="280183" y="5316533"/>
              <a:ext cx="34881" cy="34880"/>
            </a:xfrm>
            <a:custGeom>
              <a:rect b="b" l="l" r="r" t="t"/>
              <a:pathLst>
                <a:path extrusionOk="0" h="34880" w="34881">
                  <a:moveTo>
                    <a:pt x="0" y="0"/>
                  </a:moveTo>
                  <a:lnTo>
                    <a:pt x="34881" y="0"/>
                  </a:lnTo>
                  <a:lnTo>
                    <a:pt x="34881" y="34881"/>
                  </a:lnTo>
                  <a:lnTo>
                    <a:pt x="0" y="34881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i="0" sz="1800" u="none" cap="none" strike="noStrike">
                <a:solidFill>
                  <a:srgbClr val="000000"/>
                </a:solidFill>
                <a:latin typeface="Raleway"/>
                <a:ea typeface="Raleway"/>
                <a:cs typeface="Raleway"/>
                <a:sym typeface="Raleway"/>
              </a:endParaRPr>
            </a:p>
          </p:txBody>
        </p:sp>
      </p:grpSp>
      <p:sp>
        <p:nvSpPr>
          <p:cNvPr id="453" name="Google Shape;453;p47"/>
          <p:cNvSpPr txBox="1"/>
          <p:nvPr/>
        </p:nvSpPr>
        <p:spPr>
          <a:xfrm>
            <a:off x="7296000" y="4845575"/>
            <a:ext cx="1680900" cy="2979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2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  <p:sp>
        <p:nvSpPr>
          <p:cNvPr id="454" name="Google Shape;454;p47"/>
          <p:cNvSpPr txBox="1"/>
          <p:nvPr/>
        </p:nvSpPr>
        <p:spPr>
          <a:xfrm>
            <a:off x="7565700" y="4750950"/>
            <a:ext cx="1482300" cy="35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en" sz="1100">
                <a:solidFill>
                  <a:schemeClr val="dk1"/>
                </a:solidFill>
                <a:latin typeface="Raleway"/>
                <a:ea typeface="Raleway"/>
                <a:cs typeface="Raleway"/>
                <a:sym typeface="Raleway"/>
              </a:rPr>
              <a:t>Slide by Rachana </a:t>
            </a:r>
            <a:endParaRPr b="1" sz="1100">
              <a:solidFill>
                <a:schemeClr val="dk1"/>
              </a:solidFill>
              <a:latin typeface="Raleway"/>
              <a:ea typeface="Raleway"/>
              <a:cs typeface="Raleway"/>
              <a:sym typeface="Raleway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58" name="Shape 4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9" name="Google Shape;459;p48"/>
          <p:cNvSpPr txBox="1"/>
          <p:nvPr>
            <p:ph type="title"/>
          </p:nvPr>
        </p:nvSpPr>
        <p:spPr>
          <a:xfrm>
            <a:off x="4232275" y="1881325"/>
            <a:ext cx="4665600" cy="17064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What may be some ways to  expand the applications of this technologies ?</a:t>
            </a:r>
            <a:endParaRPr sz="3000"/>
          </a:p>
        </p:txBody>
      </p:sp>
      <p:sp>
        <p:nvSpPr>
          <p:cNvPr id="460" name="Google Shape;460;p48"/>
          <p:cNvSpPr txBox="1"/>
          <p:nvPr>
            <p:ph idx="2" type="title"/>
          </p:nvPr>
        </p:nvSpPr>
        <p:spPr>
          <a:xfrm>
            <a:off x="4295762" y="921750"/>
            <a:ext cx="1223100" cy="1223100"/>
          </a:xfrm>
          <a:prstGeom prst="rect">
            <a:avLst/>
          </a:prstGeom>
          <a:solidFill>
            <a:srgbClr val="24A7C5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0000"/>
              <a:buNone/>
            </a:pPr>
            <a:r>
              <a:rPr lang="en"/>
              <a:t>05</a:t>
            </a:r>
            <a:endParaRPr/>
          </a:p>
        </p:txBody>
      </p:sp>
      <p:pic>
        <p:nvPicPr>
          <p:cNvPr id="461" name="Google Shape;461;p48"/>
          <p:cNvPicPr preferRelativeResize="0"/>
          <p:nvPr>
            <p:ph idx="3" type="pic"/>
          </p:nvPr>
        </p:nvPicPr>
        <p:blipFill rotWithShape="1">
          <a:blip r:embed="rId3">
            <a:alphaModFix/>
          </a:blip>
          <a:srcRect b="16666" l="0" r="0" t="16666"/>
          <a:stretch/>
        </p:blipFill>
        <p:spPr>
          <a:xfrm>
            <a:off x="1202038" y="921750"/>
            <a:ext cx="2743200" cy="2743200"/>
          </a:xfrm>
          <a:prstGeom prst="rect">
            <a:avLst/>
          </a:prstGeom>
          <a:noFill/>
          <a:ln>
            <a:noFill/>
          </a:ln>
        </p:spPr>
      </p:pic>
      <p:sp>
        <p:nvSpPr>
          <p:cNvPr id="462" name="Google Shape;462;p48"/>
          <p:cNvSpPr txBox="1"/>
          <p:nvPr>
            <p:ph idx="1" type="subTitle"/>
          </p:nvPr>
        </p:nvSpPr>
        <p:spPr>
          <a:xfrm>
            <a:off x="6400475" y="475682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Mihir </a:t>
            </a:r>
            <a:endParaRPr b="1" sz="11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66" name="Shape 4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7" name="Google Shape;467;p49"/>
          <p:cNvSpPr txBox="1"/>
          <p:nvPr>
            <p:ph type="title"/>
          </p:nvPr>
        </p:nvSpPr>
        <p:spPr>
          <a:xfrm>
            <a:off x="810975" y="316425"/>
            <a:ext cx="19710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1. </a:t>
            </a:r>
            <a:r>
              <a:rPr lang="en" sz="1600"/>
              <a:t>Improving Quantum Hardware</a:t>
            </a:r>
            <a:endParaRPr sz="1600"/>
          </a:p>
        </p:txBody>
      </p:sp>
      <p:sp>
        <p:nvSpPr>
          <p:cNvPr id="468" name="Google Shape;468;p49"/>
          <p:cNvSpPr txBox="1"/>
          <p:nvPr>
            <p:ph idx="1" type="subTitle"/>
          </p:nvPr>
        </p:nvSpPr>
        <p:spPr>
          <a:xfrm>
            <a:off x="687525" y="1305525"/>
            <a:ext cx="22179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Longer Coherence Time.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Scaling up qubits.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Easy Error correction.</a:t>
            </a:r>
            <a:endParaRPr sz="1100"/>
          </a:p>
        </p:txBody>
      </p:sp>
      <p:sp>
        <p:nvSpPr>
          <p:cNvPr id="469" name="Google Shape;469;p49"/>
          <p:cNvSpPr/>
          <p:nvPr/>
        </p:nvSpPr>
        <p:spPr>
          <a:xfrm>
            <a:off x="8741826" y="1140372"/>
            <a:ext cx="460200" cy="460200"/>
          </a:xfrm>
          <a:prstGeom prst="rect">
            <a:avLst/>
          </a:prstGeom>
          <a:solidFill>
            <a:srgbClr val="218DA6">
              <a:alpha val="20000"/>
            </a:srgb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470" name="Google Shape;470;p49"/>
          <p:cNvSpPr txBox="1"/>
          <p:nvPr>
            <p:ph type="title"/>
          </p:nvPr>
        </p:nvSpPr>
        <p:spPr>
          <a:xfrm>
            <a:off x="3782775" y="240225"/>
            <a:ext cx="19710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2. Developing Quantum Algorithms</a:t>
            </a:r>
            <a:endParaRPr sz="1600"/>
          </a:p>
        </p:txBody>
      </p:sp>
      <p:sp>
        <p:nvSpPr>
          <p:cNvPr id="471" name="Google Shape;471;p49"/>
          <p:cNvSpPr txBox="1"/>
          <p:nvPr>
            <p:ph idx="1" type="subTitle"/>
          </p:nvPr>
        </p:nvSpPr>
        <p:spPr>
          <a:xfrm>
            <a:off x="3659325" y="1229325"/>
            <a:ext cx="2217900" cy="8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Algorithms suitable for Quantum Computers.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Hybrid classical and quantum algorithms.</a:t>
            </a:r>
            <a:endParaRPr sz="1100"/>
          </a:p>
        </p:txBody>
      </p:sp>
      <p:sp>
        <p:nvSpPr>
          <p:cNvPr id="472" name="Google Shape;472;p49"/>
          <p:cNvSpPr txBox="1"/>
          <p:nvPr>
            <p:ph type="title"/>
          </p:nvPr>
        </p:nvSpPr>
        <p:spPr>
          <a:xfrm>
            <a:off x="6647375" y="494050"/>
            <a:ext cx="19710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3. Building Quantum Software and Tools</a:t>
            </a:r>
            <a:endParaRPr sz="1600"/>
          </a:p>
        </p:txBody>
      </p:sp>
      <p:sp>
        <p:nvSpPr>
          <p:cNvPr id="473" name="Google Shape;473;p49"/>
          <p:cNvSpPr txBox="1"/>
          <p:nvPr>
            <p:ph idx="1" type="subTitle"/>
          </p:nvPr>
        </p:nvSpPr>
        <p:spPr>
          <a:xfrm>
            <a:off x="6400475" y="1435575"/>
            <a:ext cx="22179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Quantum software programming languages.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Simulation and modelling tools.</a:t>
            </a:r>
            <a:endParaRPr sz="1100"/>
          </a:p>
        </p:txBody>
      </p:sp>
      <p:sp>
        <p:nvSpPr>
          <p:cNvPr id="474" name="Google Shape;474;p49"/>
          <p:cNvSpPr txBox="1"/>
          <p:nvPr>
            <p:ph type="title"/>
          </p:nvPr>
        </p:nvSpPr>
        <p:spPr>
          <a:xfrm>
            <a:off x="810975" y="2346125"/>
            <a:ext cx="19710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4. Fostering Collaboration and education</a:t>
            </a:r>
            <a:endParaRPr sz="1600"/>
          </a:p>
        </p:txBody>
      </p:sp>
      <p:sp>
        <p:nvSpPr>
          <p:cNvPr id="475" name="Google Shape;475;p49"/>
          <p:cNvSpPr txBox="1"/>
          <p:nvPr>
            <p:ph idx="1" type="subTitle"/>
          </p:nvPr>
        </p:nvSpPr>
        <p:spPr>
          <a:xfrm>
            <a:off x="687525" y="3434125"/>
            <a:ext cx="2217900" cy="132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Interdisciplinary collaboration.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Education and Training.</a:t>
            </a:r>
            <a:endParaRPr sz="1100"/>
          </a:p>
        </p:txBody>
      </p:sp>
      <p:sp>
        <p:nvSpPr>
          <p:cNvPr id="476" name="Google Shape;476;p49"/>
          <p:cNvSpPr txBox="1"/>
          <p:nvPr>
            <p:ph type="title"/>
          </p:nvPr>
        </p:nvSpPr>
        <p:spPr>
          <a:xfrm>
            <a:off x="6694625" y="2546450"/>
            <a:ext cx="1971000" cy="9891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 sz="1600"/>
              <a:t>5. Legal and Ethical Framework</a:t>
            </a:r>
            <a:endParaRPr sz="1600"/>
          </a:p>
        </p:txBody>
      </p:sp>
      <p:sp>
        <p:nvSpPr>
          <p:cNvPr id="477" name="Google Shape;477;p49"/>
          <p:cNvSpPr txBox="1"/>
          <p:nvPr>
            <p:ph idx="1" type="subTitle"/>
          </p:nvPr>
        </p:nvSpPr>
        <p:spPr>
          <a:xfrm>
            <a:off x="6571175" y="3634450"/>
            <a:ext cx="2217900" cy="734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Developing Standards.</a:t>
            </a:r>
            <a:endParaRPr sz="1100"/>
          </a:p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" sz="1100"/>
              <a:t>Addressing security implications.</a:t>
            </a:r>
            <a:endParaRPr sz="1100"/>
          </a:p>
        </p:txBody>
      </p:sp>
      <p:pic>
        <p:nvPicPr>
          <p:cNvPr id="478" name="Google Shape;478;p4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01350" y="2170275"/>
            <a:ext cx="2073881" cy="2766976"/>
          </a:xfrm>
          <a:prstGeom prst="rect">
            <a:avLst/>
          </a:prstGeom>
          <a:noFill/>
          <a:ln>
            <a:noFill/>
          </a:ln>
        </p:spPr>
      </p:pic>
      <p:sp>
        <p:nvSpPr>
          <p:cNvPr id="479" name="Google Shape;479;p49"/>
          <p:cNvSpPr txBox="1"/>
          <p:nvPr>
            <p:ph idx="1" type="subTitle"/>
          </p:nvPr>
        </p:nvSpPr>
        <p:spPr>
          <a:xfrm>
            <a:off x="6400475" y="4756825"/>
            <a:ext cx="2217900" cy="325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 sz="1100"/>
              <a:t>Slide by Mihir </a:t>
            </a:r>
            <a:endParaRPr b="1" sz="11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483" name="Shape 4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4" name="Google Shape;484;p50"/>
          <p:cNvSpPr txBox="1"/>
          <p:nvPr>
            <p:ph type="ctrTitle"/>
          </p:nvPr>
        </p:nvSpPr>
        <p:spPr>
          <a:xfrm>
            <a:off x="4269450" y="1067375"/>
            <a:ext cx="4358400" cy="7569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8500"/>
              <a:buNone/>
            </a:pPr>
            <a:r>
              <a:rPr lang="en"/>
              <a:t>Thank You !</a:t>
            </a:r>
            <a:endParaRPr/>
          </a:p>
        </p:txBody>
      </p:sp>
      <p:sp>
        <p:nvSpPr>
          <p:cNvPr id="485" name="Google Shape;485;p50"/>
          <p:cNvSpPr txBox="1"/>
          <p:nvPr>
            <p:ph idx="1" type="subTitle"/>
          </p:nvPr>
        </p:nvSpPr>
        <p:spPr>
          <a:xfrm>
            <a:off x="4269450" y="1726450"/>
            <a:ext cx="3513900" cy="107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en"/>
              <a:t>Any questions?</a:t>
            </a:r>
            <a:endParaRPr b="1"/>
          </a:p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b="1"/>
          </a:p>
        </p:txBody>
      </p:sp>
      <p:pic>
        <p:nvPicPr>
          <p:cNvPr id="486" name="Google Shape;486;p50"/>
          <p:cNvPicPr preferRelativeResize="0"/>
          <p:nvPr>
            <p:ph idx="2" type="pic"/>
          </p:nvPr>
        </p:nvPicPr>
        <p:blipFill rotWithShape="1">
          <a:blip r:embed="rId3">
            <a:alphaModFix/>
          </a:blip>
          <a:srcRect b="0" l="445" r="445" t="0"/>
          <a:stretch/>
        </p:blipFill>
        <p:spPr>
          <a:xfrm>
            <a:off x="-22012" y="1034025"/>
            <a:ext cx="3890700" cy="26184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Automotive Technology Consulting by Slidesgo">
  <a:themeElements>
    <a:clrScheme name="Simple Light">
      <a:dk1>
        <a:srgbClr val="FFFFFF"/>
      </a:dk1>
      <a:lt1>
        <a:srgbClr val="18355E"/>
      </a:lt1>
      <a:dk2>
        <a:srgbClr val="124E5D"/>
      </a:dk2>
      <a:lt2>
        <a:srgbClr val="0D2739"/>
      </a:lt2>
      <a:accent1>
        <a:srgbClr val="24A7C5"/>
      </a:accent1>
      <a:accent2>
        <a:srgbClr val="23C4AD"/>
      </a:accent2>
      <a:accent3>
        <a:srgbClr val="FFFFFF"/>
      </a:accent3>
      <a:accent4>
        <a:srgbClr val="FFFFFF"/>
      </a:accent4>
      <a:accent5>
        <a:srgbClr val="FFFFFF"/>
      </a:accent5>
      <a:accent6>
        <a:srgbClr val="FFFFFF"/>
      </a:accent6>
      <a:hlink>
        <a:srgbClr val="FFFFFF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