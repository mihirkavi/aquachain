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aleway"/>
      <p:regular r:id="rId18"/>
      <p:bold r:id="rId19"/>
      <p:italic r:id="rId20"/>
      <p:boldItalic r:id="rId21"/>
    </p:embeddedFont>
    <p:embeddedFont>
      <p:font typeface="Oswald Medium"/>
      <p:regular r:id="rId22"/>
      <p:bold r:id="rId23"/>
    </p:embeddedFont>
    <p:embeddedFont>
      <p:font typeface="Mulish"/>
      <p:regular r:id="rId24"/>
      <p:bold r:id="rId25"/>
      <p:italic r:id="rId26"/>
      <p:boldItalic r:id="rId27"/>
    </p:embeddedFont>
    <p:embeddedFont>
      <p:font typeface="Oswald Light"/>
      <p:regular r:id="rId28"/>
      <p:bold r:id="rId29"/>
    </p:embeddedFont>
    <p:embeddedFont>
      <p:font typeface="Helvetica Neue"/>
      <p:regular r:id="rId30"/>
      <p:bold r:id="rId31"/>
      <p:italic r:id="rId32"/>
      <p:boldItalic r:id="rId33"/>
    </p:embeddedFont>
    <p:embeddedFont>
      <p:font typeface="Oswald"/>
      <p:regular r:id="rId34"/>
      <p:bold r:id="rId35"/>
    </p:embeddedFont>
    <p:embeddedFont>
      <p:font typeface="Mulish Medium"/>
      <p:regular r:id="rId36"/>
      <p:bold r:id="rId37"/>
      <p:italic r:id="rId38"/>
      <p:boldItalic r:id="rId39"/>
    </p:embeddedFont>
    <p:embeddedFont>
      <p:font typeface="Helvetica Neue Light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00DB690-1332-4EE1-AB2C-32EEECA93EE3}">
  <a:tblStyle styleId="{300DB690-1332-4EE1-AB2C-32EEECA93EE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1F92D6F9-52BE-45FE-B0F8-1D564A04111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HelveticaNeueLight-regular.fntdata"/><Relationship Id="rId20" Type="http://schemas.openxmlformats.org/officeDocument/2006/relationships/font" Target="fonts/Raleway-italic.fntdata"/><Relationship Id="rId42" Type="http://schemas.openxmlformats.org/officeDocument/2006/relationships/font" Target="fonts/HelveticaNeueLight-italic.fntdata"/><Relationship Id="rId41" Type="http://schemas.openxmlformats.org/officeDocument/2006/relationships/font" Target="fonts/HelveticaNeueLight-bold.fntdata"/><Relationship Id="rId22" Type="http://schemas.openxmlformats.org/officeDocument/2006/relationships/font" Target="fonts/OswaldMedium-regular.fntdata"/><Relationship Id="rId21" Type="http://schemas.openxmlformats.org/officeDocument/2006/relationships/font" Target="fonts/Raleway-boldItalic.fntdata"/><Relationship Id="rId43" Type="http://schemas.openxmlformats.org/officeDocument/2006/relationships/font" Target="fonts/HelveticaNeueLight-boldItalic.fntdata"/><Relationship Id="rId24" Type="http://schemas.openxmlformats.org/officeDocument/2006/relationships/font" Target="fonts/Mulish-regular.fntdata"/><Relationship Id="rId23" Type="http://schemas.openxmlformats.org/officeDocument/2006/relationships/font" Target="fonts/OswaldMedium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ulish-italic.fntdata"/><Relationship Id="rId25" Type="http://schemas.openxmlformats.org/officeDocument/2006/relationships/font" Target="fonts/Mulish-bold.fntdata"/><Relationship Id="rId28" Type="http://schemas.openxmlformats.org/officeDocument/2006/relationships/font" Target="fonts/OswaldLight-regular.fntdata"/><Relationship Id="rId27" Type="http://schemas.openxmlformats.org/officeDocument/2006/relationships/font" Target="fonts/Mulish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swaldLigh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HelveticaNeue-bold.fntdata"/><Relationship Id="rId30" Type="http://schemas.openxmlformats.org/officeDocument/2006/relationships/font" Target="fonts/HelveticaNeue-regular.fntdata"/><Relationship Id="rId11" Type="http://schemas.openxmlformats.org/officeDocument/2006/relationships/slide" Target="slides/slide6.xml"/><Relationship Id="rId33" Type="http://schemas.openxmlformats.org/officeDocument/2006/relationships/font" Target="fonts/HelveticaNeue-boldItalic.fntdata"/><Relationship Id="rId10" Type="http://schemas.openxmlformats.org/officeDocument/2006/relationships/slide" Target="slides/slide5.xml"/><Relationship Id="rId32" Type="http://schemas.openxmlformats.org/officeDocument/2006/relationships/font" Target="fonts/HelveticaNeue-italic.fntdata"/><Relationship Id="rId13" Type="http://schemas.openxmlformats.org/officeDocument/2006/relationships/slide" Target="slides/slide8.xml"/><Relationship Id="rId35" Type="http://schemas.openxmlformats.org/officeDocument/2006/relationships/font" Target="fonts/Oswald-bold.fntdata"/><Relationship Id="rId12" Type="http://schemas.openxmlformats.org/officeDocument/2006/relationships/slide" Target="slides/slide7.xml"/><Relationship Id="rId34" Type="http://schemas.openxmlformats.org/officeDocument/2006/relationships/font" Target="fonts/Oswald-regular.fntdata"/><Relationship Id="rId15" Type="http://schemas.openxmlformats.org/officeDocument/2006/relationships/slide" Target="slides/slide10.xml"/><Relationship Id="rId37" Type="http://schemas.openxmlformats.org/officeDocument/2006/relationships/font" Target="fonts/MulishMedium-bold.fntdata"/><Relationship Id="rId14" Type="http://schemas.openxmlformats.org/officeDocument/2006/relationships/slide" Target="slides/slide9.xml"/><Relationship Id="rId36" Type="http://schemas.openxmlformats.org/officeDocument/2006/relationships/font" Target="fonts/MulishMedium-regular.fntdata"/><Relationship Id="rId17" Type="http://schemas.openxmlformats.org/officeDocument/2006/relationships/slide" Target="slides/slide12.xml"/><Relationship Id="rId39" Type="http://schemas.openxmlformats.org/officeDocument/2006/relationships/font" Target="fonts/MulishMedium-boldItalic.fntdata"/><Relationship Id="rId16" Type="http://schemas.openxmlformats.org/officeDocument/2006/relationships/slide" Target="slides/slide11.xml"/><Relationship Id="rId38" Type="http://schemas.openxmlformats.org/officeDocument/2006/relationships/font" Target="fonts/MulishMedium-italic.fntdata"/><Relationship Id="rId19" Type="http://schemas.openxmlformats.org/officeDocument/2006/relationships/font" Target="fonts/Raleway-bold.fntdata"/><Relationship Id="rId18" Type="http://schemas.openxmlformats.org/officeDocument/2006/relationships/font" Target="fonts/Raleway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bb19cb0e5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bb19cb0e5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69e19a7599_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69e19a7599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baf8aefbb5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2baf8aefbb5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baf8aefbb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2baf8aefbb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2bbdaebca0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2bbdaebca0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bbdaebca0a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2bbdaebca0a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269ca052a7d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269ca052a7d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2bb6f9a926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2bb6f9a926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2bbe2bdb94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2bbe2bdb94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Blockchain is a digital record keeping </a:t>
            </a:r>
            <a:r>
              <a:rPr lang="en"/>
              <a:t>system</a:t>
            </a:r>
            <a:r>
              <a:rPr lang="en"/>
              <a:t> spread across many computers 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2696bca8859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2696bca8859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269aff5011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269aff5011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269e447715e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269e447715e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713225" y="852100"/>
            <a:ext cx="4593000" cy="187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713225" y="3910963"/>
            <a:ext cx="2338500" cy="60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4929175" y="3431100"/>
            <a:ext cx="3501600" cy="78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hasCustomPrompt="1" idx="2" type="title"/>
          </p:nvPr>
        </p:nvSpPr>
        <p:spPr>
          <a:xfrm>
            <a:off x="7264739" y="1580664"/>
            <a:ext cx="1053900" cy="841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subTitle"/>
          </p:nvPr>
        </p:nvSpPr>
        <p:spPr>
          <a:xfrm>
            <a:off x="5029200" y="2817076"/>
            <a:ext cx="3054900" cy="15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2" type="subTitle"/>
          </p:nvPr>
        </p:nvSpPr>
        <p:spPr>
          <a:xfrm>
            <a:off x="961925" y="2817076"/>
            <a:ext cx="3054900" cy="15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3" type="subTitle"/>
          </p:nvPr>
        </p:nvSpPr>
        <p:spPr>
          <a:xfrm>
            <a:off x="961925" y="2292300"/>
            <a:ext cx="30549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4" type="subTitle"/>
          </p:nvPr>
        </p:nvSpPr>
        <p:spPr>
          <a:xfrm>
            <a:off x="5029202" y="2292300"/>
            <a:ext cx="30549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idx="1" type="subTitle"/>
          </p:nvPr>
        </p:nvSpPr>
        <p:spPr>
          <a:xfrm>
            <a:off x="859313" y="1942550"/>
            <a:ext cx="4294800" cy="195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type="title"/>
          </p:nvPr>
        </p:nvSpPr>
        <p:spPr>
          <a:xfrm>
            <a:off x="859313" y="1248050"/>
            <a:ext cx="4294800" cy="6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34" name="Google Shape;34;p7"/>
          <p:cNvSpPr/>
          <p:nvPr>
            <p:ph idx="2" type="pic"/>
          </p:nvPr>
        </p:nvSpPr>
        <p:spPr>
          <a:xfrm>
            <a:off x="5497688" y="539550"/>
            <a:ext cx="2787000" cy="4064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subTitle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1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/>
          <p:nvPr>
            <p:ph hasCustomPrompt="1" type="title"/>
          </p:nvPr>
        </p:nvSpPr>
        <p:spPr>
          <a:xfrm>
            <a:off x="3253825" y="654550"/>
            <a:ext cx="4982700" cy="11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9" name="Google Shape;49;p11"/>
          <p:cNvSpPr txBox="1"/>
          <p:nvPr>
            <p:ph idx="1" type="subTitle"/>
          </p:nvPr>
        </p:nvSpPr>
        <p:spPr>
          <a:xfrm>
            <a:off x="3253825" y="1992788"/>
            <a:ext cx="4982700" cy="3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50" name="Google Shape;50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hasCustomPrompt="1" idx="2" type="title"/>
          </p:nvPr>
        </p:nvSpPr>
        <p:spPr>
          <a:xfrm>
            <a:off x="830206" y="1478041"/>
            <a:ext cx="6261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" name="Google Shape;56;p13"/>
          <p:cNvSpPr txBox="1"/>
          <p:nvPr>
            <p:ph hasCustomPrompt="1" idx="3" type="title"/>
          </p:nvPr>
        </p:nvSpPr>
        <p:spPr>
          <a:xfrm>
            <a:off x="838276" y="3141063"/>
            <a:ext cx="6261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7" name="Google Shape;57;p13"/>
          <p:cNvSpPr txBox="1"/>
          <p:nvPr>
            <p:ph hasCustomPrompt="1" idx="4" type="title"/>
          </p:nvPr>
        </p:nvSpPr>
        <p:spPr>
          <a:xfrm>
            <a:off x="3516058" y="1478041"/>
            <a:ext cx="6261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8" name="Google Shape;58;p13"/>
          <p:cNvSpPr txBox="1"/>
          <p:nvPr>
            <p:ph hasCustomPrompt="1" idx="5" type="title"/>
          </p:nvPr>
        </p:nvSpPr>
        <p:spPr>
          <a:xfrm>
            <a:off x="3516050" y="3141063"/>
            <a:ext cx="6261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9" name="Google Shape;59;p13"/>
          <p:cNvSpPr txBox="1"/>
          <p:nvPr>
            <p:ph hasCustomPrompt="1" idx="6" type="title"/>
          </p:nvPr>
        </p:nvSpPr>
        <p:spPr>
          <a:xfrm>
            <a:off x="6223406" y="1478041"/>
            <a:ext cx="6261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0" name="Google Shape;60;p13"/>
          <p:cNvSpPr txBox="1"/>
          <p:nvPr>
            <p:ph hasCustomPrompt="1" idx="7" type="title"/>
          </p:nvPr>
        </p:nvSpPr>
        <p:spPr>
          <a:xfrm>
            <a:off x="6224312" y="3141063"/>
            <a:ext cx="6261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1" name="Google Shape;61;p13"/>
          <p:cNvSpPr txBox="1"/>
          <p:nvPr>
            <p:ph idx="1" type="subTitle"/>
          </p:nvPr>
        </p:nvSpPr>
        <p:spPr>
          <a:xfrm>
            <a:off x="720000" y="2157075"/>
            <a:ext cx="23055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62" name="Google Shape;62;p13"/>
          <p:cNvSpPr txBox="1"/>
          <p:nvPr>
            <p:ph idx="8" type="subTitle"/>
          </p:nvPr>
        </p:nvSpPr>
        <p:spPr>
          <a:xfrm>
            <a:off x="3419275" y="2157075"/>
            <a:ext cx="23055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63" name="Google Shape;63;p13"/>
          <p:cNvSpPr txBox="1"/>
          <p:nvPr>
            <p:ph idx="9" type="subTitle"/>
          </p:nvPr>
        </p:nvSpPr>
        <p:spPr>
          <a:xfrm>
            <a:off x="6118550" y="2157075"/>
            <a:ext cx="23055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64" name="Google Shape;64;p13"/>
          <p:cNvSpPr txBox="1"/>
          <p:nvPr>
            <p:ph idx="13" type="subTitle"/>
          </p:nvPr>
        </p:nvSpPr>
        <p:spPr>
          <a:xfrm>
            <a:off x="720000" y="3819050"/>
            <a:ext cx="23814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65" name="Google Shape;65;p13"/>
          <p:cNvSpPr txBox="1"/>
          <p:nvPr>
            <p:ph idx="14" type="subTitle"/>
          </p:nvPr>
        </p:nvSpPr>
        <p:spPr>
          <a:xfrm>
            <a:off x="3419275" y="3819050"/>
            <a:ext cx="23055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66" name="Google Shape;66;p13"/>
          <p:cNvSpPr txBox="1"/>
          <p:nvPr>
            <p:ph idx="15" type="subTitle"/>
          </p:nvPr>
        </p:nvSpPr>
        <p:spPr>
          <a:xfrm>
            <a:off x="6118550" y="3819050"/>
            <a:ext cx="23055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67" name="Google Shape;67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4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4603749" y="1562013"/>
            <a:ext cx="2975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" type="subTitle"/>
          </p:nvPr>
        </p:nvSpPr>
        <p:spPr>
          <a:xfrm>
            <a:off x="4603750" y="2280388"/>
            <a:ext cx="2975400" cy="13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_1_1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722376" y="448056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74" name="Google Shape;74;p15"/>
          <p:cNvSpPr txBox="1"/>
          <p:nvPr>
            <p:ph idx="1" type="subTitle"/>
          </p:nvPr>
        </p:nvSpPr>
        <p:spPr>
          <a:xfrm>
            <a:off x="722375" y="1115425"/>
            <a:ext cx="7708500" cy="14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/>
            </a:lvl9pPr>
          </a:lstStyle>
          <a:p/>
        </p:txBody>
      </p:sp>
      <p:sp>
        <p:nvSpPr>
          <p:cNvPr id="75" name="Google Shape;75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722376" y="448056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" type="subTitle"/>
          </p:nvPr>
        </p:nvSpPr>
        <p:spPr>
          <a:xfrm>
            <a:off x="722375" y="1115425"/>
            <a:ext cx="7708500" cy="34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82" name="Google Shape;82;p17"/>
          <p:cNvSpPr txBox="1"/>
          <p:nvPr>
            <p:ph idx="1" type="subTitle"/>
          </p:nvPr>
        </p:nvSpPr>
        <p:spPr>
          <a:xfrm>
            <a:off x="901850" y="2815848"/>
            <a:ext cx="2196600" cy="160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2" type="subTitle"/>
          </p:nvPr>
        </p:nvSpPr>
        <p:spPr>
          <a:xfrm>
            <a:off x="3473634" y="2815848"/>
            <a:ext cx="2196600" cy="160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3" type="subTitle"/>
          </p:nvPr>
        </p:nvSpPr>
        <p:spPr>
          <a:xfrm>
            <a:off x="6045424" y="2815848"/>
            <a:ext cx="2196600" cy="160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4" type="subTitle"/>
          </p:nvPr>
        </p:nvSpPr>
        <p:spPr>
          <a:xfrm>
            <a:off x="901850" y="2121456"/>
            <a:ext cx="2196600" cy="80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6" name="Google Shape;86;p17"/>
          <p:cNvSpPr txBox="1"/>
          <p:nvPr>
            <p:ph idx="5" type="subTitle"/>
          </p:nvPr>
        </p:nvSpPr>
        <p:spPr>
          <a:xfrm>
            <a:off x="3473636" y="2121456"/>
            <a:ext cx="2196600" cy="80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7" name="Google Shape;87;p17"/>
          <p:cNvSpPr txBox="1"/>
          <p:nvPr>
            <p:ph idx="6" type="subTitle"/>
          </p:nvPr>
        </p:nvSpPr>
        <p:spPr>
          <a:xfrm>
            <a:off x="6045421" y="2121456"/>
            <a:ext cx="2196600" cy="80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8" name="Google Shape;88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91" name="Google Shape;91;p18"/>
          <p:cNvSpPr txBox="1"/>
          <p:nvPr>
            <p:ph idx="1" type="subTitle"/>
          </p:nvPr>
        </p:nvSpPr>
        <p:spPr>
          <a:xfrm>
            <a:off x="1682846" y="1753038"/>
            <a:ext cx="2848200" cy="10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2" name="Google Shape;92;p18"/>
          <p:cNvSpPr txBox="1"/>
          <p:nvPr>
            <p:ph idx="2" type="subTitle"/>
          </p:nvPr>
        </p:nvSpPr>
        <p:spPr>
          <a:xfrm>
            <a:off x="5509397" y="1753038"/>
            <a:ext cx="2848200" cy="10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3" name="Google Shape;93;p18"/>
          <p:cNvSpPr txBox="1"/>
          <p:nvPr>
            <p:ph idx="3" type="subTitle"/>
          </p:nvPr>
        </p:nvSpPr>
        <p:spPr>
          <a:xfrm>
            <a:off x="1682845" y="3456125"/>
            <a:ext cx="2848200" cy="10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4" name="Google Shape;94;p18"/>
          <p:cNvSpPr txBox="1"/>
          <p:nvPr>
            <p:ph idx="4" type="subTitle"/>
          </p:nvPr>
        </p:nvSpPr>
        <p:spPr>
          <a:xfrm>
            <a:off x="5509397" y="3456125"/>
            <a:ext cx="2848200" cy="10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5" name="Google Shape;95;p18"/>
          <p:cNvSpPr txBox="1"/>
          <p:nvPr>
            <p:ph idx="5" type="subTitle"/>
          </p:nvPr>
        </p:nvSpPr>
        <p:spPr>
          <a:xfrm>
            <a:off x="1682845" y="1459688"/>
            <a:ext cx="2848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6" name="Google Shape;96;p18"/>
          <p:cNvSpPr txBox="1"/>
          <p:nvPr>
            <p:ph idx="6" type="subTitle"/>
          </p:nvPr>
        </p:nvSpPr>
        <p:spPr>
          <a:xfrm>
            <a:off x="1682845" y="3162850"/>
            <a:ext cx="2848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7" name="Google Shape;97;p18"/>
          <p:cNvSpPr txBox="1"/>
          <p:nvPr>
            <p:ph idx="7" type="subTitle"/>
          </p:nvPr>
        </p:nvSpPr>
        <p:spPr>
          <a:xfrm>
            <a:off x="5509370" y="1459688"/>
            <a:ext cx="2848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8" name="Google Shape;98;p18"/>
          <p:cNvSpPr txBox="1"/>
          <p:nvPr>
            <p:ph idx="8" type="subTitle"/>
          </p:nvPr>
        </p:nvSpPr>
        <p:spPr>
          <a:xfrm>
            <a:off x="5509370" y="3162850"/>
            <a:ext cx="2848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9" name="Google Shape;99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02" name="Google Shape;102;p19"/>
          <p:cNvSpPr txBox="1"/>
          <p:nvPr>
            <p:ph idx="1" type="subTitle"/>
          </p:nvPr>
        </p:nvSpPr>
        <p:spPr>
          <a:xfrm>
            <a:off x="720000" y="1754996"/>
            <a:ext cx="21444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3" name="Google Shape;103;p19"/>
          <p:cNvSpPr txBox="1"/>
          <p:nvPr>
            <p:ph idx="2" type="subTitle"/>
          </p:nvPr>
        </p:nvSpPr>
        <p:spPr>
          <a:xfrm>
            <a:off x="3501238" y="1754974"/>
            <a:ext cx="21444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4" name="Google Shape;104;p19"/>
          <p:cNvSpPr txBox="1"/>
          <p:nvPr>
            <p:ph idx="3" type="subTitle"/>
          </p:nvPr>
        </p:nvSpPr>
        <p:spPr>
          <a:xfrm>
            <a:off x="720000" y="3465185"/>
            <a:ext cx="21444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5" name="Google Shape;105;p19"/>
          <p:cNvSpPr txBox="1"/>
          <p:nvPr>
            <p:ph idx="4" type="subTitle"/>
          </p:nvPr>
        </p:nvSpPr>
        <p:spPr>
          <a:xfrm>
            <a:off x="3501238" y="3465181"/>
            <a:ext cx="21444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6" name="Google Shape;106;p19"/>
          <p:cNvSpPr txBox="1"/>
          <p:nvPr>
            <p:ph idx="5" type="subTitle"/>
          </p:nvPr>
        </p:nvSpPr>
        <p:spPr>
          <a:xfrm>
            <a:off x="6282475" y="1754974"/>
            <a:ext cx="21444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7" name="Google Shape;107;p19"/>
          <p:cNvSpPr txBox="1"/>
          <p:nvPr>
            <p:ph idx="6" type="subTitle"/>
          </p:nvPr>
        </p:nvSpPr>
        <p:spPr>
          <a:xfrm>
            <a:off x="6282475" y="3465181"/>
            <a:ext cx="21444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8" name="Google Shape;108;p19"/>
          <p:cNvSpPr txBox="1"/>
          <p:nvPr>
            <p:ph idx="7" type="subTitle"/>
          </p:nvPr>
        </p:nvSpPr>
        <p:spPr>
          <a:xfrm>
            <a:off x="724225" y="1320999"/>
            <a:ext cx="2144400" cy="51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09" name="Google Shape;109;p19"/>
          <p:cNvSpPr txBox="1"/>
          <p:nvPr>
            <p:ph idx="8" type="subTitle"/>
          </p:nvPr>
        </p:nvSpPr>
        <p:spPr>
          <a:xfrm>
            <a:off x="3505300" y="1320999"/>
            <a:ext cx="2144400" cy="51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0" name="Google Shape;110;p19"/>
          <p:cNvSpPr txBox="1"/>
          <p:nvPr>
            <p:ph idx="9" type="subTitle"/>
          </p:nvPr>
        </p:nvSpPr>
        <p:spPr>
          <a:xfrm>
            <a:off x="6286375" y="1320999"/>
            <a:ext cx="2144400" cy="51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1" name="Google Shape;111;p19"/>
          <p:cNvSpPr txBox="1"/>
          <p:nvPr>
            <p:ph idx="13" type="subTitle"/>
          </p:nvPr>
        </p:nvSpPr>
        <p:spPr>
          <a:xfrm>
            <a:off x="724225" y="3033384"/>
            <a:ext cx="2144400" cy="51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2" name="Google Shape;112;p19"/>
          <p:cNvSpPr txBox="1"/>
          <p:nvPr>
            <p:ph idx="14" type="subTitle"/>
          </p:nvPr>
        </p:nvSpPr>
        <p:spPr>
          <a:xfrm>
            <a:off x="3505300" y="3033384"/>
            <a:ext cx="2144400" cy="51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3" name="Google Shape;113;p19"/>
          <p:cNvSpPr txBox="1"/>
          <p:nvPr>
            <p:ph idx="15" type="subTitle"/>
          </p:nvPr>
        </p:nvSpPr>
        <p:spPr>
          <a:xfrm>
            <a:off x="6286375" y="3033384"/>
            <a:ext cx="2144400" cy="51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4" name="Google Shape;114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/>
          <p:nvPr>
            <p:ph type="title"/>
          </p:nvPr>
        </p:nvSpPr>
        <p:spPr>
          <a:xfrm>
            <a:off x="3982675" y="991525"/>
            <a:ext cx="44481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3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17" name="Google Shape;117;p20"/>
          <p:cNvSpPr txBox="1"/>
          <p:nvPr>
            <p:ph idx="1" type="subTitle"/>
          </p:nvPr>
        </p:nvSpPr>
        <p:spPr>
          <a:xfrm>
            <a:off x="3982675" y="1790950"/>
            <a:ext cx="44481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8" name="Google Shape;118;p20"/>
          <p:cNvSpPr txBox="1"/>
          <p:nvPr/>
        </p:nvSpPr>
        <p:spPr>
          <a:xfrm>
            <a:off x="5158500" y="3377675"/>
            <a:ext cx="32724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rPr>
              <a:t>CREDITS: This presentation template was created by</a:t>
            </a:r>
            <a:r>
              <a:rPr b="1" lang="en" sz="10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b="1" lang="en" sz="1000" u="sng">
                <a:solidFill>
                  <a:schemeClr val="hlink"/>
                </a:solidFill>
                <a:latin typeface="Mulish"/>
                <a:ea typeface="Mulish"/>
                <a:cs typeface="Mulish"/>
                <a:sym typeface="Mulish"/>
                <a:hlinkClick r:id="rId2"/>
              </a:rPr>
              <a:t>Slidesgo</a:t>
            </a:r>
            <a:r>
              <a:rPr lang="en" sz="10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rPr>
              <a:t>, and includes icons by </a:t>
            </a:r>
            <a:r>
              <a:rPr b="1" lang="en" sz="10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rPr>
              <a:t>, and infographics &amp; images by </a:t>
            </a:r>
            <a:r>
              <a:rPr b="1" lang="en" sz="10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rPr>
              <a:t> </a:t>
            </a:r>
            <a:endParaRPr sz="1000" u="sng">
              <a:solidFill>
                <a:schemeClr val="dk1"/>
              </a:solidFill>
              <a:latin typeface="Mulish Medium"/>
              <a:ea typeface="Mulish Medium"/>
              <a:cs typeface="Mulish Medium"/>
              <a:sym typeface="Mulish Medium"/>
            </a:endParaRPr>
          </a:p>
        </p:txBody>
      </p:sp>
      <p:sp>
        <p:nvSpPr>
          <p:cNvPr id="119" name="Google Shape;119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oogle Shape;121;p21"/>
          <p:cNvGrpSpPr/>
          <p:nvPr/>
        </p:nvGrpSpPr>
        <p:grpSpPr>
          <a:xfrm>
            <a:off x="-67272" y="165288"/>
            <a:ext cx="8135622" cy="5045438"/>
            <a:chOff x="-67272" y="165288"/>
            <a:chExt cx="8135622" cy="5045438"/>
          </a:xfrm>
        </p:grpSpPr>
        <p:grpSp>
          <p:nvGrpSpPr>
            <p:cNvPr id="122" name="Google Shape;122;p21"/>
            <p:cNvGrpSpPr/>
            <p:nvPr/>
          </p:nvGrpSpPr>
          <p:grpSpPr>
            <a:xfrm>
              <a:off x="-67272" y="4073950"/>
              <a:ext cx="913949" cy="1136775"/>
              <a:chOff x="4919328" y="3607500"/>
              <a:chExt cx="913949" cy="1136775"/>
            </a:xfrm>
          </p:grpSpPr>
          <p:sp>
            <p:nvSpPr>
              <p:cNvPr id="123" name="Google Shape;123;p21"/>
              <p:cNvSpPr/>
              <p:nvPr/>
            </p:nvSpPr>
            <p:spPr>
              <a:xfrm>
                <a:off x="5100633" y="3861850"/>
                <a:ext cx="626100" cy="626100"/>
              </a:xfrm>
              <a:prstGeom prst="roundRect">
                <a:avLst>
                  <a:gd fmla="val 16667" name="adj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  <p:sp>
            <p:nvSpPr>
              <p:cNvPr id="124" name="Google Shape;124;p21"/>
              <p:cNvSpPr/>
              <p:nvPr/>
            </p:nvSpPr>
            <p:spPr>
              <a:xfrm>
                <a:off x="4919328" y="3607500"/>
                <a:ext cx="354000" cy="354000"/>
              </a:xfrm>
              <a:prstGeom prst="roundRect">
                <a:avLst>
                  <a:gd fmla="val 16667" name="adj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  <p:sp>
            <p:nvSpPr>
              <p:cNvPr id="125" name="Google Shape;125;p21"/>
              <p:cNvSpPr/>
              <p:nvPr/>
            </p:nvSpPr>
            <p:spPr>
              <a:xfrm>
                <a:off x="5385677" y="4296675"/>
                <a:ext cx="447600" cy="447600"/>
              </a:xfrm>
              <a:prstGeom prst="roundRect">
                <a:avLst>
                  <a:gd fmla="val 16667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</p:grpSp>
        <p:grpSp>
          <p:nvGrpSpPr>
            <p:cNvPr id="126" name="Google Shape;126;p21"/>
            <p:cNvGrpSpPr/>
            <p:nvPr/>
          </p:nvGrpSpPr>
          <p:grpSpPr>
            <a:xfrm>
              <a:off x="1075650" y="165288"/>
              <a:ext cx="6992700" cy="4812925"/>
              <a:chOff x="1075650" y="175550"/>
              <a:chExt cx="6992700" cy="4812925"/>
            </a:xfrm>
          </p:grpSpPr>
          <p:cxnSp>
            <p:nvCxnSpPr>
              <p:cNvPr id="127" name="Google Shape;127;p21"/>
              <p:cNvCxnSpPr/>
              <p:nvPr/>
            </p:nvCxnSpPr>
            <p:spPr>
              <a:xfrm>
                <a:off x="1075650" y="4988475"/>
                <a:ext cx="6992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" name="Google Shape;128;p21"/>
              <p:cNvCxnSpPr/>
              <p:nvPr/>
            </p:nvCxnSpPr>
            <p:spPr>
              <a:xfrm>
                <a:off x="1075650" y="175550"/>
                <a:ext cx="6992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29" name="Google Shape;129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oogle Shape;131;p22"/>
          <p:cNvGrpSpPr/>
          <p:nvPr/>
        </p:nvGrpSpPr>
        <p:grpSpPr>
          <a:xfrm>
            <a:off x="64553" y="84575"/>
            <a:ext cx="9018549" cy="4998663"/>
            <a:chOff x="64553" y="84575"/>
            <a:chExt cx="9018549" cy="4998663"/>
          </a:xfrm>
        </p:grpSpPr>
        <p:grpSp>
          <p:nvGrpSpPr>
            <p:cNvPr id="132" name="Google Shape;132;p22"/>
            <p:cNvGrpSpPr/>
            <p:nvPr/>
          </p:nvGrpSpPr>
          <p:grpSpPr>
            <a:xfrm>
              <a:off x="8169153" y="84575"/>
              <a:ext cx="913949" cy="1136775"/>
              <a:chOff x="4919328" y="3607500"/>
              <a:chExt cx="913949" cy="1136775"/>
            </a:xfrm>
          </p:grpSpPr>
          <p:sp>
            <p:nvSpPr>
              <p:cNvPr id="133" name="Google Shape;133;p22"/>
              <p:cNvSpPr/>
              <p:nvPr/>
            </p:nvSpPr>
            <p:spPr>
              <a:xfrm>
                <a:off x="5100633" y="3861850"/>
                <a:ext cx="626100" cy="626100"/>
              </a:xfrm>
              <a:prstGeom prst="roundRect">
                <a:avLst>
                  <a:gd fmla="val 16667" name="adj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  <p:sp>
            <p:nvSpPr>
              <p:cNvPr id="134" name="Google Shape;134;p22"/>
              <p:cNvSpPr/>
              <p:nvPr/>
            </p:nvSpPr>
            <p:spPr>
              <a:xfrm>
                <a:off x="4919328" y="3607500"/>
                <a:ext cx="354000" cy="354000"/>
              </a:xfrm>
              <a:prstGeom prst="roundRect">
                <a:avLst>
                  <a:gd fmla="val 16667" name="adj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  <p:sp>
            <p:nvSpPr>
              <p:cNvPr id="135" name="Google Shape;135;p22"/>
              <p:cNvSpPr/>
              <p:nvPr/>
            </p:nvSpPr>
            <p:spPr>
              <a:xfrm>
                <a:off x="5385677" y="4296675"/>
                <a:ext cx="447600" cy="447600"/>
              </a:xfrm>
              <a:prstGeom prst="roundRect">
                <a:avLst>
                  <a:gd fmla="val 16667" name="adj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</p:grpSp>
        <p:cxnSp>
          <p:nvCxnSpPr>
            <p:cNvPr id="136" name="Google Shape;136;p22"/>
            <p:cNvCxnSpPr/>
            <p:nvPr/>
          </p:nvCxnSpPr>
          <p:spPr>
            <a:xfrm rot="-5400000">
              <a:off x="-1266212" y="2482552"/>
              <a:ext cx="30573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7" name="Google Shape;137;p22"/>
            <p:cNvCxnSpPr/>
            <p:nvPr/>
          </p:nvCxnSpPr>
          <p:spPr>
            <a:xfrm rot="-5400000">
              <a:off x="7250038" y="2750002"/>
              <a:ext cx="30573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38" name="Google Shape;138;p22"/>
            <p:cNvGrpSpPr/>
            <p:nvPr/>
          </p:nvGrpSpPr>
          <p:grpSpPr>
            <a:xfrm>
              <a:off x="64553" y="3946463"/>
              <a:ext cx="913949" cy="1136775"/>
              <a:chOff x="4919328" y="3607500"/>
              <a:chExt cx="913949" cy="1136775"/>
            </a:xfrm>
          </p:grpSpPr>
          <p:sp>
            <p:nvSpPr>
              <p:cNvPr id="139" name="Google Shape;139;p22"/>
              <p:cNvSpPr/>
              <p:nvPr/>
            </p:nvSpPr>
            <p:spPr>
              <a:xfrm>
                <a:off x="5100633" y="3861850"/>
                <a:ext cx="626100" cy="626100"/>
              </a:xfrm>
              <a:prstGeom prst="roundRect">
                <a:avLst>
                  <a:gd fmla="val 16667" name="adj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  <p:sp>
            <p:nvSpPr>
              <p:cNvPr id="140" name="Google Shape;140;p22"/>
              <p:cNvSpPr/>
              <p:nvPr/>
            </p:nvSpPr>
            <p:spPr>
              <a:xfrm>
                <a:off x="4919328" y="3607500"/>
                <a:ext cx="354000" cy="354000"/>
              </a:xfrm>
              <a:prstGeom prst="roundRect">
                <a:avLst>
                  <a:gd fmla="val 16667" name="adj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  <p:sp>
            <p:nvSpPr>
              <p:cNvPr id="141" name="Google Shape;141;p22"/>
              <p:cNvSpPr/>
              <p:nvPr/>
            </p:nvSpPr>
            <p:spPr>
              <a:xfrm>
                <a:off x="5385677" y="4296675"/>
                <a:ext cx="447600" cy="447600"/>
              </a:xfrm>
              <a:prstGeom prst="roundRect">
                <a:avLst>
                  <a:gd fmla="val 16667" name="adj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</p:grpSp>
      </p:grpSp>
      <p:sp>
        <p:nvSpPr>
          <p:cNvPr id="142" name="Google Shape;142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45" name="Google Shape;145;p2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46" name="Google Shape;146;p2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47" name="Google Shape;147;p2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48" name="Google Shape;148;p2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 sz="1100"/>
            </a:lvl1pPr>
            <a:lvl2pPr indent="0" lvl="1" marL="0" rtl="0" algn="r">
              <a:spcBef>
                <a:spcPts val="0"/>
              </a:spcBef>
              <a:buNone/>
              <a:defRPr sz="1100"/>
            </a:lvl2pPr>
            <a:lvl3pPr indent="0" lvl="2" marL="0" rtl="0" algn="r">
              <a:spcBef>
                <a:spcPts val="0"/>
              </a:spcBef>
              <a:buNone/>
              <a:defRPr sz="1100"/>
            </a:lvl3pPr>
            <a:lvl4pPr indent="0" lvl="3" marL="0" rtl="0" algn="r">
              <a:spcBef>
                <a:spcPts val="0"/>
              </a:spcBef>
              <a:buNone/>
              <a:defRPr sz="1100"/>
            </a:lvl4pPr>
            <a:lvl5pPr indent="0" lvl="4" marL="0" rtl="0" algn="r">
              <a:spcBef>
                <a:spcPts val="0"/>
              </a:spcBef>
              <a:buNone/>
              <a:defRPr sz="1100"/>
            </a:lvl5pPr>
            <a:lvl6pPr indent="0" lvl="5" marL="0" rtl="0" algn="r">
              <a:spcBef>
                <a:spcPts val="0"/>
              </a:spcBef>
              <a:buNone/>
              <a:defRPr sz="1100"/>
            </a:lvl6pPr>
            <a:lvl7pPr indent="0" lvl="6" marL="0" rtl="0" algn="r">
              <a:spcBef>
                <a:spcPts val="0"/>
              </a:spcBef>
              <a:buNone/>
              <a:defRPr sz="1100"/>
            </a:lvl7pPr>
            <a:lvl8pPr indent="0" lvl="7" marL="0" rtl="0" algn="r">
              <a:spcBef>
                <a:spcPts val="0"/>
              </a:spcBef>
              <a:buNone/>
              <a:defRPr sz="1100"/>
            </a:lvl8pPr>
            <a:lvl9pPr indent="0" lvl="8" marL="0" rtl="0" algn="r">
              <a:spcBef>
                <a:spcPts val="0"/>
              </a:spcBef>
              <a:buNone/>
              <a:defRPr sz="11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OBJECT_1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51" name="Google Shape;151;p24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52" name="Google Shape;152;p2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53" name="Google Shape;153;p2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54" name="Google Shape;154;p2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 sz="1100"/>
            </a:lvl1pPr>
            <a:lvl2pPr indent="0" lvl="1" marL="0" rtl="0" algn="r">
              <a:spcBef>
                <a:spcPts val="0"/>
              </a:spcBef>
              <a:buNone/>
              <a:defRPr sz="1100"/>
            </a:lvl2pPr>
            <a:lvl3pPr indent="0" lvl="2" marL="0" rtl="0" algn="r">
              <a:spcBef>
                <a:spcPts val="0"/>
              </a:spcBef>
              <a:buNone/>
              <a:defRPr sz="1100"/>
            </a:lvl3pPr>
            <a:lvl4pPr indent="0" lvl="3" marL="0" rtl="0" algn="r">
              <a:spcBef>
                <a:spcPts val="0"/>
              </a:spcBef>
              <a:buNone/>
              <a:defRPr sz="1100"/>
            </a:lvl4pPr>
            <a:lvl5pPr indent="0" lvl="4" marL="0" rtl="0" algn="r">
              <a:spcBef>
                <a:spcPts val="0"/>
              </a:spcBef>
              <a:buNone/>
              <a:defRPr sz="1100"/>
            </a:lvl5pPr>
            <a:lvl6pPr indent="0" lvl="5" marL="0" rtl="0" algn="r">
              <a:spcBef>
                <a:spcPts val="0"/>
              </a:spcBef>
              <a:buNone/>
              <a:defRPr sz="1100"/>
            </a:lvl6pPr>
            <a:lvl7pPr indent="0" lvl="6" marL="0" rtl="0" algn="r">
              <a:spcBef>
                <a:spcPts val="0"/>
              </a:spcBef>
              <a:buNone/>
              <a:defRPr sz="1100"/>
            </a:lvl7pPr>
            <a:lvl8pPr indent="0" lvl="7" marL="0" rtl="0" algn="r">
              <a:spcBef>
                <a:spcPts val="0"/>
              </a:spcBef>
              <a:buNone/>
              <a:defRPr sz="1100"/>
            </a:lvl8pPr>
            <a:lvl9pPr indent="0" lvl="8" marL="0" rtl="0" algn="r">
              <a:spcBef>
                <a:spcPts val="0"/>
              </a:spcBef>
              <a:buNone/>
              <a:defRPr sz="11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Oswald"/>
              <a:buNone/>
              <a:defRPr sz="3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Oswald"/>
              <a:buNone/>
              <a:defRPr sz="3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Oswald"/>
              <a:buNone/>
              <a:defRPr sz="3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Oswald"/>
              <a:buNone/>
              <a:defRPr sz="3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Oswald"/>
              <a:buNone/>
              <a:defRPr sz="3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Oswald"/>
              <a:buNone/>
              <a:defRPr sz="3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Oswald"/>
              <a:buNone/>
              <a:defRPr sz="3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Oswald"/>
              <a:buNone/>
              <a:defRPr sz="3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Oswald"/>
              <a:buNone/>
              <a:defRPr sz="3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 Medium"/>
              <a:buChar char="●"/>
              <a:defRPr sz="12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 Medium"/>
              <a:buChar char="○"/>
              <a:defRPr sz="12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 Medium"/>
              <a:buChar char="■"/>
              <a:defRPr sz="12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 Medium"/>
              <a:buChar char="●"/>
              <a:defRPr sz="12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 Medium"/>
              <a:buChar char="○"/>
              <a:defRPr sz="12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 Medium"/>
              <a:buChar char="■"/>
              <a:defRPr sz="12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 Medium"/>
              <a:buChar char="●"/>
              <a:defRPr sz="12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 Medium"/>
              <a:buChar char="○"/>
              <a:defRPr sz="12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 Medium"/>
              <a:buChar char="■"/>
              <a:defRPr sz="12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sdcexec.com/warehousing/news/21111689/reverse-logistics-are-costing-supply-chains-a-fortune" TargetMode="External"/><Relationship Id="rId4" Type="http://schemas.openxmlformats.org/officeDocument/2006/relationships/hyperlink" Target="https://info.optoro.com/hubfs/Optoro%202021%20Impact%20Report.pdf" TargetMode="External"/><Relationship Id="rId5" Type="http://schemas.openxmlformats.org/officeDocument/2006/relationships/hyperlink" Target="http://drive.google.com/file/d/1C05uRtll_NPGThAIHsDO9h1qhFKzXvLJ/view" TargetMode="External"/><Relationship Id="rId6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drive.google.com/file/d/1T-MRnOrSdsT7ZCyQ54p65vDJbZ_czNYq/view" TargetMode="External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1" Type="http://schemas.openxmlformats.org/officeDocument/2006/relationships/hyperlink" Target="https://www2.deloitte.com/us/en/insights/topics/emerging-technologies/augmented-shopping-3d-technology-retail.html" TargetMode="External"/><Relationship Id="rId10" Type="http://schemas.openxmlformats.org/officeDocument/2006/relationships/hyperlink" Target="https://www.bv.com/perspectives/aging-infrastructure-and-workforce-vexing-challenges-remain/" TargetMode="External"/><Relationship Id="rId12" Type="http://schemas.openxmlformats.org/officeDocument/2006/relationships/hyperlink" Target="https://www2.deloitte.com/us/en/insights/topics/emerging-technologies/augmented-shopping-3d-technology-retail.html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www.cartoonstock.com/cartoon?searchID=CS160860" TargetMode="External"/><Relationship Id="rId4" Type="http://schemas.openxmlformats.org/officeDocument/2006/relationships/hyperlink" Target="https://bmcanesthesiol.biomedcentral.com/articles/10.1186/s12871-019-0757-z" TargetMode="External"/><Relationship Id="rId9" Type="http://schemas.openxmlformats.org/officeDocument/2006/relationships/hyperlink" Target="https://www.bv.com/perspectives/aging-infrastructure-and-workforce-vexing-challenges-remain/" TargetMode="External"/><Relationship Id="rId5" Type="http://schemas.openxmlformats.org/officeDocument/2006/relationships/hyperlink" Target="https://www.onthemosway.eu/rfid-technology-and-e-seal-facilitating-the-port-logistics-automation-and-cargo-tracking/" TargetMode="External"/><Relationship Id="rId6" Type="http://schemas.openxmlformats.org/officeDocument/2006/relationships/hyperlink" Target="https://simple.wikipedia.org/wiki/Sensor" TargetMode="External"/><Relationship Id="rId7" Type="http://schemas.openxmlformats.org/officeDocument/2006/relationships/hyperlink" Target="https://www.optconnect.com/blog-post/whats-the-difference-between-wi-fi-and-cellular-connectivity" TargetMode="External"/><Relationship Id="rId8" Type="http://schemas.openxmlformats.org/officeDocument/2006/relationships/hyperlink" Target="https://carewater.solutions/en/waterborne-disease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 txBox="1"/>
          <p:nvPr>
            <p:ph type="ctrTitle"/>
          </p:nvPr>
        </p:nvSpPr>
        <p:spPr>
          <a:xfrm>
            <a:off x="713225" y="852100"/>
            <a:ext cx="4593000" cy="187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Potential Concepts</a:t>
            </a:r>
            <a:endParaRPr b="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0" name="Google Shape;160;p25"/>
          <p:cNvSpPr txBox="1"/>
          <p:nvPr>
            <p:ph idx="1" type="subTitle"/>
          </p:nvPr>
        </p:nvSpPr>
        <p:spPr>
          <a:xfrm>
            <a:off x="667475" y="2993975"/>
            <a:ext cx="4684500" cy="60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ulish"/>
                <a:ea typeface="Mulish"/>
                <a:cs typeface="Mulish"/>
                <a:sym typeface="Mulish"/>
              </a:rPr>
              <a:t>Team 1</a:t>
            </a:r>
            <a:r>
              <a:rPr lang="en"/>
              <a:t>: Shruti, Rachana, Mihir, William, Patrick</a:t>
            </a:r>
            <a:endParaRPr/>
          </a:p>
        </p:txBody>
      </p:sp>
      <p:grpSp>
        <p:nvGrpSpPr>
          <p:cNvPr id="161" name="Google Shape;161;p25"/>
          <p:cNvGrpSpPr/>
          <p:nvPr/>
        </p:nvGrpSpPr>
        <p:grpSpPr>
          <a:xfrm>
            <a:off x="5996136" y="2236225"/>
            <a:ext cx="2622290" cy="2362536"/>
            <a:chOff x="5092920" y="-3960"/>
            <a:chExt cx="3010320" cy="2486880"/>
          </a:xfrm>
        </p:grpSpPr>
        <p:sp>
          <p:nvSpPr>
            <p:cNvPr id="162" name="Google Shape;162;p25"/>
            <p:cNvSpPr/>
            <p:nvPr/>
          </p:nvSpPr>
          <p:spPr>
            <a:xfrm>
              <a:off x="6323040" y="264240"/>
              <a:ext cx="550080" cy="502920"/>
            </a:xfrm>
            <a:custGeom>
              <a:rect b="b" l="l" r="r" t="t"/>
              <a:pathLst>
                <a:path extrusionOk="0" h="1397" w="1528">
                  <a:moveTo>
                    <a:pt x="78" y="949"/>
                  </a:moveTo>
                  <a:cubicBezTo>
                    <a:pt x="-112" y="572"/>
                    <a:pt x="96" y="434"/>
                    <a:pt x="161" y="356"/>
                  </a:cubicBezTo>
                  <a:cubicBezTo>
                    <a:pt x="308" y="155"/>
                    <a:pt x="601" y="0"/>
                    <a:pt x="804" y="18"/>
                  </a:cubicBezTo>
                  <a:cubicBezTo>
                    <a:pt x="804" y="18"/>
                    <a:pt x="1072" y="-71"/>
                    <a:pt x="1295" y="151"/>
                  </a:cubicBezTo>
                  <a:cubicBezTo>
                    <a:pt x="1330" y="186"/>
                    <a:pt x="1909" y="591"/>
                    <a:pt x="1099" y="1397"/>
                  </a:cubicBezTo>
                  <a:lnTo>
                    <a:pt x="78" y="94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25"/>
            <p:cNvSpPr/>
            <p:nvPr/>
          </p:nvSpPr>
          <p:spPr>
            <a:xfrm>
              <a:off x="6346440" y="385920"/>
              <a:ext cx="510120" cy="843120"/>
            </a:xfrm>
            <a:custGeom>
              <a:rect b="b" l="l" r="r" t="t"/>
              <a:pathLst>
                <a:path extrusionOk="0" h="2342" w="1417">
                  <a:moveTo>
                    <a:pt x="1001" y="540"/>
                  </a:moveTo>
                  <a:lnTo>
                    <a:pt x="1001" y="540"/>
                  </a:lnTo>
                  <a:cubicBezTo>
                    <a:pt x="1002" y="541"/>
                    <a:pt x="1002" y="543"/>
                    <a:pt x="1003" y="544"/>
                  </a:cubicBezTo>
                  <a:cubicBezTo>
                    <a:pt x="1006" y="548"/>
                    <a:pt x="1009" y="551"/>
                    <a:pt x="1012" y="553"/>
                  </a:cubicBezTo>
                  <a:cubicBezTo>
                    <a:pt x="1016" y="555"/>
                    <a:pt x="1019" y="556"/>
                    <a:pt x="1023" y="556"/>
                  </a:cubicBezTo>
                  <a:cubicBezTo>
                    <a:pt x="1026" y="556"/>
                    <a:pt x="1029" y="555"/>
                    <a:pt x="1032" y="554"/>
                  </a:cubicBezTo>
                  <a:cubicBezTo>
                    <a:pt x="1084" y="535"/>
                    <a:pt x="1186" y="487"/>
                    <a:pt x="1252" y="618"/>
                  </a:cubicBezTo>
                  <a:cubicBezTo>
                    <a:pt x="1285" y="684"/>
                    <a:pt x="1258" y="768"/>
                    <a:pt x="1203" y="802"/>
                  </a:cubicBezTo>
                  <a:cubicBezTo>
                    <a:pt x="1161" y="829"/>
                    <a:pt x="1095" y="855"/>
                    <a:pt x="1061" y="849"/>
                  </a:cubicBezTo>
                  <a:cubicBezTo>
                    <a:pt x="1033" y="919"/>
                    <a:pt x="1079" y="1415"/>
                    <a:pt x="1118" y="1454"/>
                  </a:cubicBezTo>
                  <a:cubicBezTo>
                    <a:pt x="1359" y="1699"/>
                    <a:pt x="1417" y="1696"/>
                    <a:pt x="1417" y="1696"/>
                  </a:cubicBezTo>
                  <a:cubicBezTo>
                    <a:pt x="1417" y="1696"/>
                    <a:pt x="550" y="3011"/>
                    <a:pt x="527" y="1890"/>
                  </a:cubicBezTo>
                  <a:cubicBezTo>
                    <a:pt x="527" y="1890"/>
                    <a:pt x="433" y="1241"/>
                    <a:pt x="427" y="1242"/>
                  </a:cubicBezTo>
                  <a:cubicBezTo>
                    <a:pt x="347" y="1256"/>
                    <a:pt x="46" y="1258"/>
                    <a:pt x="3" y="672"/>
                  </a:cubicBezTo>
                  <a:cubicBezTo>
                    <a:pt x="-36" y="130"/>
                    <a:pt x="335" y="30"/>
                    <a:pt x="432" y="12"/>
                  </a:cubicBezTo>
                  <a:cubicBezTo>
                    <a:pt x="514" y="-3"/>
                    <a:pt x="787" y="-86"/>
                    <a:pt x="1001" y="540"/>
                  </a:cubicBezTo>
                  <a:close/>
                </a:path>
              </a:pathLst>
            </a:custGeom>
            <a:solidFill>
              <a:srgbClr val="EBB1A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25"/>
            <p:cNvSpPr/>
            <p:nvPr/>
          </p:nvSpPr>
          <p:spPr>
            <a:xfrm>
              <a:off x="6500880" y="815040"/>
              <a:ext cx="82800" cy="36360"/>
            </a:xfrm>
            <a:custGeom>
              <a:rect b="b" l="l" r="r" t="t"/>
              <a:pathLst>
                <a:path extrusionOk="0" h="101" w="230">
                  <a:moveTo>
                    <a:pt x="0" y="51"/>
                  </a:moveTo>
                  <a:lnTo>
                    <a:pt x="230" y="0"/>
                  </a:lnTo>
                  <a:lnTo>
                    <a:pt x="216" y="29"/>
                  </a:lnTo>
                  <a:cubicBezTo>
                    <a:pt x="173" y="114"/>
                    <a:pt x="60" y="126"/>
                    <a:pt x="0" y="51"/>
                  </a:cubicBezTo>
                  <a:close/>
                </a:path>
              </a:pathLst>
            </a:custGeom>
            <a:solidFill>
              <a:srgbClr val="D5A095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25"/>
            <p:cNvSpPr/>
            <p:nvPr/>
          </p:nvSpPr>
          <p:spPr>
            <a:xfrm>
              <a:off x="6399720" y="306720"/>
              <a:ext cx="349200" cy="274680"/>
            </a:xfrm>
            <a:custGeom>
              <a:rect b="b" l="l" r="r" t="t"/>
              <a:pathLst>
                <a:path extrusionOk="0" h="763" w="970">
                  <a:moveTo>
                    <a:pt x="4" y="226"/>
                  </a:moveTo>
                  <a:cubicBezTo>
                    <a:pt x="-55" y="337"/>
                    <a:pt x="536" y="664"/>
                    <a:pt x="640" y="706"/>
                  </a:cubicBezTo>
                  <a:cubicBezTo>
                    <a:pt x="823" y="781"/>
                    <a:pt x="939" y="784"/>
                    <a:pt x="970" y="707"/>
                  </a:cubicBezTo>
                  <a:cubicBezTo>
                    <a:pt x="970" y="707"/>
                    <a:pt x="383" y="-485"/>
                    <a:pt x="4" y="2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25"/>
            <p:cNvSpPr/>
            <p:nvPr/>
          </p:nvSpPr>
          <p:spPr>
            <a:xfrm>
              <a:off x="6766560" y="140400"/>
              <a:ext cx="320400" cy="319680"/>
            </a:xfrm>
            <a:custGeom>
              <a:rect b="b" l="l" r="r" t="t"/>
              <a:pathLst>
                <a:path extrusionOk="0" h="888" w="890">
                  <a:moveTo>
                    <a:pt x="759" y="130"/>
                  </a:moveTo>
                  <a:cubicBezTo>
                    <a:pt x="814" y="185"/>
                    <a:pt x="854" y="254"/>
                    <a:pt x="874" y="329"/>
                  </a:cubicBezTo>
                  <a:cubicBezTo>
                    <a:pt x="895" y="404"/>
                    <a:pt x="895" y="484"/>
                    <a:pt x="874" y="559"/>
                  </a:cubicBezTo>
                  <a:cubicBezTo>
                    <a:pt x="854" y="634"/>
                    <a:pt x="815" y="702"/>
                    <a:pt x="759" y="758"/>
                  </a:cubicBezTo>
                  <a:cubicBezTo>
                    <a:pt x="704" y="813"/>
                    <a:pt x="635" y="852"/>
                    <a:pt x="559" y="873"/>
                  </a:cubicBezTo>
                  <a:cubicBezTo>
                    <a:pt x="484" y="893"/>
                    <a:pt x="405" y="893"/>
                    <a:pt x="329" y="873"/>
                  </a:cubicBezTo>
                  <a:cubicBezTo>
                    <a:pt x="254" y="852"/>
                    <a:pt x="185" y="813"/>
                    <a:pt x="130" y="758"/>
                  </a:cubicBezTo>
                  <a:cubicBezTo>
                    <a:pt x="75" y="702"/>
                    <a:pt x="35" y="634"/>
                    <a:pt x="15" y="559"/>
                  </a:cubicBezTo>
                  <a:cubicBezTo>
                    <a:pt x="-5" y="484"/>
                    <a:pt x="-5" y="404"/>
                    <a:pt x="15" y="329"/>
                  </a:cubicBezTo>
                  <a:cubicBezTo>
                    <a:pt x="35" y="254"/>
                    <a:pt x="75" y="185"/>
                    <a:pt x="130" y="130"/>
                  </a:cubicBezTo>
                  <a:cubicBezTo>
                    <a:pt x="185" y="75"/>
                    <a:pt x="254" y="35"/>
                    <a:pt x="329" y="15"/>
                  </a:cubicBezTo>
                  <a:cubicBezTo>
                    <a:pt x="405" y="-5"/>
                    <a:pt x="484" y="-5"/>
                    <a:pt x="559" y="15"/>
                  </a:cubicBezTo>
                  <a:cubicBezTo>
                    <a:pt x="635" y="35"/>
                    <a:pt x="703" y="75"/>
                    <a:pt x="759" y="13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25"/>
            <p:cNvSpPr/>
            <p:nvPr/>
          </p:nvSpPr>
          <p:spPr>
            <a:xfrm>
              <a:off x="6989400" y="379440"/>
              <a:ext cx="146520" cy="146520"/>
            </a:xfrm>
            <a:custGeom>
              <a:rect b="b" l="l" r="r" t="t"/>
              <a:pathLst>
                <a:path extrusionOk="0" h="407" w="407">
                  <a:moveTo>
                    <a:pt x="347" y="60"/>
                  </a:moveTo>
                  <a:cubicBezTo>
                    <a:pt x="372" y="85"/>
                    <a:pt x="391" y="116"/>
                    <a:pt x="400" y="151"/>
                  </a:cubicBezTo>
                  <a:cubicBezTo>
                    <a:pt x="409" y="185"/>
                    <a:pt x="409" y="221"/>
                    <a:pt x="400" y="256"/>
                  </a:cubicBezTo>
                  <a:cubicBezTo>
                    <a:pt x="391" y="290"/>
                    <a:pt x="372" y="322"/>
                    <a:pt x="347" y="347"/>
                  </a:cubicBezTo>
                  <a:cubicBezTo>
                    <a:pt x="322" y="372"/>
                    <a:pt x="291" y="390"/>
                    <a:pt x="256" y="400"/>
                  </a:cubicBezTo>
                  <a:cubicBezTo>
                    <a:pt x="222" y="409"/>
                    <a:pt x="185" y="409"/>
                    <a:pt x="151" y="400"/>
                  </a:cubicBezTo>
                  <a:cubicBezTo>
                    <a:pt x="117" y="390"/>
                    <a:pt x="85" y="372"/>
                    <a:pt x="60" y="347"/>
                  </a:cubicBezTo>
                  <a:cubicBezTo>
                    <a:pt x="35" y="322"/>
                    <a:pt x="17" y="291"/>
                    <a:pt x="7" y="256"/>
                  </a:cubicBezTo>
                  <a:cubicBezTo>
                    <a:pt x="-2" y="222"/>
                    <a:pt x="-2" y="185"/>
                    <a:pt x="7" y="151"/>
                  </a:cubicBezTo>
                  <a:cubicBezTo>
                    <a:pt x="17" y="116"/>
                    <a:pt x="35" y="85"/>
                    <a:pt x="60" y="60"/>
                  </a:cubicBezTo>
                  <a:cubicBezTo>
                    <a:pt x="85" y="35"/>
                    <a:pt x="117" y="17"/>
                    <a:pt x="151" y="7"/>
                  </a:cubicBezTo>
                  <a:cubicBezTo>
                    <a:pt x="185" y="-2"/>
                    <a:pt x="222" y="-2"/>
                    <a:pt x="256" y="7"/>
                  </a:cubicBezTo>
                  <a:cubicBezTo>
                    <a:pt x="291" y="17"/>
                    <a:pt x="322" y="35"/>
                    <a:pt x="347" y="6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25"/>
            <p:cNvSpPr/>
            <p:nvPr/>
          </p:nvSpPr>
          <p:spPr>
            <a:xfrm>
              <a:off x="6720480" y="595080"/>
              <a:ext cx="58680" cy="42840"/>
            </a:xfrm>
            <a:custGeom>
              <a:rect b="b" l="l" r="r" t="t"/>
              <a:pathLst>
                <a:path extrusionOk="0" h="119" w="163">
                  <a:moveTo>
                    <a:pt x="0" y="119"/>
                  </a:moveTo>
                  <a:cubicBezTo>
                    <a:pt x="68" y="-106"/>
                    <a:pt x="163" y="58"/>
                    <a:pt x="163" y="58"/>
                  </a:cubicBezTo>
                  <a:lnTo>
                    <a:pt x="0" y="119"/>
                  </a:lnTo>
                  <a:close/>
                </a:path>
              </a:pathLst>
            </a:custGeom>
            <a:solidFill>
              <a:srgbClr val="D5A095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25"/>
            <p:cNvSpPr/>
            <p:nvPr/>
          </p:nvSpPr>
          <p:spPr>
            <a:xfrm>
              <a:off x="6496560" y="632880"/>
              <a:ext cx="94320" cy="94320"/>
            </a:xfrm>
            <a:custGeom>
              <a:rect b="b" l="l" r="r" t="t"/>
              <a:pathLst>
                <a:path extrusionOk="0" h="262" w="262">
                  <a:moveTo>
                    <a:pt x="88" y="8"/>
                  </a:moveTo>
                  <a:lnTo>
                    <a:pt x="88" y="8"/>
                  </a:lnTo>
                  <a:cubicBezTo>
                    <a:pt x="80" y="10"/>
                    <a:pt x="73" y="14"/>
                    <a:pt x="66" y="18"/>
                  </a:cubicBezTo>
                  <a:cubicBezTo>
                    <a:pt x="46" y="29"/>
                    <a:pt x="30" y="46"/>
                    <a:pt x="18" y="66"/>
                  </a:cubicBezTo>
                  <a:cubicBezTo>
                    <a:pt x="7" y="85"/>
                    <a:pt x="0" y="108"/>
                    <a:pt x="0" y="131"/>
                  </a:cubicBezTo>
                  <a:cubicBezTo>
                    <a:pt x="0" y="154"/>
                    <a:pt x="7" y="176"/>
                    <a:pt x="18" y="196"/>
                  </a:cubicBezTo>
                  <a:cubicBezTo>
                    <a:pt x="30" y="215"/>
                    <a:pt x="46" y="232"/>
                    <a:pt x="66" y="244"/>
                  </a:cubicBezTo>
                  <a:cubicBezTo>
                    <a:pt x="86" y="255"/>
                    <a:pt x="108" y="262"/>
                    <a:pt x="131" y="262"/>
                  </a:cubicBezTo>
                  <a:cubicBezTo>
                    <a:pt x="154" y="262"/>
                    <a:pt x="178" y="255"/>
                    <a:pt x="197" y="244"/>
                  </a:cubicBezTo>
                  <a:cubicBezTo>
                    <a:pt x="217" y="232"/>
                    <a:pt x="233" y="215"/>
                    <a:pt x="244" y="196"/>
                  </a:cubicBezTo>
                  <a:cubicBezTo>
                    <a:pt x="256" y="176"/>
                    <a:pt x="262" y="154"/>
                    <a:pt x="262" y="131"/>
                  </a:cubicBezTo>
                  <a:cubicBezTo>
                    <a:pt x="262" y="116"/>
                    <a:pt x="260" y="102"/>
                    <a:pt x="255" y="88"/>
                  </a:cubicBezTo>
                  <a:lnTo>
                    <a:pt x="255" y="88"/>
                  </a:lnTo>
                  <a:cubicBezTo>
                    <a:pt x="252" y="80"/>
                    <a:pt x="249" y="73"/>
                    <a:pt x="244" y="66"/>
                  </a:cubicBezTo>
                  <a:cubicBezTo>
                    <a:pt x="233" y="46"/>
                    <a:pt x="217" y="29"/>
                    <a:pt x="197" y="18"/>
                  </a:cubicBezTo>
                  <a:cubicBezTo>
                    <a:pt x="178" y="6"/>
                    <a:pt x="154" y="0"/>
                    <a:pt x="131" y="0"/>
                  </a:cubicBezTo>
                  <a:cubicBezTo>
                    <a:pt x="116" y="0"/>
                    <a:pt x="102" y="3"/>
                    <a:pt x="88" y="8"/>
                  </a:cubicBezTo>
                  <a:close/>
                </a:path>
              </a:pathLst>
            </a:custGeom>
            <a:solidFill>
              <a:srgbClr val="D5A09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25"/>
            <p:cNvSpPr/>
            <p:nvPr/>
          </p:nvSpPr>
          <p:spPr>
            <a:xfrm>
              <a:off x="6351840" y="662400"/>
              <a:ext cx="44640" cy="83880"/>
            </a:xfrm>
            <a:custGeom>
              <a:rect b="b" l="l" r="r" t="t"/>
              <a:pathLst>
                <a:path extrusionOk="0" h="233" w="124">
                  <a:moveTo>
                    <a:pt x="61" y="233"/>
                  </a:moveTo>
                  <a:lnTo>
                    <a:pt x="61" y="233"/>
                  </a:lnTo>
                  <a:cubicBezTo>
                    <a:pt x="80" y="221"/>
                    <a:pt x="96" y="205"/>
                    <a:pt x="107" y="186"/>
                  </a:cubicBezTo>
                  <a:cubicBezTo>
                    <a:pt x="118" y="166"/>
                    <a:pt x="124" y="144"/>
                    <a:pt x="124" y="121"/>
                  </a:cubicBezTo>
                  <a:cubicBezTo>
                    <a:pt x="124" y="106"/>
                    <a:pt x="122" y="91"/>
                    <a:pt x="117" y="77"/>
                  </a:cubicBezTo>
                  <a:cubicBezTo>
                    <a:pt x="101" y="31"/>
                    <a:pt x="44" y="8"/>
                    <a:pt x="0" y="0"/>
                  </a:cubicBezTo>
                  <a:cubicBezTo>
                    <a:pt x="0" y="0"/>
                    <a:pt x="6" y="150"/>
                    <a:pt x="61" y="233"/>
                  </a:cubicBezTo>
                  <a:close/>
                </a:path>
              </a:pathLst>
            </a:custGeom>
            <a:solidFill>
              <a:srgbClr val="D5A095"/>
            </a:solidFill>
            <a:ln>
              <a:noFill/>
            </a:ln>
          </p:spPr>
          <p:txBody>
            <a:bodyPr anchorCtr="1" anchor="ctr" bIns="38875" lIns="90000" spcFirstLastPara="1" rIns="90000" wrap="square" tIns="38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25"/>
            <p:cNvSpPr/>
            <p:nvPr/>
          </p:nvSpPr>
          <p:spPr>
            <a:xfrm>
              <a:off x="6437880" y="559440"/>
              <a:ext cx="59760" cy="16920"/>
            </a:xfrm>
            <a:custGeom>
              <a:rect b="b" l="l" r="r" t="t"/>
              <a:pathLst>
                <a:path extrusionOk="0" h="47" w="166">
                  <a:moveTo>
                    <a:pt x="160" y="33"/>
                  </a:moveTo>
                  <a:cubicBezTo>
                    <a:pt x="188" y="42"/>
                    <a:pt x="103" y="-2"/>
                    <a:pt x="68" y="0"/>
                  </a:cubicBezTo>
                  <a:cubicBezTo>
                    <a:pt x="34" y="2"/>
                    <a:pt x="-2" y="18"/>
                    <a:pt x="0" y="47"/>
                  </a:cubicBezTo>
                  <a:cubicBezTo>
                    <a:pt x="0" y="47"/>
                    <a:pt x="92" y="12"/>
                    <a:pt x="160" y="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25"/>
            <p:cNvSpPr/>
            <p:nvPr/>
          </p:nvSpPr>
          <p:spPr>
            <a:xfrm>
              <a:off x="6346800" y="583560"/>
              <a:ext cx="43560" cy="28800"/>
            </a:xfrm>
            <a:custGeom>
              <a:rect b="b" l="l" r="r" t="t"/>
              <a:pathLst>
                <a:path extrusionOk="0" h="80" w="121">
                  <a:moveTo>
                    <a:pt x="7" y="75"/>
                  </a:moveTo>
                  <a:cubicBezTo>
                    <a:pt x="-11" y="99"/>
                    <a:pt x="9" y="35"/>
                    <a:pt x="38" y="17"/>
                  </a:cubicBezTo>
                  <a:cubicBezTo>
                    <a:pt x="67" y="-2"/>
                    <a:pt x="105" y="-9"/>
                    <a:pt x="121" y="16"/>
                  </a:cubicBezTo>
                  <a:cubicBezTo>
                    <a:pt x="121" y="16"/>
                    <a:pt x="50" y="18"/>
                    <a:pt x="7" y="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25"/>
            <p:cNvSpPr/>
            <p:nvPr/>
          </p:nvSpPr>
          <p:spPr>
            <a:xfrm>
              <a:off x="6445080" y="626760"/>
              <a:ext cx="21600" cy="39240"/>
            </a:xfrm>
            <a:custGeom>
              <a:rect b="b" l="l" r="r" t="t"/>
              <a:pathLst>
                <a:path extrusionOk="0" h="109" w="60">
                  <a:moveTo>
                    <a:pt x="56" y="48"/>
                  </a:moveTo>
                  <a:cubicBezTo>
                    <a:pt x="64" y="77"/>
                    <a:pt x="60" y="105"/>
                    <a:pt x="45" y="109"/>
                  </a:cubicBezTo>
                  <a:cubicBezTo>
                    <a:pt x="31" y="113"/>
                    <a:pt x="12" y="92"/>
                    <a:pt x="4" y="62"/>
                  </a:cubicBezTo>
                  <a:cubicBezTo>
                    <a:pt x="-4" y="32"/>
                    <a:pt x="1" y="3"/>
                    <a:pt x="15" y="0"/>
                  </a:cubicBezTo>
                  <a:cubicBezTo>
                    <a:pt x="30" y="-4"/>
                    <a:pt x="48" y="18"/>
                    <a:pt x="56" y="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25"/>
            <p:cNvSpPr/>
            <p:nvPr/>
          </p:nvSpPr>
          <p:spPr>
            <a:xfrm>
              <a:off x="6379560" y="642240"/>
              <a:ext cx="20520" cy="37440"/>
            </a:xfrm>
            <a:custGeom>
              <a:rect b="b" l="l" r="r" t="t"/>
              <a:pathLst>
                <a:path extrusionOk="0" h="104" w="57">
                  <a:moveTo>
                    <a:pt x="53" y="46"/>
                  </a:moveTo>
                  <a:cubicBezTo>
                    <a:pt x="61" y="74"/>
                    <a:pt x="56" y="100"/>
                    <a:pt x="42" y="104"/>
                  </a:cubicBezTo>
                  <a:cubicBezTo>
                    <a:pt x="28" y="107"/>
                    <a:pt x="11" y="87"/>
                    <a:pt x="3" y="59"/>
                  </a:cubicBezTo>
                  <a:cubicBezTo>
                    <a:pt x="-4" y="30"/>
                    <a:pt x="0" y="4"/>
                    <a:pt x="14" y="1"/>
                  </a:cubicBezTo>
                  <a:cubicBezTo>
                    <a:pt x="28" y="-3"/>
                    <a:pt x="45" y="17"/>
                    <a:pt x="53" y="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25"/>
            <p:cNvSpPr/>
            <p:nvPr/>
          </p:nvSpPr>
          <p:spPr>
            <a:xfrm>
              <a:off x="6414120" y="639720"/>
              <a:ext cx="29880" cy="53280"/>
            </a:xfrm>
            <a:custGeom>
              <a:rect b="b" l="l" r="r" t="t"/>
              <a:pathLst>
                <a:path extrusionOk="0" h="148" w="83">
                  <a:moveTo>
                    <a:pt x="33" y="0"/>
                  </a:moveTo>
                  <a:lnTo>
                    <a:pt x="0" y="148"/>
                  </a:lnTo>
                  <a:lnTo>
                    <a:pt x="83" y="12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D5A095"/>
            </a:solidFill>
            <a:ln>
              <a:noFill/>
            </a:ln>
          </p:spPr>
          <p:txBody>
            <a:bodyPr anchorCtr="1" anchor="ctr" bIns="8275" lIns="90000" spcFirstLastPara="1" rIns="90000" wrap="square" tIns="8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25"/>
            <p:cNvSpPr/>
            <p:nvPr/>
          </p:nvSpPr>
          <p:spPr>
            <a:xfrm>
              <a:off x="6397560" y="694440"/>
              <a:ext cx="72000" cy="42120"/>
            </a:xfrm>
            <a:custGeom>
              <a:rect b="b" l="l" r="r" t="t"/>
              <a:pathLst>
                <a:path extrusionOk="0" h="117" w="200">
                  <a:moveTo>
                    <a:pt x="200" y="0"/>
                  </a:moveTo>
                  <a:lnTo>
                    <a:pt x="0" y="42"/>
                  </a:lnTo>
                  <a:cubicBezTo>
                    <a:pt x="0" y="42"/>
                    <a:pt x="73" y="144"/>
                    <a:pt x="132" y="110"/>
                  </a:cubicBezTo>
                  <a:cubicBezTo>
                    <a:pt x="192" y="76"/>
                    <a:pt x="200" y="0"/>
                    <a:pt x="2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25"/>
            <p:cNvSpPr/>
            <p:nvPr/>
          </p:nvSpPr>
          <p:spPr>
            <a:xfrm>
              <a:off x="5624280" y="1041120"/>
              <a:ext cx="442080" cy="569520"/>
            </a:xfrm>
            <a:custGeom>
              <a:rect b="b" l="l" r="r" t="t"/>
              <a:pathLst>
                <a:path extrusionOk="0" h="1582" w="1228">
                  <a:moveTo>
                    <a:pt x="1228" y="1270"/>
                  </a:moveTo>
                  <a:cubicBezTo>
                    <a:pt x="1222" y="1296"/>
                    <a:pt x="623" y="666"/>
                    <a:pt x="623" y="666"/>
                  </a:cubicBezTo>
                  <a:cubicBezTo>
                    <a:pt x="623" y="666"/>
                    <a:pt x="91" y="-39"/>
                    <a:pt x="54" y="2"/>
                  </a:cubicBezTo>
                  <a:cubicBezTo>
                    <a:pt x="0" y="60"/>
                    <a:pt x="206" y="374"/>
                    <a:pt x="206" y="374"/>
                  </a:cubicBezTo>
                  <a:cubicBezTo>
                    <a:pt x="206" y="374"/>
                    <a:pt x="193" y="410"/>
                    <a:pt x="152" y="428"/>
                  </a:cubicBezTo>
                  <a:cubicBezTo>
                    <a:pt x="112" y="446"/>
                    <a:pt x="89" y="473"/>
                    <a:pt x="76" y="527"/>
                  </a:cubicBezTo>
                  <a:cubicBezTo>
                    <a:pt x="63" y="580"/>
                    <a:pt x="9" y="611"/>
                    <a:pt x="0" y="643"/>
                  </a:cubicBezTo>
                  <a:cubicBezTo>
                    <a:pt x="-9" y="674"/>
                    <a:pt x="191" y="911"/>
                    <a:pt x="305" y="993"/>
                  </a:cubicBezTo>
                  <a:cubicBezTo>
                    <a:pt x="305" y="993"/>
                    <a:pt x="557" y="1257"/>
                    <a:pt x="816" y="1582"/>
                  </a:cubicBezTo>
                  <a:lnTo>
                    <a:pt x="1228" y="1270"/>
                  </a:lnTo>
                  <a:close/>
                </a:path>
              </a:pathLst>
            </a:custGeom>
            <a:solidFill>
              <a:srgbClr val="EBB1A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25"/>
            <p:cNvSpPr/>
            <p:nvPr/>
          </p:nvSpPr>
          <p:spPr>
            <a:xfrm>
              <a:off x="5701680" y="1172520"/>
              <a:ext cx="140760" cy="136800"/>
            </a:xfrm>
            <a:custGeom>
              <a:rect b="b" l="l" r="r" t="t"/>
              <a:pathLst>
                <a:path extrusionOk="0" h="380" w="391">
                  <a:moveTo>
                    <a:pt x="391" y="296"/>
                  </a:moveTo>
                  <a:cubicBezTo>
                    <a:pt x="391" y="296"/>
                    <a:pt x="283" y="-9"/>
                    <a:pt x="238" y="0"/>
                  </a:cubicBezTo>
                  <a:cubicBezTo>
                    <a:pt x="193" y="9"/>
                    <a:pt x="-4" y="94"/>
                    <a:pt x="0" y="171"/>
                  </a:cubicBezTo>
                  <a:cubicBezTo>
                    <a:pt x="5" y="247"/>
                    <a:pt x="175" y="184"/>
                    <a:pt x="175" y="184"/>
                  </a:cubicBezTo>
                  <a:cubicBezTo>
                    <a:pt x="175" y="184"/>
                    <a:pt x="144" y="355"/>
                    <a:pt x="229" y="377"/>
                  </a:cubicBezTo>
                  <a:cubicBezTo>
                    <a:pt x="314" y="399"/>
                    <a:pt x="391" y="296"/>
                    <a:pt x="391" y="296"/>
                  </a:cubicBezTo>
                  <a:close/>
                </a:path>
              </a:pathLst>
            </a:custGeom>
            <a:solidFill>
              <a:srgbClr val="D48778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25"/>
            <p:cNvSpPr/>
            <p:nvPr/>
          </p:nvSpPr>
          <p:spPr>
            <a:xfrm>
              <a:off x="5768640" y="988920"/>
              <a:ext cx="739440" cy="952200"/>
            </a:xfrm>
            <a:custGeom>
              <a:rect b="b" l="l" r="r" t="t"/>
              <a:pathLst>
                <a:path extrusionOk="0" h="2645" w="2054">
                  <a:moveTo>
                    <a:pt x="2054" y="1"/>
                  </a:moveTo>
                  <a:cubicBezTo>
                    <a:pt x="2054" y="1"/>
                    <a:pt x="1636" y="-31"/>
                    <a:pt x="1511" y="224"/>
                  </a:cubicBezTo>
                  <a:cubicBezTo>
                    <a:pt x="1387" y="478"/>
                    <a:pt x="1096" y="1492"/>
                    <a:pt x="1096" y="1492"/>
                  </a:cubicBezTo>
                  <a:lnTo>
                    <a:pt x="250" y="843"/>
                  </a:lnTo>
                  <a:lnTo>
                    <a:pt x="0" y="1232"/>
                  </a:lnTo>
                  <a:cubicBezTo>
                    <a:pt x="0" y="1232"/>
                    <a:pt x="1070" y="2738"/>
                    <a:pt x="1384" y="2641"/>
                  </a:cubicBezTo>
                  <a:cubicBezTo>
                    <a:pt x="1699" y="2543"/>
                    <a:pt x="2057" y="348"/>
                    <a:pt x="2054" y="1"/>
                  </a:cubicBezTo>
                  <a:close/>
                </a:path>
              </a:pathLst>
            </a:custGeom>
            <a:solidFill>
              <a:srgbClr val="EBB1A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25"/>
            <p:cNvSpPr/>
            <p:nvPr/>
          </p:nvSpPr>
          <p:spPr>
            <a:xfrm>
              <a:off x="6172920" y="972720"/>
              <a:ext cx="335160" cy="472680"/>
            </a:xfrm>
            <a:custGeom>
              <a:rect b="b" l="l" r="r" t="t"/>
              <a:pathLst>
                <a:path extrusionOk="0" h="1313" w="931">
                  <a:moveTo>
                    <a:pt x="0" y="781"/>
                  </a:moveTo>
                  <a:cubicBezTo>
                    <a:pt x="63" y="586"/>
                    <a:pt x="368" y="212"/>
                    <a:pt x="432" y="138"/>
                  </a:cubicBezTo>
                  <a:cubicBezTo>
                    <a:pt x="643" y="-103"/>
                    <a:pt x="931" y="46"/>
                    <a:pt x="931" y="46"/>
                  </a:cubicBezTo>
                  <a:cubicBezTo>
                    <a:pt x="933" y="212"/>
                    <a:pt x="884" y="734"/>
                    <a:pt x="765" y="1313"/>
                  </a:cubicBezTo>
                  <a:cubicBezTo>
                    <a:pt x="610" y="1247"/>
                    <a:pt x="169" y="999"/>
                    <a:pt x="0" y="7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25"/>
            <p:cNvSpPr/>
            <p:nvPr/>
          </p:nvSpPr>
          <p:spPr>
            <a:xfrm>
              <a:off x="6371640" y="1703880"/>
              <a:ext cx="576000" cy="96480"/>
            </a:xfrm>
            <a:custGeom>
              <a:rect b="b" l="l" r="r" t="t"/>
              <a:pathLst>
                <a:path extrusionOk="0" h="268" w="1600">
                  <a:moveTo>
                    <a:pt x="0" y="0"/>
                  </a:moveTo>
                  <a:lnTo>
                    <a:pt x="74" y="268"/>
                  </a:lnTo>
                  <a:lnTo>
                    <a:pt x="1600" y="260"/>
                  </a:lnTo>
                  <a:lnTo>
                    <a:pt x="1595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603C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25"/>
            <p:cNvSpPr/>
            <p:nvPr/>
          </p:nvSpPr>
          <p:spPr>
            <a:xfrm>
              <a:off x="6276240" y="914760"/>
              <a:ext cx="771840" cy="942480"/>
            </a:xfrm>
            <a:custGeom>
              <a:rect b="b" l="l" r="r" t="t"/>
              <a:pathLst>
                <a:path extrusionOk="0" h="2618" w="2144">
                  <a:moveTo>
                    <a:pt x="685" y="140"/>
                  </a:moveTo>
                  <a:cubicBezTo>
                    <a:pt x="622" y="204"/>
                    <a:pt x="68" y="1256"/>
                    <a:pt x="55" y="1579"/>
                  </a:cubicBezTo>
                  <a:cubicBezTo>
                    <a:pt x="40" y="1937"/>
                    <a:pt x="0" y="2618"/>
                    <a:pt x="0" y="2618"/>
                  </a:cubicBezTo>
                  <a:cubicBezTo>
                    <a:pt x="0" y="2618"/>
                    <a:pt x="2015" y="2500"/>
                    <a:pt x="2051" y="2515"/>
                  </a:cubicBezTo>
                  <a:cubicBezTo>
                    <a:pt x="2157" y="1556"/>
                    <a:pt x="2221" y="479"/>
                    <a:pt x="1964" y="327"/>
                  </a:cubicBezTo>
                  <a:cubicBezTo>
                    <a:pt x="1964" y="327"/>
                    <a:pt x="1576" y="156"/>
                    <a:pt x="1363" y="0"/>
                  </a:cubicBezTo>
                  <a:cubicBezTo>
                    <a:pt x="1363" y="0"/>
                    <a:pt x="695" y="887"/>
                    <a:pt x="685" y="14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25"/>
            <p:cNvSpPr/>
            <p:nvPr/>
          </p:nvSpPr>
          <p:spPr>
            <a:xfrm>
              <a:off x="6441480" y="801360"/>
              <a:ext cx="410400" cy="392040"/>
            </a:xfrm>
            <a:custGeom>
              <a:rect b="b" l="l" r="r" t="t"/>
              <a:pathLst>
                <a:path extrusionOk="0" h="1089" w="1140">
                  <a:moveTo>
                    <a:pt x="1139" y="492"/>
                  </a:moveTo>
                  <a:cubicBezTo>
                    <a:pt x="1150" y="458"/>
                    <a:pt x="928" y="0"/>
                    <a:pt x="928" y="0"/>
                  </a:cubicBezTo>
                  <a:lnTo>
                    <a:pt x="85" y="239"/>
                  </a:lnTo>
                  <a:lnTo>
                    <a:pt x="50" y="558"/>
                  </a:lnTo>
                  <a:cubicBezTo>
                    <a:pt x="50" y="558"/>
                    <a:pt x="-177" y="1345"/>
                    <a:pt x="335" y="1003"/>
                  </a:cubicBezTo>
                  <a:cubicBezTo>
                    <a:pt x="848" y="661"/>
                    <a:pt x="1139" y="492"/>
                    <a:pt x="1139" y="49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25"/>
            <p:cNvSpPr/>
            <p:nvPr/>
          </p:nvSpPr>
          <p:spPr>
            <a:xfrm>
              <a:off x="6411240" y="1058400"/>
              <a:ext cx="623160" cy="790920"/>
            </a:xfrm>
            <a:custGeom>
              <a:rect b="b" l="l" r="r" t="t"/>
              <a:pathLst>
                <a:path extrusionOk="0" h="2197" w="1731">
                  <a:moveTo>
                    <a:pt x="1409" y="0"/>
                  </a:moveTo>
                  <a:cubicBezTo>
                    <a:pt x="1454" y="45"/>
                    <a:pt x="1484" y="75"/>
                    <a:pt x="1484" y="75"/>
                  </a:cubicBezTo>
                  <a:cubicBezTo>
                    <a:pt x="1741" y="227"/>
                    <a:pt x="1782" y="1157"/>
                    <a:pt x="1676" y="2116"/>
                  </a:cubicBezTo>
                  <a:cubicBezTo>
                    <a:pt x="1650" y="2105"/>
                    <a:pt x="584" y="2164"/>
                    <a:pt x="0" y="2197"/>
                  </a:cubicBezTo>
                  <a:cubicBezTo>
                    <a:pt x="533" y="1505"/>
                    <a:pt x="1015" y="776"/>
                    <a:pt x="140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25"/>
            <p:cNvSpPr/>
            <p:nvPr/>
          </p:nvSpPr>
          <p:spPr>
            <a:xfrm>
              <a:off x="6116040" y="1039680"/>
              <a:ext cx="1130400" cy="951480"/>
            </a:xfrm>
            <a:custGeom>
              <a:rect b="b" l="l" r="r" t="t"/>
              <a:pathLst>
                <a:path extrusionOk="0" h="2643" w="3140">
                  <a:moveTo>
                    <a:pt x="658" y="2172"/>
                  </a:moveTo>
                  <a:cubicBezTo>
                    <a:pt x="667" y="2180"/>
                    <a:pt x="665" y="2190"/>
                    <a:pt x="655" y="2196"/>
                  </a:cubicBezTo>
                  <a:cubicBezTo>
                    <a:pt x="611" y="2221"/>
                    <a:pt x="576" y="2220"/>
                    <a:pt x="497" y="2237"/>
                  </a:cubicBezTo>
                  <a:cubicBezTo>
                    <a:pt x="468" y="2240"/>
                    <a:pt x="393" y="2254"/>
                    <a:pt x="286" y="2245"/>
                  </a:cubicBezTo>
                  <a:cubicBezTo>
                    <a:pt x="179" y="2235"/>
                    <a:pt x="31" y="2221"/>
                    <a:pt x="49" y="2271"/>
                  </a:cubicBezTo>
                  <a:cubicBezTo>
                    <a:pt x="61" y="2306"/>
                    <a:pt x="272" y="2339"/>
                    <a:pt x="304" y="2340"/>
                  </a:cubicBezTo>
                  <a:cubicBezTo>
                    <a:pt x="373" y="2343"/>
                    <a:pt x="485" y="2377"/>
                    <a:pt x="489" y="2378"/>
                  </a:cubicBezTo>
                  <a:cubicBezTo>
                    <a:pt x="506" y="2386"/>
                    <a:pt x="320" y="2411"/>
                    <a:pt x="220" y="2407"/>
                  </a:cubicBezTo>
                  <a:cubicBezTo>
                    <a:pt x="121" y="2402"/>
                    <a:pt x="19" y="2392"/>
                    <a:pt x="2" y="2419"/>
                  </a:cubicBezTo>
                  <a:cubicBezTo>
                    <a:pt x="-15" y="2446"/>
                    <a:pt x="77" y="2461"/>
                    <a:pt x="77" y="2461"/>
                  </a:cubicBezTo>
                  <a:cubicBezTo>
                    <a:pt x="77" y="2461"/>
                    <a:pt x="2" y="2478"/>
                    <a:pt x="8" y="2503"/>
                  </a:cubicBezTo>
                  <a:cubicBezTo>
                    <a:pt x="11" y="2520"/>
                    <a:pt x="153" y="2554"/>
                    <a:pt x="250" y="2573"/>
                  </a:cubicBezTo>
                  <a:cubicBezTo>
                    <a:pt x="150" y="2601"/>
                    <a:pt x="186" y="2630"/>
                    <a:pt x="186" y="2630"/>
                  </a:cubicBezTo>
                  <a:cubicBezTo>
                    <a:pt x="186" y="2630"/>
                    <a:pt x="428" y="2657"/>
                    <a:pt x="496" y="2633"/>
                  </a:cubicBezTo>
                  <a:cubicBezTo>
                    <a:pt x="550" y="2615"/>
                    <a:pt x="657" y="2617"/>
                    <a:pt x="677" y="2619"/>
                  </a:cubicBezTo>
                  <a:cubicBezTo>
                    <a:pt x="697" y="2621"/>
                    <a:pt x="935" y="2596"/>
                    <a:pt x="1098" y="2519"/>
                  </a:cubicBezTo>
                  <a:cubicBezTo>
                    <a:pt x="1329" y="2527"/>
                    <a:pt x="3151" y="2587"/>
                    <a:pt x="3140" y="2403"/>
                  </a:cubicBezTo>
                  <a:cubicBezTo>
                    <a:pt x="3054" y="1034"/>
                    <a:pt x="2611" y="-100"/>
                    <a:pt x="2112" y="7"/>
                  </a:cubicBezTo>
                  <a:cubicBezTo>
                    <a:pt x="1761" y="83"/>
                    <a:pt x="2010" y="1122"/>
                    <a:pt x="2010" y="1122"/>
                  </a:cubicBezTo>
                  <a:lnTo>
                    <a:pt x="2172" y="1957"/>
                  </a:lnTo>
                  <a:lnTo>
                    <a:pt x="981" y="2170"/>
                  </a:lnTo>
                  <a:cubicBezTo>
                    <a:pt x="911" y="2131"/>
                    <a:pt x="729" y="2031"/>
                    <a:pt x="664" y="2011"/>
                  </a:cubicBezTo>
                  <a:lnTo>
                    <a:pt x="658" y="2172"/>
                  </a:lnTo>
                  <a:close/>
                </a:path>
              </a:pathLst>
            </a:custGeom>
            <a:solidFill>
              <a:srgbClr val="EBB1A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25"/>
            <p:cNvSpPr/>
            <p:nvPr/>
          </p:nvSpPr>
          <p:spPr>
            <a:xfrm>
              <a:off x="6771960" y="998640"/>
              <a:ext cx="458640" cy="371160"/>
            </a:xfrm>
            <a:custGeom>
              <a:rect b="b" l="l" r="r" t="t"/>
              <a:pathLst>
                <a:path extrusionOk="0" h="1031" w="1274">
                  <a:moveTo>
                    <a:pt x="1274" y="964"/>
                  </a:moveTo>
                  <a:cubicBezTo>
                    <a:pt x="1081" y="388"/>
                    <a:pt x="656" y="-201"/>
                    <a:pt x="132" y="66"/>
                  </a:cubicBezTo>
                  <a:cubicBezTo>
                    <a:pt x="-82" y="175"/>
                    <a:pt x="17" y="717"/>
                    <a:pt x="65" y="1031"/>
                  </a:cubicBezTo>
                  <a:cubicBezTo>
                    <a:pt x="367" y="1037"/>
                    <a:pt x="972" y="954"/>
                    <a:pt x="1274" y="964"/>
                  </a:cubicBezTo>
                  <a:close/>
                </a:path>
              </a:pathLst>
            </a:custGeom>
            <a:solidFill>
              <a:srgbClr val="152F4D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25"/>
            <p:cNvSpPr/>
            <p:nvPr/>
          </p:nvSpPr>
          <p:spPr>
            <a:xfrm>
              <a:off x="6771960" y="998640"/>
              <a:ext cx="458640" cy="371160"/>
            </a:xfrm>
            <a:custGeom>
              <a:rect b="b" l="l" r="r" t="t"/>
              <a:pathLst>
                <a:path extrusionOk="0" h="1031" w="1274">
                  <a:moveTo>
                    <a:pt x="1274" y="964"/>
                  </a:moveTo>
                  <a:cubicBezTo>
                    <a:pt x="1081" y="388"/>
                    <a:pt x="656" y="-201"/>
                    <a:pt x="132" y="66"/>
                  </a:cubicBezTo>
                  <a:cubicBezTo>
                    <a:pt x="-82" y="175"/>
                    <a:pt x="17" y="717"/>
                    <a:pt x="65" y="1031"/>
                  </a:cubicBezTo>
                  <a:cubicBezTo>
                    <a:pt x="367" y="1037"/>
                    <a:pt x="972" y="954"/>
                    <a:pt x="1274" y="96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1" anchor="ctr" bIns="45350" lIns="90350" spcFirstLastPara="1" rIns="90350" wrap="square" tIns="453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25"/>
            <p:cNvSpPr/>
            <p:nvPr/>
          </p:nvSpPr>
          <p:spPr>
            <a:xfrm>
              <a:off x="7298640" y="-3960"/>
              <a:ext cx="804600" cy="885600"/>
            </a:xfrm>
            <a:custGeom>
              <a:rect b="b" l="l" r="r" t="t"/>
              <a:pathLst>
                <a:path extrusionOk="0" h="2460" w="2235">
                  <a:moveTo>
                    <a:pt x="0" y="477"/>
                  </a:moveTo>
                  <a:cubicBezTo>
                    <a:pt x="0" y="214"/>
                    <a:pt x="214" y="0"/>
                    <a:pt x="477" y="0"/>
                  </a:cubicBezTo>
                  <a:lnTo>
                    <a:pt x="1758" y="0"/>
                  </a:lnTo>
                  <a:cubicBezTo>
                    <a:pt x="2021" y="0"/>
                    <a:pt x="2235" y="214"/>
                    <a:pt x="2235" y="477"/>
                  </a:cubicBezTo>
                  <a:lnTo>
                    <a:pt x="2235" y="1283"/>
                  </a:lnTo>
                  <a:cubicBezTo>
                    <a:pt x="2235" y="1546"/>
                    <a:pt x="2021" y="1760"/>
                    <a:pt x="1758" y="1760"/>
                  </a:cubicBezTo>
                  <a:lnTo>
                    <a:pt x="597" y="1760"/>
                  </a:lnTo>
                  <a:lnTo>
                    <a:pt x="0" y="2460"/>
                  </a:lnTo>
                  <a:lnTo>
                    <a:pt x="0" y="477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25"/>
            <p:cNvSpPr/>
            <p:nvPr/>
          </p:nvSpPr>
          <p:spPr>
            <a:xfrm>
              <a:off x="7355880" y="53280"/>
              <a:ext cx="690120" cy="673200"/>
            </a:xfrm>
            <a:custGeom>
              <a:rect b="b" l="l" r="r" t="t"/>
              <a:pathLst>
                <a:path extrusionOk="0" h="1870" w="1917">
                  <a:moveTo>
                    <a:pt x="1599" y="1442"/>
                  </a:moveTo>
                  <a:lnTo>
                    <a:pt x="364" y="1442"/>
                  </a:lnTo>
                  <a:lnTo>
                    <a:pt x="0" y="1870"/>
                  </a:lnTo>
                  <a:lnTo>
                    <a:pt x="0" y="318"/>
                  </a:lnTo>
                  <a:cubicBezTo>
                    <a:pt x="0" y="142"/>
                    <a:pt x="142" y="0"/>
                    <a:pt x="318" y="0"/>
                  </a:cubicBezTo>
                  <a:lnTo>
                    <a:pt x="1599" y="0"/>
                  </a:lnTo>
                  <a:cubicBezTo>
                    <a:pt x="1775" y="0"/>
                    <a:pt x="1917" y="142"/>
                    <a:pt x="1917" y="318"/>
                  </a:cubicBezTo>
                  <a:lnTo>
                    <a:pt x="1917" y="1124"/>
                  </a:lnTo>
                  <a:cubicBezTo>
                    <a:pt x="1917" y="1300"/>
                    <a:pt x="1775" y="1442"/>
                    <a:pt x="1599" y="144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25"/>
            <p:cNvSpPr/>
            <p:nvPr/>
          </p:nvSpPr>
          <p:spPr>
            <a:xfrm>
              <a:off x="7515720" y="258480"/>
              <a:ext cx="421920" cy="39960"/>
            </a:xfrm>
            <a:custGeom>
              <a:rect b="b" l="l" r="r" t="t"/>
              <a:pathLst>
                <a:path extrusionOk="0" h="111" w="1172">
                  <a:moveTo>
                    <a:pt x="0" y="0"/>
                  </a:moveTo>
                  <a:lnTo>
                    <a:pt x="1172" y="0"/>
                  </a:lnTo>
                  <a:lnTo>
                    <a:pt x="1172" y="111"/>
                  </a:lnTo>
                  <a:lnTo>
                    <a:pt x="0" y="1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25"/>
            <p:cNvSpPr/>
            <p:nvPr/>
          </p:nvSpPr>
          <p:spPr>
            <a:xfrm>
              <a:off x="7515720" y="366840"/>
              <a:ext cx="421920" cy="39960"/>
            </a:xfrm>
            <a:custGeom>
              <a:rect b="b" l="l" r="r" t="t"/>
              <a:pathLst>
                <a:path extrusionOk="0" h="111" w="1172">
                  <a:moveTo>
                    <a:pt x="0" y="0"/>
                  </a:moveTo>
                  <a:lnTo>
                    <a:pt x="1172" y="0"/>
                  </a:lnTo>
                  <a:lnTo>
                    <a:pt x="1172" y="111"/>
                  </a:lnTo>
                  <a:lnTo>
                    <a:pt x="0" y="1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25"/>
            <p:cNvSpPr/>
            <p:nvPr/>
          </p:nvSpPr>
          <p:spPr>
            <a:xfrm>
              <a:off x="5092920" y="258480"/>
              <a:ext cx="667080" cy="415440"/>
            </a:xfrm>
            <a:custGeom>
              <a:rect b="b" l="l" r="r" t="t"/>
              <a:pathLst>
                <a:path extrusionOk="0" h="1154" w="1853">
                  <a:moveTo>
                    <a:pt x="926" y="1154"/>
                  </a:moveTo>
                  <a:lnTo>
                    <a:pt x="1845" y="1154"/>
                  </a:lnTo>
                  <a:cubicBezTo>
                    <a:pt x="1849" y="1154"/>
                    <a:pt x="1853" y="1151"/>
                    <a:pt x="1853" y="1147"/>
                  </a:cubicBezTo>
                  <a:lnTo>
                    <a:pt x="1853" y="8"/>
                  </a:lnTo>
                  <a:cubicBezTo>
                    <a:pt x="1853" y="3"/>
                    <a:pt x="1849" y="0"/>
                    <a:pt x="1845" y="0"/>
                  </a:cubicBezTo>
                  <a:lnTo>
                    <a:pt x="8" y="0"/>
                  </a:lnTo>
                  <a:cubicBezTo>
                    <a:pt x="3" y="0"/>
                    <a:pt x="0" y="3"/>
                    <a:pt x="0" y="8"/>
                  </a:cubicBezTo>
                  <a:lnTo>
                    <a:pt x="0" y="1147"/>
                  </a:lnTo>
                  <a:cubicBezTo>
                    <a:pt x="0" y="1151"/>
                    <a:pt x="3" y="1154"/>
                    <a:pt x="8" y="1154"/>
                  </a:cubicBezTo>
                  <a:lnTo>
                    <a:pt x="926" y="115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25"/>
            <p:cNvSpPr/>
            <p:nvPr/>
          </p:nvSpPr>
          <p:spPr>
            <a:xfrm>
              <a:off x="5278680" y="289080"/>
              <a:ext cx="15840" cy="15840"/>
            </a:xfrm>
            <a:custGeom>
              <a:rect b="b" l="l" r="r" t="t"/>
              <a:pathLst>
                <a:path extrusionOk="0" h="44" w="44">
                  <a:moveTo>
                    <a:pt x="44" y="22"/>
                  </a:moveTo>
                  <a:lnTo>
                    <a:pt x="44" y="22"/>
                  </a:lnTo>
                  <a:lnTo>
                    <a:pt x="44" y="22"/>
                  </a:lnTo>
                  <a:cubicBezTo>
                    <a:pt x="44" y="18"/>
                    <a:pt x="43" y="14"/>
                    <a:pt x="41" y="11"/>
                  </a:cubicBezTo>
                  <a:cubicBezTo>
                    <a:pt x="39" y="7"/>
                    <a:pt x="37" y="5"/>
                    <a:pt x="33" y="3"/>
                  </a:cubicBezTo>
                  <a:cubicBezTo>
                    <a:pt x="30" y="1"/>
                    <a:pt x="26" y="0"/>
                    <a:pt x="22" y="0"/>
                  </a:cubicBezTo>
                  <a:cubicBezTo>
                    <a:pt x="18" y="0"/>
                    <a:pt x="15" y="1"/>
                    <a:pt x="11" y="3"/>
                  </a:cubicBezTo>
                  <a:cubicBezTo>
                    <a:pt x="8" y="5"/>
                    <a:pt x="5" y="7"/>
                    <a:pt x="3" y="11"/>
                  </a:cubicBezTo>
                  <a:cubicBezTo>
                    <a:pt x="1" y="14"/>
                    <a:pt x="0" y="18"/>
                    <a:pt x="0" y="22"/>
                  </a:cubicBezTo>
                  <a:cubicBezTo>
                    <a:pt x="0" y="26"/>
                    <a:pt x="1" y="30"/>
                    <a:pt x="3" y="33"/>
                  </a:cubicBezTo>
                  <a:cubicBezTo>
                    <a:pt x="5" y="36"/>
                    <a:pt x="8" y="39"/>
                    <a:pt x="11" y="41"/>
                  </a:cubicBezTo>
                  <a:cubicBezTo>
                    <a:pt x="15" y="43"/>
                    <a:pt x="18" y="44"/>
                    <a:pt x="22" y="44"/>
                  </a:cubicBezTo>
                  <a:lnTo>
                    <a:pt x="22" y="44"/>
                  </a:lnTo>
                  <a:lnTo>
                    <a:pt x="22" y="44"/>
                  </a:lnTo>
                  <a:cubicBezTo>
                    <a:pt x="26" y="44"/>
                    <a:pt x="30" y="43"/>
                    <a:pt x="33" y="41"/>
                  </a:cubicBezTo>
                  <a:cubicBezTo>
                    <a:pt x="37" y="39"/>
                    <a:pt x="39" y="36"/>
                    <a:pt x="41" y="33"/>
                  </a:cubicBezTo>
                  <a:cubicBezTo>
                    <a:pt x="43" y="30"/>
                    <a:pt x="44" y="26"/>
                    <a:pt x="44" y="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25"/>
            <p:cNvSpPr/>
            <p:nvPr/>
          </p:nvSpPr>
          <p:spPr>
            <a:xfrm>
              <a:off x="5246640" y="218520"/>
              <a:ext cx="78840" cy="78840"/>
            </a:xfrm>
            <a:custGeom>
              <a:rect b="b" l="l" r="r" t="t"/>
              <a:pathLst>
                <a:path extrusionOk="0" fill="none" h="219" w="219">
                  <a:moveTo>
                    <a:pt x="110" y="219"/>
                  </a:moveTo>
                  <a:lnTo>
                    <a:pt x="110" y="219"/>
                  </a:lnTo>
                  <a:lnTo>
                    <a:pt x="110" y="219"/>
                  </a:lnTo>
                  <a:cubicBezTo>
                    <a:pt x="129" y="219"/>
                    <a:pt x="148" y="213"/>
                    <a:pt x="164" y="204"/>
                  </a:cubicBezTo>
                  <a:cubicBezTo>
                    <a:pt x="181" y="194"/>
                    <a:pt x="196" y="180"/>
                    <a:pt x="205" y="164"/>
                  </a:cubicBezTo>
                  <a:cubicBezTo>
                    <a:pt x="215" y="147"/>
                    <a:pt x="219" y="128"/>
                    <a:pt x="219" y="109"/>
                  </a:cubicBezTo>
                  <a:cubicBezTo>
                    <a:pt x="219" y="89"/>
                    <a:pt x="215" y="71"/>
                    <a:pt x="205" y="55"/>
                  </a:cubicBezTo>
                  <a:cubicBezTo>
                    <a:pt x="196" y="38"/>
                    <a:pt x="181" y="23"/>
                    <a:pt x="164" y="14"/>
                  </a:cubicBezTo>
                  <a:cubicBezTo>
                    <a:pt x="148" y="4"/>
                    <a:pt x="130" y="0"/>
                    <a:pt x="110" y="0"/>
                  </a:cubicBezTo>
                  <a:cubicBezTo>
                    <a:pt x="91" y="0"/>
                    <a:pt x="72" y="4"/>
                    <a:pt x="55" y="14"/>
                  </a:cubicBezTo>
                  <a:cubicBezTo>
                    <a:pt x="38" y="23"/>
                    <a:pt x="25" y="38"/>
                    <a:pt x="15" y="55"/>
                  </a:cubicBezTo>
                  <a:cubicBezTo>
                    <a:pt x="6" y="71"/>
                    <a:pt x="0" y="90"/>
                    <a:pt x="0" y="109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33825" lIns="90000" spcFirstLastPara="1" rIns="90000" wrap="square" tIns="338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25"/>
            <p:cNvSpPr/>
            <p:nvPr/>
          </p:nvSpPr>
          <p:spPr>
            <a:xfrm>
              <a:off x="5419080" y="289080"/>
              <a:ext cx="15480" cy="15840"/>
            </a:xfrm>
            <a:custGeom>
              <a:rect b="b" l="l" r="r" t="t"/>
              <a:pathLst>
                <a:path extrusionOk="0" h="44" w="43">
                  <a:moveTo>
                    <a:pt x="43" y="22"/>
                  </a:moveTo>
                  <a:lnTo>
                    <a:pt x="43" y="22"/>
                  </a:lnTo>
                  <a:lnTo>
                    <a:pt x="43" y="22"/>
                  </a:lnTo>
                  <a:cubicBezTo>
                    <a:pt x="43" y="18"/>
                    <a:pt x="43" y="14"/>
                    <a:pt x="41" y="11"/>
                  </a:cubicBezTo>
                  <a:cubicBezTo>
                    <a:pt x="40" y="7"/>
                    <a:pt x="36" y="5"/>
                    <a:pt x="32" y="3"/>
                  </a:cubicBezTo>
                  <a:cubicBezTo>
                    <a:pt x="29" y="1"/>
                    <a:pt x="26" y="0"/>
                    <a:pt x="22" y="0"/>
                  </a:cubicBezTo>
                  <a:cubicBezTo>
                    <a:pt x="19" y="0"/>
                    <a:pt x="15" y="1"/>
                    <a:pt x="11" y="3"/>
                  </a:cubicBezTo>
                  <a:cubicBezTo>
                    <a:pt x="8" y="5"/>
                    <a:pt x="5" y="7"/>
                    <a:pt x="3" y="11"/>
                  </a:cubicBezTo>
                  <a:cubicBezTo>
                    <a:pt x="2" y="14"/>
                    <a:pt x="0" y="18"/>
                    <a:pt x="0" y="22"/>
                  </a:cubicBezTo>
                  <a:cubicBezTo>
                    <a:pt x="0" y="26"/>
                    <a:pt x="2" y="30"/>
                    <a:pt x="3" y="33"/>
                  </a:cubicBezTo>
                  <a:cubicBezTo>
                    <a:pt x="5" y="36"/>
                    <a:pt x="8" y="39"/>
                    <a:pt x="11" y="41"/>
                  </a:cubicBezTo>
                  <a:cubicBezTo>
                    <a:pt x="15" y="43"/>
                    <a:pt x="18" y="44"/>
                    <a:pt x="22" y="44"/>
                  </a:cubicBezTo>
                  <a:lnTo>
                    <a:pt x="22" y="44"/>
                  </a:lnTo>
                  <a:lnTo>
                    <a:pt x="22" y="44"/>
                  </a:lnTo>
                  <a:cubicBezTo>
                    <a:pt x="25" y="44"/>
                    <a:pt x="29" y="43"/>
                    <a:pt x="32" y="41"/>
                  </a:cubicBezTo>
                  <a:cubicBezTo>
                    <a:pt x="36" y="39"/>
                    <a:pt x="40" y="36"/>
                    <a:pt x="41" y="33"/>
                  </a:cubicBezTo>
                  <a:cubicBezTo>
                    <a:pt x="43" y="30"/>
                    <a:pt x="43" y="26"/>
                    <a:pt x="43" y="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25"/>
            <p:cNvSpPr/>
            <p:nvPr/>
          </p:nvSpPr>
          <p:spPr>
            <a:xfrm>
              <a:off x="5387040" y="218520"/>
              <a:ext cx="78840" cy="78840"/>
            </a:xfrm>
            <a:custGeom>
              <a:rect b="b" l="l" r="r" t="t"/>
              <a:pathLst>
                <a:path extrusionOk="0" fill="none" h="219" w="219">
                  <a:moveTo>
                    <a:pt x="109" y="219"/>
                  </a:moveTo>
                  <a:lnTo>
                    <a:pt x="109" y="219"/>
                  </a:lnTo>
                  <a:lnTo>
                    <a:pt x="109" y="219"/>
                  </a:lnTo>
                  <a:cubicBezTo>
                    <a:pt x="129" y="219"/>
                    <a:pt x="148" y="213"/>
                    <a:pt x="164" y="204"/>
                  </a:cubicBezTo>
                  <a:cubicBezTo>
                    <a:pt x="181" y="194"/>
                    <a:pt x="195" y="180"/>
                    <a:pt x="204" y="164"/>
                  </a:cubicBezTo>
                  <a:cubicBezTo>
                    <a:pt x="214" y="147"/>
                    <a:pt x="219" y="128"/>
                    <a:pt x="219" y="109"/>
                  </a:cubicBezTo>
                  <a:cubicBezTo>
                    <a:pt x="219" y="89"/>
                    <a:pt x="214" y="71"/>
                    <a:pt x="204" y="55"/>
                  </a:cubicBezTo>
                  <a:cubicBezTo>
                    <a:pt x="195" y="38"/>
                    <a:pt x="181" y="23"/>
                    <a:pt x="164" y="14"/>
                  </a:cubicBezTo>
                  <a:cubicBezTo>
                    <a:pt x="148" y="4"/>
                    <a:pt x="129" y="0"/>
                    <a:pt x="109" y="0"/>
                  </a:cubicBezTo>
                  <a:cubicBezTo>
                    <a:pt x="90" y="0"/>
                    <a:pt x="72" y="4"/>
                    <a:pt x="55" y="14"/>
                  </a:cubicBezTo>
                  <a:cubicBezTo>
                    <a:pt x="39" y="23"/>
                    <a:pt x="25" y="38"/>
                    <a:pt x="15" y="55"/>
                  </a:cubicBezTo>
                  <a:cubicBezTo>
                    <a:pt x="6" y="71"/>
                    <a:pt x="0" y="90"/>
                    <a:pt x="0" y="109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33825" lIns="90000" spcFirstLastPara="1" rIns="90000" wrap="square" tIns="338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25"/>
            <p:cNvSpPr/>
            <p:nvPr/>
          </p:nvSpPr>
          <p:spPr>
            <a:xfrm>
              <a:off x="5559120" y="289080"/>
              <a:ext cx="15840" cy="15840"/>
            </a:xfrm>
            <a:custGeom>
              <a:rect b="b" l="l" r="r" t="t"/>
              <a:pathLst>
                <a:path extrusionOk="0" h="44" w="44">
                  <a:moveTo>
                    <a:pt x="44" y="22"/>
                  </a:moveTo>
                  <a:lnTo>
                    <a:pt x="44" y="22"/>
                  </a:lnTo>
                  <a:cubicBezTo>
                    <a:pt x="44" y="18"/>
                    <a:pt x="44" y="15"/>
                    <a:pt x="41" y="11"/>
                  </a:cubicBezTo>
                  <a:cubicBezTo>
                    <a:pt x="40" y="8"/>
                    <a:pt x="37" y="5"/>
                    <a:pt x="33" y="3"/>
                  </a:cubicBezTo>
                  <a:cubicBezTo>
                    <a:pt x="30" y="1"/>
                    <a:pt x="26" y="0"/>
                    <a:pt x="22" y="0"/>
                  </a:cubicBezTo>
                  <a:cubicBezTo>
                    <a:pt x="18" y="0"/>
                    <a:pt x="15" y="1"/>
                    <a:pt x="11" y="3"/>
                  </a:cubicBezTo>
                  <a:cubicBezTo>
                    <a:pt x="8" y="5"/>
                    <a:pt x="5" y="7"/>
                    <a:pt x="3" y="11"/>
                  </a:cubicBezTo>
                  <a:cubicBezTo>
                    <a:pt x="1" y="14"/>
                    <a:pt x="0" y="18"/>
                    <a:pt x="0" y="22"/>
                  </a:cubicBezTo>
                  <a:cubicBezTo>
                    <a:pt x="0" y="26"/>
                    <a:pt x="1" y="30"/>
                    <a:pt x="3" y="33"/>
                  </a:cubicBezTo>
                  <a:cubicBezTo>
                    <a:pt x="5" y="36"/>
                    <a:pt x="8" y="39"/>
                    <a:pt x="11" y="41"/>
                  </a:cubicBezTo>
                  <a:cubicBezTo>
                    <a:pt x="15" y="43"/>
                    <a:pt x="18" y="44"/>
                    <a:pt x="22" y="44"/>
                  </a:cubicBezTo>
                  <a:lnTo>
                    <a:pt x="22" y="44"/>
                  </a:lnTo>
                  <a:lnTo>
                    <a:pt x="22" y="44"/>
                  </a:lnTo>
                  <a:lnTo>
                    <a:pt x="22" y="44"/>
                  </a:lnTo>
                  <a:cubicBezTo>
                    <a:pt x="26" y="44"/>
                    <a:pt x="30" y="43"/>
                    <a:pt x="33" y="41"/>
                  </a:cubicBezTo>
                  <a:cubicBezTo>
                    <a:pt x="37" y="39"/>
                    <a:pt x="39" y="36"/>
                    <a:pt x="41" y="33"/>
                  </a:cubicBezTo>
                  <a:cubicBezTo>
                    <a:pt x="43" y="30"/>
                    <a:pt x="44" y="26"/>
                    <a:pt x="44" y="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25"/>
            <p:cNvSpPr/>
            <p:nvPr/>
          </p:nvSpPr>
          <p:spPr>
            <a:xfrm>
              <a:off x="5527440" y="218520"/>
              <a:ext cx="78840" cy="78840"/>
            </a:xfrm>
            <a:custGeom>
              <a:rect b="b" l="l" r="r" t="t"/>
              <a:pathLst>
                <a:path extrusionOk="0" fill="none" h="219" w="219">
                  <a:moveTo>
                    <a:pt x="109" y="219"/>
                  </a:moveTo>
                  <a:lnTo>
                    <a:pt x="109" y="219"/>
                  </a:lnTo>
                  <a:cubicBezTo>
                    <a:pt x="128" y="219"/>
                    <a:pt x="147" y="214"/>
                    <a:pt x="164" y="204"/>
                  </a:cubicBezTo>
                  <a:cubicBezTo>
                    <a:pt x="181" y="195"/>
                    <a:pt x="195" y="180"/>
                    <a:pt x="204" y="164"/>
                  </a:cubicBezTo>
                  <a:cubicBezTo>
                    <a:pt x="214" y="147"/>
                    <a:pt x="219" y="128"/>
                    <a:pt x="219" y="109"/>
                  </a:cubicBezTo>
                  <a:cubicBezTo>
                    <a:pt x="219" y="89"/>
                    <a:pt x="214" y="71"/>
                    <a:pt x="204" y="55"/>
                  </a:cubicBezTo>
                  <a:cubicBezTo>
                    <a:pt x="195" y="38"/>
                    <a:pt x="181" y="23"/>
                    <a:pt x="164" y="14"/>
                  </a:cubicBezTo>
                  <a:cubicBezTo>
                    <a:pt x="147" y="4"/>
                    <a:pt x="128" y="0"/>
                    <a:pt x="109" y="0"/>
                  </a:cubicBezTo>
                  <a:cubicBezTo>
                    <a:pt x="90" y="0"/>
                    <a:pt x="71" y="4"/>
                    <a:pt x="54" y="14"/>
                  </a:cubicBezTo>
                  <a:cubicBezTo>
                    <a:pt x="38" y="23"/>
                    <a:pt x="24" y="38"/>
                    <a:pt x="14" y="55"/>
                  </a:cubicBezTo>
                  <a:cubicBezTo>
                    <a:pt x="5" y="71"/>
                    <a:pt x="0" y="90"/>
                    <a:pt x="0" y="109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33825" lIns="90000" spcFirstLastPara="1" rIns="90000" wrap="square" tIns="338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25"/>
            <p:cNvSpPr/>
            <p:nvPr/>
          </p:nvSpPr>
          <p:spPr>
            <a:xfrm>
              <a:off x="5172120" y="361080"/>
              <a:ext cx="303480" cy="33120"/>
            </a:xfrm>
            <a:custGeom>
              <a:rect b="b" l="l" r="r" t="t"/>
              <a:pathLst>
                <a:path extrusionOk="0" h="92" w="843">
                  <a:moveTo>
                    <a:pt x="797" y="92"/>
                  </a:moveTo>
                  <a:lnTo>
                    <a:pt x="46" y="92"/>
                  </a:lnTo>
                  <a:lnTo>
                    <a:pt x="46" y="92"/>
                  </a:lnTo>
                  <a:cubicBezTo>
                    <a:pt x="38" y="92"/>
                    <a:pt x="30" y="90"/>
                    <a:pt x="23" y="86"/>
                  </a:cubicBezTo>
                  <a:cubicBezTo>
                    <a:pt x="16" y="82"/>
                    <a:pt x="10" y="76"/>
                    <a:pt x="6" y="69"/>
                  </a:cubicBezTo>
                  <a:cubicBezTo>
                    <a:pt x="2" y="62"/>
                    <a:pt x="0" y="54"/>
                    <a:pt x="0" y="46"/>
                  </a:cubicBezTo>
                  <a:lnTo>
                    <a:pt x="0" y="46"/>
                  </a:lnTo>
                  <a:lnTo>
                    <a:pt x="0" y="46"/>
                  </a:lnTo>
                  <a:cubicBezTo>
                    <a:pt x="0" y="38"/>
                    <a:pt x="2" y="30"/>
                    <a:pt x="6" y="23"/>
                  </a:cubicBezTo>
                  <a:cubicBezTo>
                    <a:pt x="10" y="16"/>
                    <a:pt x="16" y="10"/>
                    <a:pt x="23" y="6"/>
                  </a:cubicBezTo>
                  <a:cubicBezTo>
                    <a:pt x="30" y="2"/>
                    <a:pt x="38" y="0"/>
                    <a:pt x="46" y="0"/>
                  </a:cubicBezTo>
                  <a:lnTo>
                    <a:pt x="797" y="0"/>
                  </a:lnTo>
                  <a:lnTo>
                    <a:pt x="797" y="0"/>
                  </a:lnTo>
                  <a:cubicBezTo>
                    <a:pt x="805" y="0"/>
                    <a:pt x="813" y="2"/>
                    <a:pt x="820" y="6"/>
                  </a:cubicBezTo>
                  <a:cubicBezTo>
                    <a:pt x="827" y="10"/>
                    <a:pt x="833" y="16"/>
                    <a:pt x="837" y="23"/>
                  </a:cubicBezTo>
                  <a:cubicBezTo>
                    <a:pt x="841" y="30"/>
                    <a:pt x="843" y="38"/>
                    <a:pt x="843" y="46"/>
                  </a:cubicBezTo>
                  <a:lnTo>
                    <a:pt x="843" y="46"/>
                  </a:lnTo>
                  <a:lnTo>
                    <a:pt x="843" y="46"/>
                  </a:lnTo>
                  <a:lnTo>
                    <a:pt x="843" y="46"/>
                  </a:lnTo>
                  <a:cubicBezTo>
                    <a:pt x="843" y="54"/>
                    <a:pt x="841" y="62"/>
                    <a:pt x="837" y="69"/>
                  </a:cubicBezTo>
                  <a:cubicBezTo>
                    <a:pt x="833" y="76"/>
                    <a:pt x="827" y="82"/>
                    <a:pt x="820" y="86"/>
                  </a:cubicBezTo>
                  <a:cubicBezTo>
                    <a:pt x="813" y="90"/>
                    <a:pt x="805" y="92"/>
                    <a:pt x="797" y="9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25"/>
            <p:cNvSpPr/>
            <p:nvPr/>
          </p:nvSpPr>
          <p:spPr>
            <a:xfrm>
              <a:off x="5497200" y="361080"/>
              <a:ext cx="84960" cy="33120"/>
            </a:xfrm>
            <a:custGeom>
              <a:rect b="b" l="l" r="r" t="t"/>
              <a:pathLst>
                <a:path extrusionOk="0" h="92" w="236">
                  <a:moveTo>
                    <a:pt x="189" y="92"/>
                  </a:moveTo>
                  <a:lnTo>
                    <a:pt x="46" y="92"/>
                  </a:lnTo>
                  <a:lnTo>
                    <a:pt x="46" y="92"/>
                  </a:lnTo>
                  <a:cubicBezTo>
                    <a:pt x="38" y="92"/>
                    <a:pt x="30" y="90"/>
                    <a:pt x="23" y="86"/>
                  </a:cubicBezTo>
                  <a:cubicBezTo>
                    <a:pt x="16" y="82"/>
                    <a:pt x="10" y="76"/>
                    <a:pt x="6" y="69"/>
                  </a:cubicBezTo>
                  <a:cubicBezTo>
                    <a:pt x="2" y="62"/>
                    <a:pt x="0" y="54"/>
                    <a:pt x="0" y="46"/>
                  </a:cubicBezTo>
                  <a:lnTo>
                    <a:pt x="0" y="46"/>
                  </a:lnTo>
                  <a:lnTo>
                    <a:pt x="0" y="46"/>
                  </a:lnTo>
                  <a:cubicBezTo>
                    <a:pt x="0" y="38"/>
                    <a:pt x="2" y="30"/>
                    <a:pt x="6" y="23"/>
                  </a:cubicBezTo>
                  <a:cubicBezTo>
                    <a:pt x="10" y="16"/>
                    <a:pt x="16" y="10"/>
                    <a:pt x="23" y="6"/>
                  </a:cubicBezTo>
                  <a:cubicBezTo>
                    <a:pt x="30" y="2"/>
                    <a:pt x="38" y="0"/>
                    <a:pt x="46" y="0"/>
                  </a:cubicBezTo>
                  <a:lnTo>
                    <a:pt x="189" y="0"/>
                  </a:lnTo>
                  <a:lnTo>
                    <a:pt x="189" y="0"/>
                  </a:lnTo>
                  <a:cubicBezTo>
                    <a:pt x="197" y="0"/>
                    <a:pt x="206" y="2"/>
                    <a:pt x="213" y="6"/>
                  </a:cubicBezTo>
                  <a:cubicBezTo>
                    <a:pt x="221" y="10"/>
                    <a:pt x="225" y="16"/>
                    <a:pt x="229" y="23"/>
                  </a:cubicBezTo>
                  <a:cubicBezTo>
                    <a:pt x="234" y="30"/>
                    <a:pt x="236" y="38"/>
                    <a:pt x="236" y="46"/>
                  </a:cubicBezTo>
                  <a:lnTo>
                    <a:pt x="236" y="46"/>
                  </a:lnTo>
                  <a:lnTo>
                    <a:pt x="236" y="46"/>
                  </a:lnTo>
                  <a:lnTo>
                    <a:pt x="236" y="46"/>
                  </a:lnTo>
                  <a:cubicBezTo>
                    <a:pt x="236" y="54"/>
                    <a:pt x="234" y="62"/>
                    <a:pt x="229" y="69"/>
                  </a:cubicBezTo>
                  <a:cubicBezTo>
                    <a:pt x="225" y="76"/>
                    <a:pt x="221" y="82"/>
                    <a:pt x="213" y="86"/>
                  </a:cubicBezTo>
                  <a:cubicBezTo>
                    <a:pt x="206" y="90"/>
                    <a:pt x="197" y="92"/>
                    <a:pt x="189" y="9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25"/>
            <p:cNvSpPr/>
            <p:nvPr/>
          </p:nvSpPr>
          <p:spPr>
            <a:xfrm>
              <a:off x="5172120" y="409320"/>
              <a:ext cx="286920" cy="6120"/>
            </a:xfrm>
            <a:custGeom>
              <a:rect b="b" l="l" r="r" t="t"/>
              <a:pathLst>
                <a:path extrusionOk="0" h="17" w="797">
                  <a:moveTo>
                    <a:pt x="0" y="0"/>
                  </a:moveTo>
                  <a:lnTo>
                    <a:pt x="797" y="0"/>
                  </a:lnTo>
                  <a:lnTo>
                    <a:pt x="797" y="17"/>
                  </a:lnTo>
                  <a:lnTo>
                    <a:pt x="0" y="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25"/>
            <p:cNvSpPr/>
            <p:nvPr/>
          </p:nvSpPr>
          <p:spPr>
            <a:xfrm>
              <a:off x="5192280" y="470160"/>
              <a:ext cx="41040" cy="41040"/>
            </a:xfrm>
            <a:custGeom>
              <a:rect b="b" l="l" r="r" t="t"/>
              <a:pathLst>
                <a:path extrusionOk="0" h="114" w="114">
                  <a:moveTo>
                    <a:pt x="114" y="57"/>
                  </a:moveTo>
                  <a:lnTo>
                    <a:pt x="114" y="57"/>
                  </a:lnTo>
                  <a:lnTo>
                    <a:pt x="114" y="57"/>
                  </a:lnTo>
                  <a:cubicBezTo>
                    <a:pt x="114" y="47"/>
                    <a:pt x="111" y="36"/>
                    <a:pt x="106" y="28"/>
                  </a:cubicBezTo>
                  <a:cubicBezTo>
                    <a:pt x="101" y="19"/>
                    <a:pt x="94" y="13"/>
                    <a:pt x="85" y="8"/>
                  </a:cubicBezTo>
                  <a:cubicBezTo>
                    <a:pt x="76" y="3"/>
                    <a:pt x="67" y="0"/>
                    <a:pt x="57" y="0"/>
                  </a:cubicBezTo>
                  <a:cubicBezTo>
                    <a:pt x="47" y="0"/>
                    <a:pt x="37" y="3"/>
                    <a:pt x="28" y="8"/>
                  </a:cubicBezTo>
                  <a:cubicBezTo>
                    <a:pt x="19" y="13"/>
                    <a:pt x="12" y="19"/>
                    <a:pt x="7" y="28"/>
                  </a:cubicBezTo>
                  <a:cubicBezTo>
                    <a:pt x="2" y="36"/>
                    <a:pt x="0" y="47"/>
                    <a:pt x="0" y="57"/>
                  </a:cubicBezTo>
                  <a:cubicBezTo>
                    <a:pt x="0" y="67"/>
                    <a:pt x="2" y="76"/>
                    <a:pt x="7" y="85"/>
                  </a:cubicBezTo>
                  <a:cubicBezTo>
                    <a:pt x="12" y="93"/>
                    <a:pt x="19" y="101"/>
                    <a:pt x="28" y="106"/>
                  </a:cubicBezTo>
                  <a:cubicBezTo>
                    <a:pt x="37" y="111"/>
                    <a:pt x="47" y="114"/>
                    <a:pt x="57" y="114"/>
                  </a:cubicBezTo>
                  <a:lnTo>
                    <a:pt x="57" y="114"/>
                  </a:lnTo>
                  <a:lnTo>
                    <a:pt x="57" y="114"/>
                  </a:lnTo>
                  <a:cubicBezTo>
                    <a:pt x="67" y="114"/>
                    <a:pt x="76" y="111"/>
                    <a:pt x="85" y="106"/>
                  </a:cubicBezTo>
                  <a:cubicBezTo>
                    <a:pt x="94" y="101"/>
                    <a:pt x="101" y="93"/>
                    <a:pt x="106" y="85"/>
                  </a:cubicBezTo>
                  <a:cubicBezTo>
                    <a:pt x="111" y="76"/>
                    <a:pt x="114" y="67"/>
                    <a:pt x="114" y="5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25"/>
            <p:cNvSpPr/>
            <p:nvPr/>
          </p:nvSpPr>
          <p:spPr>
            <a:xfrm>
              <a:off x="5298120" y="470160"/>
              <a:ext cx="41040" cy="41040"/>
            </a:xfrm>
            <a:custGeom>
              <a:rect b="b" l="l" r="r" t="t"/>
              <a:pathLst>
                <a:path extrusionOk="0" h="114" w="114">
                  <a:moveTo>
                    <a:pt x="114" y="57"/>
                  </a:moveTo>
                  <a:lnTo>
                    <a:pt x="114" y="57"/>
                  </a:lnTo>
                  <a:lnTo>
                    <a:pt x="114" y="57"/>
                  </a:lnTo>
                  <a:cubicBezTo>
                    <a:pt x="114" y="47"/>
                    <a:pt x="112" y="36"/>
                    <a:pt x="107" y="28"/>
                  </a:cubicBezTo>
                  <a:cubicBezTo>
                    <a:pt x="102" y="19"/>
                    <a:pt x="95" y="13"/>
                    <a:pt x="86" y="8"/>
                  </a:cubicBezTo>
                  <a:cubicBezTo>
                    <a:pt x="78" y="3"/>
                    <a:pt x="67" y="0"/>
                    <a:pt x="57" y="0"/>
                  </a:cubicBezTo>
                  <a:cubicBezTo>
                    <a:pt x="47" y="0"/>
                    <a:pt x="38" y="3"/>
                    <a:pt x="29" y="8"/>
                  </a:cubicBezTo>
                  <a:cubicBezTo>
                    <a:pt x="21" y="13"/>
                    <a:pt x="13" y="19"/>
                    <a:pt x="8" y="28"/>
                  </a:cubicBezTo>
                  <a:cubicBezTo>
                    <a:pt x="3" y="36"/>
                    <a:pt x="0" y="47"/>
                    <a:pt x="0" y="57"/>
                  </a:cubicBezTo>
                  <a:cubicBezTo>
                    <a:pt x="0" y="67"/>
                    <a:pt x="3" y="76"/>
                    <a:pt x="8" y="85"/>
                  </a:cubicBezTo>
                  <a:cubicBezTo>
                    <a:pt x="13" y="93"/>
                    <a:pt x="21" y="101"/>
                    <a:pt x="29" y="106"/>
                  </a:cubicBezTo>
                  <a:cubicBezTo>
                    <a:pt x="38" y="111"/>
                    <a:pt x="47" y="114"/>
                    <a:pt x="57" y="114"/>
                  </a:cubicBezTo>
                  <a:lnTo>
                    <a:pt x="57" y="114"/>
                  </a:lnTo>
                  <a:lnTo>
                    <a:pt x="57" y="114"/>
                  </a:lnTo>
                  <a:cubicBezTo>
                    <a:pt x="67" y="114"/>
                    <a:pt x="78" y="111"/>
                    <a:pt x="86" y="106"/>
                  </a:cubicBezTo>
                  <a:cubicBezTo>
                    <a:pt x="95" y="101"/>
                    <a:pt x="102" y="93"/>
                    <a:pt x="107" y="85"/>
                  </a:cubicBezTo>
                  <a:cubicBezTo>
                    <a:pt x="112" y="76"/>
                    <a:pt x="114" y="67"/>
                    <a:pt x="114" y="5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25"/>
            <p:cNvSpPr/>
            <p:nvPr/>
          </p:nvSpPr>
          <p:spPr>
            <a:xfrm>
              <a:off x="5404320" y="470160"/>
              <a:ext cx="41040" cy="41040"/>
            </a:xfrm>
            <a:custGeom>
              <a:rect b="b" l="l" r="r" t="t"/>
              <a:pathLst>
                <a:path extrusionOk="0" h="114" w="114">
                  <a:moveTo>
                    <a:pt x="114" y="57"/>
                  </a:moveTo>
                  <a:lnTo>
                    <a:pt x="114" y="57"/>
                  </a:lnTo>
                  <a:lnTo>
                    <a:pt x="114" y="57"/>
                  </a:lnTo>
                  <a:cubicBezTo>
                    <a:pt x="114" y="47"/>
                    <a:pt x="111" y="36"/>
                    <a:pt x="106" y="28"/>
                  </a:cubicBezTo>
                  <a:cubicBezTo>
                    <a:pt x="101" y="19"/>
                    <a:pt x="94" y="13"/>
                    <a:pt x="85" y="8"/>
                  </a:cubicBezTo>
                  <a:cubicBezTo>
                    <a:pt x="77" y="3"/>
                    <a:pt x="67" y="0"/>
                    <a:pt x="57" y="0"/>
                  </a:cubicBezTo>
                  <a:cubicBezTo>
                    <a:pt x="47" y="0"/>
                    <a:pt x="37" y="3"/>
                    <a:pt x="28" y="8"/>
                  </a:cubicBezTo>
                  <a:cubicBezTo>
                    <a:pt x="20" y="13"/>
                    <a:pt x="12" y="19"/>
                    <a:pt x="7" y="28"/>
                  </a:cubicBezTo>
                  <a:cubicBezTo>
                    <a:pt x="2" y="36"/>
                    <a:pt x="0" y="47"/>
                    <a:pt x="0" y="57"/>
                  </a:cubicBezTo>
                  <a:cubicBezTo>
                    <a:pt x="0" y="67"/>
                    <a:pt x="2" y="76"/>
                    <a:pt x="7" y="85"/>
                  </a:cubicBezTo>
                  <a:cubicBezTo>
                    <a:pt x="12" y="93"/>
                    <a:pt x="20" y="101"/>
                    <a:pt x="28" y="106"/>
                  </a:cubicBezTo>
                  <a:cubicBezTo>
                    <a:pt x="37" y="111"/>
                    <a:pt x="47" y="114"/>
                    <a:pt x="57" y="114"/>
                  </a:cubicBezTo>
                  <a:lnTo>
                    <a:pt x="57" y="114"/>
                  </a:lnTo>
                  <a:lnTo>
                    <a:pt x="57" y="114"/>
                  </a:lnTo>
                  <a:cubicBezTo>
                    <a:pt x="67" y="114"/>
                    <a:pt x="77" y="111"/>
                    <a:pt x="85" y="106"/>
                  </a:cubicBezTo>
                  <a:cubicBezTo>
                    <a:pt x="94" y="101"/>
                    <a:pt x="101" y="93"/>
                    <a:pt x="106" y="85"/>
                  </a:cubicBezTo>
                  <a:cubicBezTo>
                    <a:pt x="111" y="76"/>
                    <a:pt x="114" y="67"/>
                    <a:pt x="114" y="5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25"/>
            <p:cNvSpPr/>
            <p:nvPr/>
          </p:nvSpPr>
          <p:spPr>
            <a:xfrm>
              <a:off x="5510160" y="470160"/>
              <a:ext cx="41040" cy="41040"/>
            </a:xfrm>
            <a:custGeom>
              <a:rect b="b" l="l" r="r" t="t"/>
              <a:pathLst>
                <a:path extrusionOk="0" h="114" w="114">
                  <a:moveTo>
                    <a:pt x="114" y="57"/>
                  </a:moveTo>
                  <a:lnTo>
                    <a:pt x="114" y="57"/>
                  </a:lnTo>
                  <a:lnTo>
                    <a:pt x="114" y="57"/>
                  </a:lnTo>
                  <a:cubicBezTo>
                    <a:pt x="114" y="47"/>
                    <a:pt x="112" y="36"/>
                    <a:pt x="107" y="28"/>
                  </a:cubicBezTo>
                  <a:cubicBezTo>
                    <a:pt x="102" y="19"/>
                    <a:pt x="95" y="13"/>
                    <a:pt x="86" y="8"/>
                  </a:cubicBezTo>
                  <a:cubicBezTo>
                    <a:pt x="78" y="3"/>
                    <a:pt x="67" y="0"/>
                    <a:pt x="57" y="0"/>
                  </a:cubicBezTo>
                  <a:cubicBezTo>
                    <a:pt x="47" y="0"/>
                    <a:pt x="38" y="3"/>
                    <a:pt x="29" y="8"/>
                  </a:cubicBezTo>
                  <a:cubicBezTo>
                    <a:pt x="21" y="13"/>
                    <a:pt x="13" y="19"/>
                    <a:pt x="8" y="28"/>
                  </a:cubicBezTo>
                  <a:cubicBezTo>
                    <a:pt x="3" y="36"/>
                    <a:pt x="0" y="47"/>
                    <a:pt x="0" y="57"/>
                  </a:cubicBezTo>
                  <a:cubicBezTo>
                    <a:pt x="0" y="67"/>
                    <a:pt x="3" y="76"/>
                    <a:pt x="8" y="85"/>
                  </a:cubicBezTo>
                  <a:cubicBezTo>
                    <a:pt x="13" y="93"/>
                    <a:pt x="21" y="101"/>
                    <a:pt x="29" y="106"/>
                  </a:cubicBezTo>
                  <a:cubicBezTo>
                    <a:pt x="38" y="111"/>
                    <a:pt x="47" y="114"/>
                    <a:pt x="57" y="114"/>
                  </a:cubicBezTo>
                  <a:lnTo>
                    <a:pt x="57" y="114"/>
                  </a:lnTo>
                  <a:lnTo>
                    <a:pt x="57" y="114"/>
                  </a:lnTo>
                  <a:cubicBezTo>
                    <a:pt x="67" y="114"/>
                    <a:pt x="78" y="111"/>
                    <a:pt x="86" y="106"/>
                  </a:cubicBezTo>
                  <a:cubicBezTo>
                    <a:pt x="95" y="101"/>
                    <a:pt x="102" y="93"/>
                    <a:pt x="107" y="85"/>
                  </a:cubicBezTo>
                  <a:cubicBezTo>
                    <a:pt x="112" y="76"/>
                    <a:pt x="114" y="67"/>
                    <a:pt x="114" y="5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25"/>
            <p:cNvSpPr/>
            <p:nvPr/>
          </p:nvSpPr>
          <p:spPr>
            <a:xfrm>
              <a:off x="5616360" y="470160"/>
              <a:ext cx="41040" cy="41040"/>
            </a:xfrm>
            <a:custGeom>
              <a:rect b="b" l="l" r="r" t="t"/>
              <a:pathLst>
                <a:path extrusionOk="0" h="114" w="114">
                  <a:moveTo>
                    <a:pt x="114" y="57"/>
                  </a:moveTo>
                  <a:lnTo>
                    <a:pt x="114" y="57"/>
                  </a:lnTo>
                  <a:lnTo>
                    <a:pt x="114" y="57"/>
                  </a:lnTo>
                  <a:cubicBezTo>
                    <a:pt x="114" y="47"/>
                    <a:pt x="111" y="36"/>
                    <a:pt x="106" y="28"/>
                  </a:cubicBezTo>
                  <a:cubicBezTo>
                    <a:pt x="101" y="19"/>
                    <a:pt x="94" y="13"/>
                    <a:pt x="85" y="8"/>
                  </a:cubicBezTo>
                  <a:cubicBezTo>
                    <a:pt x="77" y="3"/>
                    <a:pt x="67" y="0"/>
                    <a:pt x="57" y="0"/>
                  </a:cubicBezTo>
                  <a:cubicBezTo>
                    <a:pt x="47" y="0"/>
                    <a:pt x="37" y="3"/>
                    <a:pt x="28" y="8"/>
                  </a:cubicBezTo>
                  <a:cubicBezTo>
                    <a:pt x="20" y="13"/>
                    <a:pt x="12" y="19"/>
                    <a:pt x="7" y="28"/>
                  </a:cubicBezTo>
                  <a:cubicBezTo>
                    <a:pt x="2" y="36"/>
                    <a:pt x="0" y="47"/>
                    <a:pt x="0" y="57"/>
                  </a:cubicBezTo>
                  <a:cubicBezTo>
                    <a:pt x="0" y="67"/>
                    <a:pt x="2" y="76"/>
                    <a:pt x="7" y="85"/>
                  </a:cubicBezTo>
                  <a:cubicBezTo>
                    <a:pt x="12" y="93"/>
                    <a:pt x="20" y="101"/>
                    <a:pt x="28" y="106"/>
                  </a:cubicBezTo>
                  <a:cubicBezTo>
                    <a:pt x="37" y="111"/>
                    <a:pt x="47" y="114"/>
                    <a:pt x="57" y="114"/>
                  </a:cubicBezTo>
                  <a:lnTo>
                    <a:pt x="57" y="114"/>
                  </a:lnTo>
                  <a:lnTo>
                    <a:pt x="57" y="114"/>
                  </a:lnTo>
                  <a:cubicBezTo>
                    <a:pt x="67" y="114"/>
                    <a:pt x="77" y="111"/>
                    <a:pt x="85" y="106"/>
                  </a:cubicBezTo>
                  <a:cubicBezTo>
                    <a:pt x="94" y="101"/>
                    <a:pt x="101" y="93"/>
                    <a:pt x="106" y="85"/>
                  </a:cubicBezTo>
                  <a:cubicBezTo>
                    <a:pt x="111" y="76"/>
                    <a:pt x="114" y="67"/>
                    <a:pt x="114" y="5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25"/>
            <p:cNvSpPr/>
            <p:nvPr/>
          </p:nvSpPr>
          <p:spPr>
            <a:xfrm>
              <a:off x="5192280" y="559080"/>
              <a:ext cx="41040" cy="41040"/>
            </a:xfrm>
            <a:custGeom>
              <a:rect b="b" l="l" r="r" t="t"/>
              <a:pathLst>
                <a:path extrusionOk="0" h="114" w="114">
                  <a:moveTo>
                    <a:pt x="114" y="57"/>
                  </a:moveTo>
                  <a:lnTo>
                    <a:pt x="114" y="57"/>
                  </a:lnTo>
                  <a:lnTo>
                    <a:pt x="114" y="57"/>
                  </a:lnTo>
                  <a:cubicBezTo>
                    <a:pt x="114" y="47"/>
                    <a:pt x="111" y="36"/>
                    <a:pt x="106" y="28"/>
                  </a:cubicBezTo>
                  <a:cubicBezTo>
                    <a:pt x="101" y="19"/>
                    <a:pt x="94" y="13"/>
                    <a:pt x="85" y="8"/>
                  </a:cubicBezTo>
                  <a:cubicBezTo>
                    <a:pt x="76" y="3"/>
                    <a:pt x="67" y="0"/>
                    <a:pt x="57" y="0"/>
                  </a:cubicBezTo>
                  <a:cubicBezTo>
                    <a:pt x="47" y="0"/>
                    <a:pt x="37" y="3"/>
                    <a:pt x="28" y="8"/>
                  </a:cubicBezTo>
                  <a:cubicBezTo>
                    <a:pt x="19" y="13"/>
                    <a:pt x="12" y="19"/>
                    <a:pt x="7" y="28"/>
                  </a:cubicBezTo>
                  <a:cubicBezTo>
                    <a:pt x="2" y="36"/>
                    <a:pt x="0" y="47"/>
                    <a:pt x="0" y="57"/>
                  </a:cubicBezTo>
                  <a:cubicBezTo>
                    <a:pt x="0" y="67"/>
                    <a:pt x="2" y="76"/>
                    <a:pt x="7" y="85"/>
                  </a:cubicBezTo>
                  <a:cubicBezTo>
                    <a:pt x="12" y="93"/>
                    <a:pt x="19" y="101"/>
                    <a:pt x="28" y="106"/>
                  </a:cubicBezTo>
                  <a:cubicBezTo>
                    <a:pt x="37" y="111"/>
                    <a:pt x="47" y="114"/>
                    <a:pt x="57" y="114"/>
                  </a:cubicBezTo>
                  <a:lnTo>
                    <a:pt x="57" y="114"/>
                  </a:lnTo>
                  <a:lnTo>
                    <a:pt x="57" y="114"/>
                  </a:lnTo>
                  <a:cubicBezTo>
                    <a:pt x="67" y="114"/>
                    <a:pt x="76" y="111"/>
                    <a:pt x="85" y="106"/>
                  </a:cubicBezTo>
                  <a:cubicBezTo>
                    <a:pt x="94" y="101"/>
                    <a:pt x="101" y="93"/>
                    <a:pt x="106" y="85"/>
                  </a:cubicBezTo>
                  <a:cubicBezTo>
                    <a:pt x="111" y="76"/>
                    <a:pt x="114" y="67"/>
                    <a:pt x="114" y="5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25"/>
            <p:cNvSpPr/>
            <p:nvPr/>
          </p:nvSpPr>
          <p:spPr>
            <a:xfrm>
              <a:off x="5298120" y="559080"/>
              <a:ext cx="41040" cy="41040"/>
            </a:xfrm>
            <a:custGeom>
              <a:rect b="b" l="l" r="r" t="t"/>
              <a:pathLst>
                <a:path extrusionOk="0" h="114" w="114">
                  <a:moveTo>
                    <a:pt x="114" y="57"/>
                  </a:moveTo>
                  <a:lnTo>
                    <a:pt x="114" y="57"/>
                  </a:lnTo>
                  <a:lnTo>
                    <a:pt x="114" y="57"/>
                  </a:lnTo>
                  <a:cubicBezTo>
                    <a:pt x="114" y="47"/>
                    <a:pt x="112" y="36"/>
                    <a:pt x="107" y="28"/>
                  </a:cubicBezTo>
                  <a:cubicBezTo>
                    <a:pt x="102" y="19"/>
                    <a:pt x="95" y="13"/>
                    <a:pt x="86" y="8"/>
                  </a:cubicBezTo>
                  <a:cubicBezTo>
                    <a:pt x="78" y="3"/>
                    <a:pt x="67" y="0"/>
                    <a:pt x="57" y="0"/>
                  </a:cubicBezTo>
                  <a:cubicBezTo>
                    <a:pt x="47" y="0"/>
                    <a:pt x="38" y="3"/>
                    <a:pt x="29" y="8"/>
                  </a:cubicBezTo>
                  <a:cubicBezTo>
                    <a:pt x="21" y="13"/>
                    <a:pt x="13" y="19"/>
                    <a:pt x="8" y="28"/>
                  </a:cubicBezTo>
                  <a:cubicBezTo>
                    <a:pt x="3" y="36"/>
                    <a:pt x="0" y="47"/>
                    <a:pt x="0" y="57"/>
                  </a:cubicBezTo>
                  <a:cubicBezTo>
                    <a:pt x="0" y="67"/>
                    <a:pt x="3" y="76"/>
                    <a:pt x="8" y="85"/>
                  </a:cubicBezTo>
                  <a:cubicBezTo>
                    <a:pt x="13" y="93"/>
                    <a:pt x="21" y="101"/>
                    <a:pt x="29" y="106"/>
                  </a:cubicBezTo>
                  <a:cubicBezTo>
                    <a:pt x="38" y="111"/>
                    <a:pt x="47" y="114"/>
                    <a:pt x="57" y="114"/>
                  </a:cubicBezTo>
                  <a:lnTo>
                    <a:pt x="57" y="114"/>
                  </a:lnTo>
                  <a:lnTo>
                    <a:pt x="57" y="114"/>
                  </a:lnTo>
                  <a:cubicBezTo>
                    <a:pt x="67" y="114"/>
                    <a:pt x="78" y="111"/>
                    <a:pt x="86" y="106"/>
                  </a:cubicBezTo>
                  <a:cubicBezTo>
                    <a:pt x="95" y="101"/>
                    <a:pt x="102" y="93"/>
                    <a:pt x="107" y="85"/>
                  </a:cubicBezTo>
                  <a:cubicBezTo>
                    <a:pt x="112" y="76"/>
                    <a:pt x="114" y="67"/>
                    <a:pt x="114" y="5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25"/>
            <p:cNvSpPr/>
            <p:nvPr/>
          </p:nvSpPr>
          <p:spPr>
            <a:xfrm>
              <a:off x="5404320" y="559080"/>
              <a:ext cx="41040" cy="41040"/>
            </a:xfrm>
            <a:custGeom>
              <a:rect b="b" l="l" r="r" t="t"/>
              <a:pathLst>
                <a:path extrusionOk="0" h="114" w="114">
                  <a:moveTo>
                    <a:pt x="114" y="57"/>
                  </a:moveTo>
                  <a:lnTo>
                    <a:pt x="114" y="57"/>
                  </a:lnTo>
                  <a:lnTo>
                    <a:pt x="114" y="57"/>
                  </a:lnTo>
                  <a:cubicBezTo>
                    <a:pt x="114" y="47"/>
                    <a:pt x="111" y="36"/>
                    <a:pt x="106" y="28"/>
                  </a:cubicBezTo>
                  <a:cubicBezTo>
                    <a:pt x="101" y="19"/>
                    <a:pt x="94" y="13"/>
                    <a:pt x="85" y="8"/>
                  </a:cubicBezTo>
                  <a:cubicBezTo>
                    <a:pt x="77" y="3"/>
                    <a:pt x="67" y="0"/>
                    <a:pt x="57" y="0"/>
                  </a:cubicBezTo>
                  <a:cubicBezTo>
                    <a:pt x="47" y="0"/>
                    <a:pt x="37" y="3"/>
                    <a:pt x="28" y="8"/>
                  </a:cubicBezTo>
                  <a:cubicBezTo>
                    <a:pt x="20" y="13"/>
                    <a:pt x="12" y="19"/>
                    <a:pt x="7" y="28"/>
                  </a:cubicBezTo>
                  <a:cubicBezTo>
                    <a:pt x="2" y="36"/>
                    <a:pt x="0" y="47"/>
                    <a:pt x="0" y="57"/>
                  </a:cubicBezTo>
                  <a:cubicBezTo>
                    <a:pt x="0" y="67"/>
                    <a:pt x="2" y="76"/>
                    <a:pt x="7" y="85"/>
                  </a:cubicBezTo>
                  <a:cubicBezTo>
                    <a:pt x="12" y="93"/>
                    <a:pt x="20" y="101"/>
                    <a:pt x="28" y="106"/>
                  </a:cubicBezTo>
                  <a:cubicBezTo>
                    <a:pt x="37" y="111"/>
                    <a:pt x="47" y="114"/>
                    <a:pt x="57" y="114"/>
                  </a:cubicBezTo>
                  <a:lnTo>
                    <a:pt x="57" y="114"/>
                  </a:lnTo>
                  <a:lnTo>
                    <a:pt x="57" y="114"/>
                  </a:lnTo>
                  <a:cubicBezTo>
                    <a:pt x="67" y="114"/>
                    <a:pt x="77" y="111"/>
                    <a:pt x="85" y="106"/>
                  </a:cubicBezTo>
                  <a:cubicBezTo>
                    <a:pt x="94" y="101"/>
                    <a:pt x="101" y="93"/>
                    <a:pt x="106" y="85"/>
                  </a:cubicBezTo>
                  <a:cubicBezTo>
                    <a:pt x="111" y="76"/>
                    <a:pt x="114" y="67"/>
                    <a:pt x="114" y="5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25"/>
            <p:cNvSpPr/>
            <p:nvPr/>
          </p:nvSpPr>
          <p:spPr>
            <a:xfrm>
              <a:off x="5510160" y="559080"/>
              <a:ext cx="41040" cy="41040"/>
            </a:xfrm>
            <a:custGeom>
              <a:rect b="b" l="l" r="r" t="t"/>
              <a:pathLst>
                <a:path extrusionOk="0" h="114" w="114">
                  <a:moveTo>
                    <a:pt x="114" y="57"/>
                  </a:moveTo>
                  <a:lnTo>
                    <a:pt x="114" y="57"/>
                  </a:lnTo>
                  <a:lnTo>
                    <a:pt x="114" y="57"/>
                  </a:lnTo>
                  <a:cubicBezTo>
                    <a:pt x="114" y="47"/>
                    <a:pt x="112" y="36"/>
                    <a:pt x="107" y="28"/>
                  </a:cubicBezTo>
                  <a:cubicBezTo>
                    <a:pt x="102" y="19"/>
                    <a:pt x="95" y="13"/>
                    <a:pt x="86" y="8"/>
                  </a:cubicBezTo>
                  <a:cubicBezTo>
                    <a:pt x="78" y="3"/>
                    <a:pt x="67" y="0"/>
                    <a:pt x="57" y="0"/>
                  </a:cubicBezTo>
                  <a:cubicBezTo>
                    <a:pt x="47" y="0"/>
                    <a:pt x="38" y="3"/>
                    <a:pt x="29" y="8"/>
                  </a:cubicBezTo>
                  <a:cubicBezTo>
                    <a:pt x="21" y="13"/>
                    <a:pt x="13" y="19"/>
                    <a:pt x="8" y="28"/>
                  </a:cubicBezTo>
                  <a:cubicBezTo>
                    <a:pt x="3" y="36"/>
                    <a:pt x="0" y="47"/>
                    <a:pt x="0" y="57"/>
                  </a:cubicBezTo>
                  <a:cubicBezTo>
                    <a:pt x="0" y="67"/>
                    <a:pt x="3" y="76"/>
                    <a:pt x="8" y="85"/>
                  </a:cubicBezTo>
                  <a:cubicBezTo>
                    <a:pt x="13" y="93"/>
                    <a:pt x="21" y="101"/>
                    <a:pt x="29" y="106"/>
                  </a:cubicBezTo>
                  <a:cubicBezTo>
                    <a:pt x="38" y="111"/>
                    <a:pt x="47" y="114"/>
                    <a:pt x="57" y="114"/>
                  </a:cubicBezTo>
                  <a:lnTo>
                    <a:pt x="57" y="114"/>
                  </a:lnTo>
                  <a:lnTo>
                    <a:pt x="57" y="114"/>
                  </a:lnTo>
                  <a:cubicBezTo>
                    <a:pt x="67" y="114"/>
                    <a:pt x="78" y="111"/>
                    <a:pt x="86" y="106"/>
                  </a:cubicBezTo>
                  <a:cubicBezTo>
                    <a:pt x="95" y="101"/>
                    <a:pt x="102" y="93"/>
                    <a:pt x="107" y="85"/>
                  </a:cubicBezTo>
                  <a:cubicBezTo>
                    <a:pt x="112" y="76"/>
                    <a:pt x="114" y="67"/>
                    <a:pt x="114" y="5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25"/>
            <p:cNvSpPr/>
            <p:nvPr/>
          </p:nvSpPr>
          <p:spPr>
            <a:xfrm>
              <a:off x="5616360" y="559080"/>
              <a:ext cx="41040" cy="41040"/>
            </a:xfrm>
            <a:custGeom>
              <a:rect b="b" l="l" r="r" t="t"/>
              <a:pathLst>
                <a:path extrusionOk="0" h="114" w="114">
                  <a:moveTo>
                    <a:pt x="114" y="57"/>
                  </a:moveTo>
                  <a:lnTo>
                    <a:pt x="114" y="57"/>
                  </a:lnTo>
                  <a:lnTo>
                    <a:pt x="114" y="57"/>
                  </a:lnTo>
                  <a:cubicBezTo>
                    <a:pt x="114" y="47"/>
                    <a:pt x="111" y="36"/>
                    <a:pt x="106" y="28"/>
                  </a:cubicBezTo>
                  <a:cubicBezTo>
                    <a:pt x="101" y="19"/>
                    <a:pt x="94" y="13"/>
                    <a:pt x="85" y="8"/>
                  </a:cubicBezTo>
                  <a:cubicBezTo>
                    <a:pt x="77" y="3"/>
                    <a:pt x="67" y="0"/>
                    <a:pt x="57" y="0"/>
                  </a:cubicBezTo>
                  <a:cubicBezTo>
                    <a:pt x="47" y="0"/>
                    <a:pt x="37" y="3"/>
                    <a:pt x="28" y="8"/>
                  </a:cubicBezTo>
                  <a:cubicBezTo>
                    <a:pt x="20" y="13"/>
                    <a:pt x="12" y="19"/>
                    <a:pt x="7" y="28"/>
                  </a:cubicBezTo>
                  <a:cubicBezTo>
                    <a:pt x="2" y="36"/>
                    <a:pt x="0" y="47"/>
                    <a:pt x="0" y="57"/>
                  </a:cubicBezTo>
                  <a:cubicBezTo>
                    <a:pt x="0" y="67"/>
                    <a:pt x="2" y="76"/>
                    <a:pt x="7" y="85"/>
                  </a:cubicBezTo>
                  <a:cubicBezTo>
                    <a:pt x="12" y="93"/>
                    <a:pt x="20" y="101"/>
                    <a:pt x="28" y="106"/>
                  </a:cubicBezTo>
                  <a:cubicBezTo>
                    <a:pt x="37" y="111"/>
                    <a:pt x="47" y="114"/>
                    <a:pt x="57" y="114"/>
                  </a:cubicBezTo>
                  <a:lnTo>
                    <a:pt x="57" y="114"/>
                  </a:lnTo>
                  <a:lnTo>
                    <a:pt x="57" y="114"/>
                  </a:lnTo>
                  <a:cubicBezTo>
                    <a:pt x="67" y="114"/>
                    <a:pt x="77" y="111"/>
                    <a:pt x="85" y="106"/>
                  </a:cubicBezTo>
                  <a:cubicBezTo>
                    <a:pt x="94" y="101"/>
                    <a:pt x="101" y="93"/>
                    <a:pt x="106" y="85"/>
                  </a:cubicBezTo>
                  <a:cubicBezTo>
                    <a:pt x="111" y="76"/>
                    <a:pt x="114" y="67"/>
                    <a:pt x="114" y="5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25"/>
            <p:cNvSpPr/>
            <p:nvPr/>
          </p:nvSpPr>
          <p:spPr>
            <a:xfrm>
              <a:off x="7751880" y="2194560"/>
              <a:ext cx="113760" cy="288360"/>
            </a:xfrm>
            <a:custGeom>
              <a:rect b="b" l="l" r="r" t="t"/>
              <a:pathLst>
                <a:path extrusionOk="0" h="801" w="316">
                  <a:moveTo>
                    <a:pt x="316" y="801"/>
                  </a:moveTo>
                  <a:lnTo>
                    <a:pt x="0" y="801"/>
                  </a:lnTo>
                  <a:lnTo>
                    <a:pt x="0" y="0"/>
                  </a:lnTo>
                  <a:lnTo>
                    <a:pt x="316" y="0"/>
                  </a:lnTo>
                  <a:lnTo>
                    <a:pt x="316" y="80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25"/>
            <p:cNvSpPr/>
            <p:nvPr/>
          </p:nvSpPr>
          <p:spPr>
            <a:xfrm>
              <a:off x="7533720" y="2046600"/>
              <a:ext cx="114120" cy="436320"/>
            </a:xfrm>
            <a:custGeom>
              <a:rect b="b" l="l" r="r" t="t"/>
              <a:pathLst>
                <a:path extrusionOk="0" h="1212" w="317">
                  <a:moveTo>
                    <a:pt x="317" y="1212"/>
                  </a:moveTo>
                  <a:lnTo>
                    <a:pt x="0" y="1212"/>
                  </a:lnTo>
                  <a:lnTo>
                    <a:pt x="0" y="0"/>
                  </a:lnTo>
                  <a:lnTo>
                    <a:pt x="317" y="0"/>
                  </a:lnTo>
                  <a:lnTo>
                    <a:pt x="317" y="121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25"/>
            <p:cNvSpPr/>
            <p:nvPr/>
          </p:nvSpPr>
          <p:spPr>
            <a:xfrm>
              <a:off x="7277400" y="1872000"/>
              <a:ext cx="113760" cy="610920"/>
            </a:xfrm>
            <a:custGeom>
              <a:rect b="b" l="l" r="r" t="t"/>
              <a:pathLst>
                <a:path extrusionOk="0" h="1697" w="316">
                  <a:moveTo>
                    <a:pt x="316" y="1697"/>
                  </a:moveTo>
                  <a:lnTo>
                    <a:pt x="0" y="1697"/>
                  </a:lnTo>
                  <a:lnTo>
                    <a:pt x="0" y="0"/>
                  </a:lnTo>
                  <a:lnTo>
                    <a:pt x="316" y="0"/>
                  </a:lnTo>
                  <a:lnTo>
                    <a:pt x="316" y="169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5" name="Google Shape;215;p25"/>
            <p:cNvCxnSpPr/>
            <p:nvPr/>
          </p:nvCxnSpPr>
          <p:spPr>
            <a:xfrm rot="10800000">
              <a:off x="7106040" y="1553520"/>
              <a:ext cx="775800" cy="55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sp>
          <p:nvSpPr>
            <p:cNvPr id="216" name="Google Shape;216;p25"/>
            <p:cNvSpPr/>
            <p:nvPr/>
          </p:nvSpPr>
          <p:spPr>
            <a:xfrm>
              <a:off x="7099560" y="1527840"/>
              <a:ext cx="89640" cy="89640"/>
            </a:xfrm>
            <a:custGeom>
              <a:rect b="b" l="l" r="r" t="t"/>
              <a:pathLst>
                <a:path extrusionOk="0" h="249" w="249">
                  <a:moveTo>
                    <a:pt x="249" y="0"/>
                  </a:moveTo>
                  <a:lnTo>
                    <a:pt x="0" y="0"/>
                  </a:lnTo>
                  <a:lnTo>
                    <a:pt x="0" y="249"/>
                  </a:lnTo>
                  <a:lnTo>
                    <a:pt x="2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4625" lIns="90000" spcFirstLastPara="1" rIns="90000" wrap="square" tIns="446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25"/>
            <p:cNvSpPr/>
            <p:nvPr/>
          </p:nvSpPr>
          <p:spPr>
            <a:xfrm>
              <a:off x="5259600" y="1806480"/>
              <a:ext cx="536040" cy="536040"/>
            </a:xfrm>
            <a:custGeom>
              <a:rect b="b" l="l" r="r" t="t"/>
              <a:pathLst>
                <a:path extrusionOk="0" h="1489" w="1489">
                  <a:moveTo>
                    <a:pt x="1270" y="219"/>
                  </a:moveTo>
                  <a:cubicBezTo>
                    <a:pt x="1362" y="311"/>
                    <a:pt x="1430" y="425"/>
                    <a:pt x="1463" y="552"/>
                  </a:cubicBezTo>
                  <a:cubicBezTo>
                    <a:pt x="1497" y="678"/>
                    <a:pt x="1497" y="812"/>
                    <a:pt x="1463" y="938"/>
                  </a:cubicBezTo>
                  <a:cubicBezTo>
                    <a:pt x="1430" y="1064"/>
                    <a:pt x="1362" y="1178"/>
                    <a:pt x="1270" y="1271"/>
                  </a:cubicBezTo>
                  <a:cubicBezTo>
                    <a:pt x="1178" y="1363"/>
                    <a:pt x="1062" y="1430"/>
                    <a:pt x="936" y="1464"/>
                  </a:cubicBezTo>
                  <a:cubicBezTo>
                    <a:pt x="810" y="1498"/>
                    <a:pt x="677" y="1498"/>
                    <a:pt x="551" y="1464"/>
                  </a:cubicBezTo>
                  <a:cubicBezTo>
                    <a:pt x="425" y="1430"/>
                    <a:pt x="310" y="1363"/>
                    <a:pt x="217" y="1271"/>
                  </a:cubicBezTo>
                  <a:cubicBezTo>
                    <a:pt x="125" y="1178"/>
                    <a:pt x="58" y="1064"/>
                    <a:pt x="25" y="938"/>
                  </a:cubicBezTo>
                  <a:cubicBezTo>
                    <a:pt x="-9" y="812"/>
                    <a:pt x="-9" y="679"/>
                    <a:pt x="25" y="552"/>
                  </a:cubicBezTo>
                  <a:cubicBezTo>
                    <a:pt x="58" y="426"/>
                    <a:pt x="125" y="311"/>
                    <a:pt x="217" y="219"/>
                  </a:cubicBezTo>
                  <a:cubicBezTo>
                    <a:pt x="310" y="126"/>
                    <a:pt x="425" y="60"/>
                    <a:pt x="551" y="26"/>
                  </a:cubicBezTo>
                  <a:cubicBezTo>
                    <a:pt x="677" y="-8"/>
                    <a:pt x="810" y="-8"/>
                    <a:pt x="936" y="26"/>
                  </a:cubicBezTo>
                  <a:cubicBezTo>
                    <a:pt x="1062" y="60"/>
                    <a:pt x="1178" y="126"/>
                    <a:pt x="1270" y="21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25"/>
            <p:cNvSpPr/>
            <p:nvPr/>
          </p:nvSpPr>
          <p:spPr>
            <a:xfrm>
              <a:off x="5423760" y="1908720"/>
              <a:ext cx="207360" cy="253800"/>
            </a:xfrm>
            <a:custGeom>
              <a:rect b="b" l="l" r="r" t="t"/>
              <a:pathLst>
                <a:path extrusionOk="0" h="705" w="576">
                  <a:moveTo>
                    <a:pt x="409" y="705"/>
                  </a:moveTo>
                  <a:lnTo>
                    <a:pt x="166" y="705"/>
                  </a:lnTo>
                  <a:cubicBezTo>
                    <a:pt x="166" y="705"/>
                    <a:pt x="23" y="396"/>
                    <a:pt x="3" y="285"/>
                  </a:cubicBezTo>
                  <a:cubicBezTo>
                    <a:pt x="-26" y="130"/>
                    <a:pt x="130" y="0"/>
                    <a:pt x="288" y="0"/>
                  </a:cubicBezTo>
                  <a:lnTo>
                    <a:pt x="288" y="0"/>
                  </a:lnTo>
                  <a:cubicBezTo>
                    <a:pt x="445" y="0"/>
                    <a:pt x="601" y="130"/>
                    <a:pt x="572" y="285"/>
                  </a:cubicBezTo>
                  <a:cubicBezTo>
                    <a:pt x="552" y="396"/>
                    <a:pt x="409" y="705"/>
                    <a:pt x="409" y="70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25"/>
            <p:cNvSpPr/>
            <p:nvPr/>
          </p:nvSpPr>
          <p:spPr>
            <a:xfrm>
              <a:off x="5471640" y="2050560"/>
              <a:ext cx="111600" cy="111960"/>
            </a:xfrm>
            <a:custGeom>
              <a:rect b="b" l="l" r="r" t="t"/>
              <a:pathLst>
                <a:path extrusionOk="0" fill="none" h="311" w="310">
                  <a:moveTo>
                    <a:pt x="100" y="302"/>
                  </a:moveTo>
                  <a:cubicBezTo>
                    <a:pt x="100" y="302"/>
                    <a:pt x="78" y="-19"/>
                    <a:pt x="37" y="4"/>
                  </a:cubicBezTo>
                  <a:cubicBezTo>
                    <a:pt x="-4" y="26"/>
                    <a:pt x="-53" y="58"/>
                    <a:pt x="141" y="58"/>
                  </a:cubicBezTo>
                  <a:cubicBezTo>
                    <a:pt x="335" y="58"/>
                    <a:pt x="308" y="48"/>
                    <a:pt x="308" y="26"/>
                  </a:cubicBezTo>
                  <a:cubicBezTo>
                    <a:pt x="308" y="3"/>
                    <a:pt x="277" y="-91"/>
                    <a:pt x="213" y="311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25"/>
            <p:cNvSpPr/>
            <p:nvPr/>
          </p:nvSpPr>
          <p:spPr>
            <a:xfrm>
              <a:off x="5483520" y="2174040"/>
              <a:ext cx="92520" cy="66600"/>
            </a:xfrm>
            <a:custGeom>
              <a:rect b="b" l="l" r="r" t="t"/>
              <a:pathLst>
                <a:path extrusionOk="0" h="185" w="257">
                  <a:moveTo>
                    <a:pt x="128" y="185"/>
                  </a:moveTo>
                  <a:lnTo>
                    <a:pt x="128" y="185"/>
                  </a:lnTo>
                  <a:lnTo>
                    <a:pt x="128" y="185"/>
                  </a:lnTo>
                  <a:cubicBezTo>
                    <a:pt x="106" y="185"/>
                    <a:pt x="84" y="179"/>
                    <a:pt x="64" y="168"/>
                  </a:cubicBezTo>
                  <a:cubicBezTo>
                    <a:pt x="44" y="157"/>
                    <a:pt x="29" y="140"/>
                    <a:pt x="17" y="121"/>
                  </a:cubicBezTo>
                  <a:cubicBezTo>
                    <a:pt x="6" y="101"/>
                    <a:pt x="0" y="79"/>
                    <a:pt x="0" y="56"/>
                  </a:cubicBezTo>
                  <a:lnTo>
                    <a:pt x="0" y="0"/>
                  </a:lnTo>
                  <a:lnTo>
                    <a:pt x="257" y="0"/>
                  </a:lnTo>
                  <a:lnTo>
                    <a:pt x="257" y="56"/>
                  </a:lnTo>
                  <a:lnTo>
                    <a:pt x="257" y="56"/>
                  </a:lnTo>
                  <a:cubicBezTo>
                    <a:pt x="257" y="79"/>
                    <a:pt x="252" y="101"/>
                    <a:pt x="240" y="121"/>
                  </a:cubicBezTo>
                  <a:cubicBezTo>
                    <a:pt x="230" y="140"/>
                    <a:pt x="213" y="157"/>
                    <a:pt x="193" y="168"/>
                  </a:cubicBezTo>
                  <a:cubicBezTo>
                    <a:pt x="174" y="179"/>
                    <a:pt x="151" y="185"/>
                    <a:pt x="128" y="1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21600" lIns="90000" spcFirstLastPara="1" rIns="90000" wrap="square" tIns="216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25"/>
            <p:cNvSpPr/>
            <p:nvPr/>
          </p:nvSpPr>
          <p:spPr>
            <a:xfrm>
              <a:off x="5483520" y="2174040"/>
              <a:ext cx="92520" cy="66600"/>
            </a:xfrm>
            <a:custGeom>
              <a:rect b="b" l="l" r="r" t="t"/>
              <a:pathLst>
                <a:path extrusionOk="0" h="185" w="257">
                  <a:moveTo>
                    <a:pt x="128" y="185"/>
                  </a:moveTo>
                  <a:lnTo>
                    <a:pt x="128" y="185"/>
                  </a:lnTo>
                  <a:lnTo>
                    <a:pt x="128" y="185"/>
                  </a:lnTo>
                  <a:cubicBezTo>
                    <a:pt x="106" y="185"/>
                    <a:pt x="84" y="179"/>
                    <a:pt x="64" y="168"/>
                  </a:cubicBezTo>
                  <a:cubicBezTo>
                    <a:pt x="44" y="157"/>
                    <a:pt x="28" y="140"/>
                    <a:pt x="17" y="121"/>
                  </a:cubicBezTo>
                  <a:cubicBezTo>
                    <a:pt x="5" y="101"/>
                    <a:pt x="0" y="79"/>
                    <a:pt x="0" y="56"/>
                  </a:cubicBezTo>
                  <a:lnTo>
                    <a:pt x="0" y="0"/>
                  </a:lnTo>
                  <a:lnTo>
                    <a:pt x="257" y="0"/>
                  </a:lnTo>
                  <a:lnTo>
                    <a:pt x="257" y="56"/>
                  </a:lnTo>
                  <a:lnTo>
                    <a:pt x="257" y="56"/>
                  </a:lnTo>
                  <a:cubicBezTo>
                    <a:pt x="257" y="79"/>
                    <a:pt x="251" y="101"/>
                    <a:pt x="240" y="121"/>
                  </a:cubicBezTo>
                  <a:cubicBezTo>
                    <a:pt x="229" y="140"/>
                    <a:pt x="213" y="157"/>
                    <a:pt x="193" y="168"/>
                  </a:cubicBezTo>
                  <a:cubicBezTo>
                    <a:pt x="174" y="179"/>
                    <a:pt x="151" y="185"/>
                    <a:pt x="128" y="185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21600" lIns="90000" spcFirstLastPara="1" rIns="90000" wrap="square" tIns="216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2" name="Google Shape;222;p25"/>
          <p:cNvSpPr/>
          <p:nvPr/>
        </p:nvSpPr>
        <p:spPr>
          <a:xfrm>
            <a:off x="4210883" y="4058825"/>
            <a:ext cx="626100" cy="6261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ulish Medium"/>
              <a:ea typeface="Mulish Medium"/>
              <a:cs typeface="Mulish Medium"/>
              <a:sym typeface="Mulish Medium"/>
            </a:endParaRPr>
          </a:p>
        </p:txBody>
      </p:sp>
      <p:sp>
        <p:nvSpPr>
          <p:cNvPr id="223" name="Google Shape;223;p25"/>
          <p:cNvSpPr/>
          <p:nvPr/>
        </p:nvSpPr>
        <p:spPr>
          <a:xfrm>
            <a:off x="4033903" y="3869838"/>
            <a:ext cx="354000" cy="354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ulish Medium"/>
              <a:ea typeface="Mulish Medium"/>
              <a:cs typeface="Mulish Medium"/>
              <a:sym typeface="Mulish Medium"/>
            </a:endParaRPr>
          </a:p>
        </p:txBody>
      </p:sp>
      <p:sp>
        <p:nvSpPr>
          <p:cNvPr id="224" name="Google Shape;224;p25"/>
          <p:cNvSpPr/>
          <p:nvPr/>
        </p:nvSpPr>
        <p:spPr>
          <a:xfrm>
            <a:off x="4651314" y="4380200"/>
            <a:ext cx="447600" cy="4476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ulish Medium"/>
              <a:ea typeface="Mulish Medium"/>
              <a:cs typeface="Mulish Medium"/>
              <a:sym typeface="Mulish Medium"/>
            </a:endParaRPr>
          </a:p>
        </p:txBody>
      </p:sp>
      <p:cxnSp>
        <p:nvCxnSpPr>
          <p:cNvPr id="225" name="Google Shape;225;p25"/>
          <p:cNvCxnSpPr/>
          <p:nvPr/>
        </p:nvCxnSpPr>
        <p:spPr>
          <a:xfrm flipH="1" rot="10800000">
            <a:off x="5098925" y="4598750"/>
            <a:ext cx="4055100" cy="10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" name="Google Shape;226;p25"/>
          <p:cNvSpPr/>
          <p:nvPr/>
        </p:nvSpPr>
        <p:spPr>
          <a:xfrm flipH="1">
            <a:off x="5946901" y="558875"/>
            <a:ext cx="1598049" cy="1528249"/>
          </a:xfrm>
          <a:custGeom>
            <a:rect b="b" l="l" r="r" t="t"/>
            <a:pathLst>
              <a:path extrusionOk="0" h="1892" w="1892">
                <a:moveTo>
                  <a:pt x="1615" y="277"/>
                </a:moveTo>
                <a:cubicBezTo>
                  <a:pt x="1733" y="394"/>
                  <a:pt x="1817" y="540"/>
                  <a:pt x="1860" y="701"/>
                </a:cubicBezTo>
                <a:cubicBezTo>
                  <a:pt x="1903" y="861"/>
                  <a:pt x="1903" y="1030"/>
                  <a:pt x="1860" y="1191"/>
                </a:cubicBezTo>
                <a:cubicBezTo>
                  <a:pt x="1817" y="1351"/>
                  <a:pt x="1733" y="1497"/>
                  <a:pt x="1615" y="1615"/>
                </a:cubicBezTo>
                <a:cubicBezTo>
                  <a:pt x="1498" y="1732"/>
                  <a:pt x="1352" y="1817"/>
                  <a:pt x="1191" y="1860"/>
                </a:cubicBezTo>
                <a:cubicBezTo>
                  <a:pt x="1031" y="1903"/>
                  <a:pt x="862" y="1903"/>
                  <a:pt x="701" y="1860"/>
                </a:cubicBezTo>
                <a:cubicBezTo>
                  <a:pt x="541" y="1817"/>
                  <a:pt x="395" y="1732"/>
                  <a:pt x="277" y="1615"/>
                </a:cubicBezTo>
                <a:cubicBezTo>
                  <a:pt x="160" y="1497"/>
                  <a:pt x="75" y="1351"/>
                  <a:pt x="32" y="1191"/>
                </a:cubicBezTo>
                <a:cubicBezTo>
                  <a:pt x="-11" y="1030"/>
                  <a:pt x="-11" y="861"/>
                  <a:pt x="32" y="701"/>
                </a:cubicBezTo>
                <a:cubicBezTo>
                  <a:pt x="75" y="540"/>
                  <a:pt x="160" y="394"/>
                  <a:pt x="277" y="277"/>
                </a:cubicBezTo>
                <a:cubicBezTo>
                  <a:pt x="395" y="159"/>
                  <a:pt x="541" y="75"/>
                  <a:pt x="701" y="32"/>
                </a:cubicBezTo>
                <a:cubicBezTo>
                  <a:pt x="862" y="-11"/>
                  <a:pt x="1031" y="-11"/>
                  <a:pt x="1191" y="32"/>
                </a:cubicBezTo>
                <a:cubicBezTo>
                  <a:pt x="1352" y="75"/>
                  <a:pt x="1498" y="159"/>
                  <a:pt x="1615" y="2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5"/>
          <p:cNvSpPr/>
          <p:nvPr/>
        </p:nvSpPr>
        <p:spPr>
          <a:xfrm flipH="1">
            <a:off x="6022126" y="620400"/>
            <a:ext cx="1444400" cy="759376"/>
          </a:xfrm>
          <a:custGeom>
            <a:rect b="b" l="l" r="r" t="t"/>
            <a:pathLst>
              <a:path extrusionOk="0" h="947" w="1892">
                <a:moveTo>
                  <a:pt x="1892" y="947"/>
                </a:moveTo>
                <a:cubicBezTo>
                  <a:pt x="1892" y="424"/>
                  <a:pt x="1469" y="0"/>
                  <a:pt x="946" y="0"/>
                </a:cubicBezTo>
                <a:cubicBezTo>
                  <a:pt x="424" y="0"/>
                  <a:pt x="0" y="424"/>
                  <a:pt x="0" y="947"/>
                </a:cubicBezTo>
                <a:lnTo>
                  <a:pt x="1892" y="947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5"/>
          <p:cNvSpPr/>
          <p:nvPr/>
        </p:nvSpPr>
        <p:spPr>
          <a:xfrm flipH="1">
            <a:off x="6761675" y="620400"/>
            <a:ext cx="704850" cy="759376"/>
          </a:xfrm>
          <a:custGeom>
            <a:rect b="b" l="l" r="r" t="t"/>
            <a:pathLst>
              <a:path extrusionOk="0" h="947" w="946">
                <a:moveTo>
                  <a:pt x="931" y="947"/>
                </a:moveTo>
                <a:lnTo>
                  <a:pt x="0" y="947"/>
                </a:lnTo>
                <a:cubicBezTo>
                  <a:pt x="0" y="424"/>
                  <a:pt x="424" y="0"/>
                  <a:pt x="946" y="0"/>
                </a:cubicBezTo>
                <a:lnTo>
                  <a:pt x="931" y="947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6"/>
          <p:cNvSpPr txBox="1"/>
          <p:nvPr>
            <p:ph type="ctrTitle"/>
          </p:nvPr>
        </p:nvSpPr>
        <p:spPr>
          <a:xfrm>
            <a:off x="296950" y="1891225"/>
            <a:ext cx="4135500" cy="1046400"/>
          </a:xfrm>
          <a:prstGeom prst="rect">
            <a:avLst/>
          </a:prstGeom>
          <a:solidFill>
            <a:srgbClr val="76A5AF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6"/>
                </a:solidFill>
              </a:rPr>
              <a:t>PROBLEM</a:t>
            </a:r>
            <a:r>
              <a:rPr lang="en" sz="1600">
                <a:solidFill>
                  <a:schemeClr val="accent6"/>
                </a:solidFill>
              </a:rPr>
              <a:t> </a:t>
            </a:r>
            <a:r>
              <a:rPr lang="en" sz="1700">
                <a:solidFill>
                  <a:schemeClr val="accent6"/>
                </a:solidFill>
              </a:rPr>
              <a:t>: Inconvenient Health Care</a:t>
            </a:r>
            <a:r>
              <a:rPr lang="en" sz="2500">
                <a:solidFill>
                  <a:schemeClr val="accent6"/>
                </a:solidFill>
              </a:rPr>
              <a:t> </a:t>
            </a:r>
            <a:endParaRPr sz="2500"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6"/>
                </a:solidFill>
                <a:latin typeface="Mulish"/>
                <a:ea typeface="Mulish"/>
                <a:cs typeface="Mulish"/>
                <a:sym typeface="Mulish"/>
              </a:rPr>
              <a:t>Inconvenient, limited real-time monitoring, time consuming and overreliance on wired system.</a:t>
            </a:r>
            <a:endParaRPr sz="1400"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3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6"/>
          <p:cNvSpPr txBox="1"/>
          <p:nvPr/>
        </p:nvSpPr>
        <p:spPr>
          <a:xfrm>
            <a:off x="507425" y="3025025"/>
            <a:ext cx="2349000" cy="1835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Current Process and Technology</a:t>
            </a:r>
            <a:endParaRPr b="1" sz="12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00">
                <a:latin typeface="Trebuchet MS"/>
                <a:ea typeface="Trebuchet MS"/>
                <a:cs typeface="Trebuchet MS"/>
                <a:sym typeface="Trebuchet MS"/>
              </a:rPr>
              <a:t>Healthcare facilities depend on wired monitoring systems that involve bedside monitors, wired sensors, and centralized monitoring stations to track patients' vital signs and health parameters. </a:t>
            </a:r>
            <a:endParaRPr b="1" sz="12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236" name="Google Shape;236;p26"/>
          <p:cNvSpPr txBox="1"/>
          <p:nvPr/>
        </p:nvSpPr>
        <p:spPr>
          <a:xfrm>
            <a:off x="3264513" y="3025025"/>
            <a:ext cx="2445900" cy="1835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What is missing and current technology</a:t>
            </a:r>
            <a:endParaRPr b="1" sz="12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000"/>
              <a:buFont typeface="Trebuchet MS"/>
              <a:buChar char="●"/>
            </a:pPr>
            <a:r>
              <a:rPr lang="en" sz="1000">
                <a:latin typeface="Trebuchet MS"/>
                <a:ea typeface="Trebuchet MS"/>
                <a:cs typeface="Trebuchet MS"/>
                <a:sym typeface="Trebuchet MS"/>
              </a:rPr>
              <a:t>Limited Mobility</a:t>
            </a:r>
            <a:endParaRPr sz="10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Trebuchet MS"/>
              <a:buChar char="●"/>
            </a:pPr>
            <a:r>
              <a:rPr lang="en" sz="1000">
                <a:latin typeface="Trebuchet MS"/>
                <a:ea typeface="Trebuchet MS"/>
                <a:cs typeface="Trebuchet MS"/>
                <a:sym typeface="Trebuchet MS"/>
              </a:rPr>
              <a:t>Real-Time Monitoring</a:t>
            </a:r>
            <a:endParaRPr sz="10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Trebuchet MS"/>
              <a:buChar char="●"/>
            </a:pPr>
            <a:r>
              <a:rPr lang="en" sz="1000">
                <a:latin typeface="Trebuchet MS"/>
                <a:ea typeface="Trebuchet MS"/>
                <a:cs typeface="Trebuchet MS"/>
                <a:sym typeface="Trebuchet MS"/>
              </a:rPr>
              <a:t>Scalability</a:t>
            </a:r>
            <a:endParaRPr sz="10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Trebuchet MS"/>
              <a:buChar char="●"/>
            </a:pPr>
            <a:r>
              <a:rPr lang="en" sz="1000">
                <a:latin typeface="Trebuchet MS"/>
                <a:ea typeface="Trebuchet MS"/>
                <a:cs typeface="Trebuchet MS"/>
                <a:sym typeface="Trebuchet MS"/>
              </a:rPr>
              <a:t>Remote Monitoring</a:t>
            </a:r>
            <a:endParaRPr sz="10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237" name="Google Shape;237;p26"/>
          <p:cNvSpPr txBox="1"/>
          <p:nvPr/>
        </p:nvSpPr>
        <p:spPr>
          <a:xfrm>
            <a:off x="6118525" y="2992475"/>
            <a:ext cx="2445900" cy="1835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How is solution game changer</a:t>
            </a:r>
            <a:endParaRPr b="1" sz="12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latin typeface="Trebuchet MS"/>
                <a:ea typeface="Trebuchet MS"/>
                <a:cs typeface="Trebuchet MS"/>
                <a:sym typeface="Trebuchet MS"/>
              </a:rPr>
              <a:t>The strategy we recommend entails establishing wireless healthcare monitoring systems and wearable monitors, which have several advantages such as improved mobility, real-time data analysis, flexibility, and distant monitoring. </a:t>
            </a:r>
            <a:endParaRPr sz="10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238" name="Google Shape;238;p26"/>
          <p:cNvSpPr txBox="1"/>
          <p:nvPr/>
        </p:nvSpPr>
        <p:spPr>
          <a:xfrm>
            <a:off x="2452725" y="222725"/>
            <a:ext cx="4069500" cy="11586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C2E3A"/>
                </a:solidFill>
                <a:latin typeface="Oswald"/>
                <a:ea typeface="Oswald"/>
                <a:cs typeface="Oswald"/>
                <a:sym typeface="Oswald"/>
              </a:rPr>
              <a:t>  </a:t>
            </a:r>
            <a:r>
              <a:rPr b="1" lang="en" sz="2800">
                <a:solidFill>
                  <a:srgbClr val="0C2E3A"/>
                </a:solidFill>
                <a:latin typeface="Oswald"/>
                <a:ea typeface="Oswald"/>
                <a:cs typeface="Oswald"/>
                <a:sym typeface="Oswald"/>
              </a:rPr>
              <a:t>Concept A</a:t>
            </a:r>
            <a:r>
              <a:rPr lang="en" sz="2800">
                <a:solidFill>
                  <a:srgbClr val="0C2E3A"/>
                </a:solidFill>
                <a:latin typeface="Oswald"/>
                <a:ea typeface="Oswald"/>
                <a:cs typeface="Oswald"/>
                <a:sym typeface="Oswald"/>
              </a:rPr>
              <a:t> : Biobloom</a:t>
            </a:r>
            <a:endParaRPr sz="2800">
              <a:solidFill>
                <a:srgbClr val="0C2E3A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7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Improving healthcare through technology</a:t>
            </a:r>
            <a:endParaRPr sz="29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239" name="Google Shape;239;p26"/>
          <p:cNvGrpSpPr/>
          <p:nvPr/>
        </p:nvGrpSpPr>
        <p:grpSpPr>
          <a:xfrm>
            <a:off x="2503215" y="319451"/>
            <a:ext cx="545622" cy="447615"/>
            <a:chOff x="5053900" y="2021500"/>
            <a:chExt cx="483750" cy="483125"/>
          </a:xfrm>
        </p:grpSpPr>
        <p:sp>
          <p:nvSpPr>
            <p:cNvPr id="240" name="Google Shape;240;p26"/>
            <p:cNvSpPr/>
            <p:nvPr/>
          </p:nvSpPr>
          <p:spPr>
            <a:xfrm>
              <a:off x="5258702" y="2078104"/>
              <a:ext cx="150010" cy="48355"/>
            </a:xfrm>
            <a:custGeom>
              <a:rect b="b" l="l" r="r" t="t"/>
              <a:pathLst>
                <a:path extrusionOk="0" h="5094" w="5095">
                  <a:moveTo>
                    <a:pt x="565" y="0"/>
                  </a:moveTo>
                  <a:cubicBezTo>
                    <a:pt x="251" y="0"/>
                    <a:pt x="1" y="254"/>
                    <a:pt x="1" y="568"/>
                  </a:cubicBezTo>
                  <a:cubicBezTo>
                    <a:pt x="1" y="879"/>
                    <a:pt x="251" y="1132"/>
                    <a:pt x="565" y="1132"/>
                  </a:cubicBezTo>
                  <a:cubicBezTo>
                    <a:pt x="2440" y="1135"/>
                    <a:pt x="3959" y="2654"/>
                    <a:pt x="3962" y="4529"/>
                  </a:cubicBezTo>
                  <a:cubicBezTo>
                    <a:pt x="3962" y="4843"/>
                    <a:pt x="4216" y="5094"/>
                    <a:pt x="4530" y="5094"/>
                  </a:cubicBezTo>
                  <a:cubicBezTo>
                    <a:pt x="4841" y="5094"/>
                    <a:pt x="5094" y="4843"/>
                    <a:pt x="5094" y="4529"/>
                  </a:cubicBezTo>
                  <a:cubicBezTo>
                    <a:pt x="5091" y="2029"/>
                    <a:pt x="3065" y="3"/>
                    <a:pt x="5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41" name="Google Shape;241;p26"/>
            <p:cNvSpPr/>
            <p:nvPr/>
          </p:nvSpPr>
          <p:spPr>
            <a:xfrm>
              <a:off x="5053900" y="2191325"/>
              <a:ext cx="56650" cy="28325"/>
            </a:xfrm>
            <a:custGeom>
              <a:rect b="b" l="l" r="r" t="t"/>
              <a:pathLst>
                <a:path extrusionOk="0" h="1133" w="2266">
                  <a:moveTo>
                    <a:pt x="569" y="0"/>
                  </a:moveTo>
                  <a:cubicBezTo>
                    <a:pt x="255" y="0"/>
                    <a:pt x="1" y="254"/>
                    <a:pt x="1" y="568"/>
                  </a:cubicBezTo>
                  <a:cubicBezTo>
                    <a:pt x="1" y="879"/>
                    <a:pt x="255" y="1133"/>
                    <a:pt x="569" y="1133"/>
                  </a:cubicBezTo>
                  <a:lnTo>
                    <a:pt x="1701" y="1133"/>
                  </a:lnTo>
                  <a:cubicBezTo>
                    <a:pt x="2012" y="1133"/>
                    <a:pt x="2266" y="879"/>
                    <a:pt x="2266" y="568"/>
                  </a:cubicBezTo>
                  <a:cubicBezTo>
                    <a:pt x="2266" y="254"/>
                    <a:pt x="2012" y="0"/>
                    <a:pt x="17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42" name="Google Shape;242;p26"/>
            <p:cNvSpPr/>
            <p:nvPr/>
          </p:nvSpPr>
          <p:spPr>
            <a:xfrm>
              <a:off x="5056850" y="2096550"/>
              <a:ext cx="50750" cy="48025"/>
            </a:xfrm>
            <a:custGeom>
              <a:rect b="b" l="l" r="r" t="t"/>
              <a:pathLst>
                <a:path extrusionOk="0" h="1921" w="2030">
                  <a:moveTo>
                    <a:pt x="622" y="0"/>
                  </a:moveTo>
                  <a:cubicBezTo>
                    <a:pt x="476" y="0"/>
                    <a:pt x="331" y="56"/>
                    <a:pt x="221" y="168"/>
                  </a:cubicBezTo>
                  <a:cubicBezTo>
                    <a:pt x="4" y="385"/>
                    <a:pt x="1" y="739"/>
                    <a:pt x="215" y="962"/>
                  </a:cubicBezTo>
                  <a:lnTo>
                    <a:pt x="1015" y="1762"/>
                  </a:lnTo>
                  <a:cubicBezTo>
                    <a:pt x="1125" y="1868"/>
                    <a:pt x="1267" y="1921"/>
                    <a:pt x="1409" y="1921"/>
                  </a:cubicBezTo>
                  <a:cubicBezTo>
                    <a:pt x="1554" y="1921"/>
                    <a:pt x="1699" y="1865"/>
                    <a:pt x="1809" y="1753"/>
                  </a:cubicBezTo>
                  <a:cubicBezTo>
                    <a:pt x="2027" y="1536"/>
                    <a:pt x="2030" y="1183"/>
                    <a:pt x="1815" y="962"/>
                  </a:cubicBezTo>
                  <a:lnTo>
                    <a:pt x="1015" y="159"/>
                  </a:lnTo>
                  <a:cubicBezTo>
                    <a:pt x="905" y="53"/>
                    <a:pt x="763" y="0"/>
                    <a:pt x="6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43" name="Google Shape;243;p26"/>
            <p:cNvSpPr/>
            <p:nvPr/>
          </p:nvSpPr>
          <p:spPr>
            <a:xfrm>
              <a:off x="5056400" y="2266400"/>
              <a:ext cx="51200" cy="48350"/>
            </a:xfrm>
            <a:custGeom>
              <a:rect b="b" l="l" r="r" t="t"/>
              <a:pathLst>
                <a:path extrusionOk="0" h="1934" w="2048">
                  <a:moveTo>
                    <a:pt x="1427" y="0"/>
                  </a:moveTo>
                  <a:cubicBezTo>
                    <a:pt x="1285" y="0"/>
                    <a:pt x="1143" y="53"/>
                    <a:pt x="1033" y="159"/>
                  </a:cubicBezTo>
                  <a:lnTo>
                    <a:pt x="233" y="962"/>
                  </a:lnTo>
                  <a:cubicBezTo>
                    <a:pt x="4" y="1179"/>
                    <a:pt x="1" y="1545"/>
                    <a:pt x="227" y="1768"/>
                  </a:cubicBezTo>
                  <a:cubicBezTo>
                    <a:pt x="338" y="1879"/>
                    <a:pt x="482" y="1934"/>
                    <a:pt x="627" y="1934"/>
                  </a:cubicBezTo>
                  <a:cubicBezTo>
                    <a:pt x="774" y="1934"/>
                    <a:pt x="922" y="1876"/>
                    <a:pt x="1033" y="1762"/>
                  </a:cubicBezTo>
                  <a:lnTo>
                    <a:pt x="1833" y="962"/>
                  </a:lnTo>
                  <a:cubicBezTo>
                    <a:pt x="2048" y="738"/>
                    <a:pt x="2045" y="385"/>
                    <a:pt x="1827" y="168"/>
                  </a:cubicBezTo>
                  <a:cubicBezTo>
                    <a:pt x="1717" y="56"/>
                    <a:pt x="1572" y="0"/>
                    <a:pt x="1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44" name="Google Shape;244;p26"/>
            <p:cNvSpPr/>
            <p:nvPr/>
          </p:nvSpPr>
          <p:spPr>
            <a:xfrm>
              <a:off x="5480400" y="2191325"/>
              <a:ext cx="56650" cy="28325"/>
            </a:xfrm>
            <a:custGeom>
              <a:rect b="b" l="l" r="r" t="t"/>
              <a:pathLst>
                <a:path extrusionOk="0" h="1133" w="2266">
                  <a:moveTo>
                    <a:pt x="568" y="0"/>
                  </a:moveTo>
                  <a:cubicBezTo>
                    <a:pt x="254" y="0"/>
                    <a:pt x="1" y="254"/>
                    <a:pt x="1" y="568"/>
                  </a:cubicBezTo>
                  <a:cubicBezTo>
                    <a:pt x="1" y="879"/>
                    <a:pt x="254" y="1133"/>
                    <a:pt x="568" y="1133"/>
                  </a:cubicBezTo>
                  <a:lnTo>
                    <a:pt x="1701" y="1133"/>
                  </a:lnTo>
                  <a:cubicBezTo>
                    <a:pt x="2012" y="1133"/>
                    <a:pt x="2265" y="879"/>
                    <a:pt x="2265" y="568"/>
                  </a:cubicBezTo>
                  <a:cubicBezTo>
                    <a:pt x="2265" y="254"/>
                    <a:pt x="2012" y="0"/>
                    <a:pt x="17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45" name="Google Shape;245;p26"/>
            <p:cNvSpPr/>
            <p:nvPr/>
          </p:nvSpPr>
          <p:spPr>
            <a:xfrm>
              <a:off x="5479800" y="2096550"/>
              <a:ext cx="54300" cy="48225"/>
            </a:xfrm>
            <a:custGeom>
              <a:rect b="b" l="l" r="r" t="t"/>
              <a:pathLst>
                <a:path extrusionOk="0" h="1929" w="2172">
                  <a:moveTo>
                    <a:pt x="1550" y="0"/>
                  </a:moveTo>
                  <a:cubicBezTo>
                    <a:pt x="1409" y="0"/>
                    <a:pt x="1267" y="53"/>
                    <a:pt x="1157" y="159"/>
                  </a:cubicBezTo>
                  <a:lnTo>
                    <a:pt x="357" y="962"/>
                  </a:lnTo>
                  <a:cubicBezTo>
                    <a:pt x="1" y="1318"/>
                    <a:pt x="251" y="1928"/>
                    <a:pt x="756" y="1928"/>
                  </a:cubicBezTo>
                  <a:cubicBezTo>
                    <a:pt x="907" y="1928"/>
                    <a:pt x="1051" y="1868"/>
                    <a:pt x="1157" y="1762"/>
                  </a:cubicBezTo>
                  <a:lnTo>
                    <a:pt x="1957" y="959"/>
                  </a:lnTo>
                  <a:cubicBezTo>
                    <a:pt x="2172" y="739"/>
                    <a:pt x="2169" y="385"/>
                    <a:pt x="1951" y="168"/>
                  </a:cubicBezTo>
                  <a:cubicBezTo>
                    <a:pt x="1841" y="56"/>
                    <a:pt x="1696" y="0"/>
                    <a:pt x="15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46" name="Google Shape;246;p26"/>
            <p:cNvSpPr/>
            <p:nvPr/>
          </p:nvSpPr>
          <p:spPr>
            <a:xfrm>
              <a:off x="5483350" y="2266400"/>
              <a:ext cx="54300" cy="48225"/>
            </a:xfrm>
            <a:custGeom>
              <a:rect b="b" l="l" r="r" t="t"/>
              <a:pathLst>
                <a:path extrusionOk="0" h="1929" w="2172">
                  <a:moveTo>
                    <a:pt x="622" y="0"/>
                  </a:moveTo>
                  <a:cubicBezTo>
                    <a:pt x="476" y="0"/>
                    <a:pt x="331" y="56"/>
                    <a:pt x="221" y="168"/>
                  </a:cubicBezTo>
                  <a:cubicBezTo>
                    <a:pt x="4" y="385"/>
                    <a:pt x="1" y="738"/>
                    <a:pt x="215" y="962"/>
                  </a:cubicBezTo>
                  <a:lnTo>
                    <a:pt x="1015" y="1762"/>
                  </a:lnTo>
                  <a:cubicBezTo>
                    <a:pt x="1121" y="1868"/>
                    <a:pt x="1266" y="1928"/>
                    <a:pt x="1417" y="1928"/>
                  </a:cubicBezTo>
                  <a:cubicBezTo>
                    <a:pt x="1921" y="1928"/>
                    <a:pt x="2172" y="1318"/>
                    <a:pt x="1815" y="962"/>
                  </a:cubicBezTo>
                  <a:lnTo>
                    <a:pt x="1015" y="159"/>
                  </a:lnTo>
                  <a:cubicBezTo>
                    <a:pt x="905" y="53"/>
                    <a:pt x="763" y="0"/>
                    <a:pt x="6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47" name="Google Shape;247;p26"/>
            <p:cNvSpPr/>
            <p:nvPr/>
          </p:nvSpPr>
          <p:spPr>
            <a:xfrm>
              <a:off x="5118000" y="2021500"/>
              <a:ext cx="368700" cy="483125"/>
            </a:xfrm>
            <a:custGeom>
              <a:rect b="b" l="l" r="r" t="t"/>
              <a:pathLst>
                <a:path extrusionOk="0" h="19325" w="14748">
                  <a:moveTo>
                    <a:pt x="7088" y="1135"/>
                  </a:moveTo>
                  <a:cubicBezTo>
                    <a:pt x="8391" y="1135"/>
                    <a:pt x="9651" y="1571"/>
                    <a:pt x="10668" y="2397"/>
                  </a:cubicBezTo>
                  <a:cubicBezTo>
                    <a:pt x="13159" y="4417"/>
                    <a:pt x="13473" y="8104"/>
                    <a:pt x="11360" y="10516"/>
                  </a:cubicBezTo>
                  <a:cubicBezTo>
                    <a:pt x="10572" y="11419"/>
                    <a:pt x="10085" y="12503"/>
                    <a:pt x="9962" y="13626"/>
                  </a:cubicBezTo>
                  <a:lnTo>
                    <a:pt x="4237" y="13626"/>
                  </a:lnTo>
                  <a:cubicBezTo>
                    <a:pt x="4107" y="12482"/>
                    <a:pt x="3630" y="11407"/>
                    <a:pt x="2866" y="10550"/>
                  </a:cubicBezTo>
                  <a:cubicBezTo>
                    <a:pt x="1658" y="9191"/>
                    <a:pt x="1184" y="7367"/>
                    <a:pt x="1571" y="5549"/>
                  </a:cubicBezTo>
                  <a:cubicBezTo>
                    <a:pt x="2020" y="3427"/>
                    <a:pt x="3748" y="1706"/>
                    <a:pt x="5873" y="1262"/>
                  </a:cubicBezTo>
                  <a:cubicBezTo>
                    <a:pt x="6278" y="1177"/>
                    <a:pt x="6685" y="1135"/>
                    <a:pt x="7088" y="1135"/>
                  </a:cubicBezTo>
                  <a:close/>
                  <a:moveTo>
                    <a:pt x="9931" y="14759"/>
                  </a:moveTo>
                  <a:lnTo>
                    <a:pt x="9931" y="15323"/>
                  </a:lnTo>
                  <a:cubicBezTo>
                    <a:pt x="9931" y="15637"/>
                    <a:pt x="9678" y="15891"/>
                    <a:pt x="9364" y="15891"/>
                  </a:cubicBezTo>
                  <a:lnTo>
                    <a:pt x="4835" y="15891"/>
                  </a:lnTo>
                  <a:cubicBezTo>
                    <a:pt x="4521" y="15891"/>
                    <a:pt x="4270" y="15637"/>
                    <a:pt x="4270" y="15323"/>
                  </a:cubicBezTo>
                  <a:lnTo>
                    <a:pt x="4270" y="14759"/>
                  </a:lnTo>
                  <a:close/>
                  <a:moveTo>
                    <a:pt x="8699" y="17023"/>
                  </a:moveTo>
                  <a:cubicBezTo>
                    <a:pt x="8464" y="17694"/>
                    <a:pt x="7827" y="18192"/>
                    <a:pt x="7099" y="18192"/>
                  </a:cubicBezTo>
                  <a:cubicBezTo>
                    <a:pt x="6371" y="18192"/>
                    <a:pt x="5734" y="17694"/>
                    <a:pt x="5499" y="17023"/>
                  </a:cubicBezTo>
                  <a:close/>
                  <a:moveTo>
                    <a:pt x="7087" y="0"/>
                  </a:moveTo>
                  <a:cubicBezTo>
                    <a:pt x="6607" y="0"/>
                    <a:pt x="6123" y="50"/>
                    <a:pt x="5641" y="151"/>
                  </a:cubicBezTo>
                  <a:cubicBezTo>
                    <a:pt x="3053" y="712"/>
                    <a:pt x="1027" y="2729"/>
                    <a:pt x="462" y="5314"/>
                  </a:cubicBezTo>
                  <a:cubicBezTo>
                    <a:pt x="0" y="7488"/>
                    <a:pt x="568" y="9671"/>
                    <a:pt x="2020" y="11301"/>
                  </a:cubicBezTo>
                  <a:cubicBezTo>
                    <a:pt x="2730" y="12099"/>
                    <a:pt x="3135" y="13149"/>
                    <a:pt x="3135" y="14191"/>
                  </a:cubicBezTo>
                  <a:lnTo>
                    <a:pt x="3135" y="15323"/>
                  </a:lnTo>
                  <a:cubicBezTo>
                    <a:pt x="3138" y="16060"/>
                    <a:pt x="3612" y="16709"/>
                    <a:pt x="4309" y="16939"/>
                  </a:cubicBezTo>
                  <a:cubicBezTo>
                    <a:pt x="4409" y="17518"/>
                    <a:pt x="4681" y="18053"/>
                    <a:pt x="5094" y="18473"/>
                  </a:cubicBezTo>
                  <a:cubicBezTo>
                    <a:pt x="5642" y="19040"/>
                    <a:pt x="6371" y="19324"/>
                    <a:pt x="7099" y="19324"/>
                  </a:cubicBezTo>
                  <a:cubicBezTo>
                    <a:pt x="7828" y="19324"/>
                    <a:pt x="8556" y="19040"/>
                    <a:pt x="9104" y="18473"/>
                  </a:cubicBezTo>
                  <a:cubicBezTo>
                    <a:pt x="9518" y="18053"/>
                    <a:pt x="9790" y="17518"/>
                    <a:pt x="9889" y="16939"/>
                  </a:cubicBezTo>
                  <a:cubicBezTo>
                    <a:pt x="10587" y="16709"/>
                    <a:pt x="11061" y="16060"/>
                    <a:pt x="11064" y="15323"/>
                  </a:cubicBezTo>
                  <a:lnTo>
                    <a:pt x="11064" y="14191"/>
                  </a:lnTo>
                  <a:cubicBezTo>
                    <a:pt x="11064" y="13149"/>
                    <a:pt x="11471" y="12108"/>
                    <a:pt x="12211" y="11262"/>
                  </a:cubicBezTo>
                  <a:cubicBezTo>
                    <a:pt x="14747" y="8366"/>
                    <a:pt x="14370" y="3943"/>
                    <a:pt x="11381" y="1518"/>
                  </a:cubicBezTo>
                  <a:cubicBezTo>
                    <a:pt x="10159" y="525"/>
                    <a:pt x="8647" y="0"/>
                    <a:pt x="70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48" name="Google Shape;248;p26"/>
          <p:cNvGrpSpPr/>
          <p:nvPr/>
        </p:nvGrpSpPr>
        <p:grpSpPr>
          <a:xfrm>
            <a:off x="362828" y="385184"/>
            <a:ext cx="447613" cy="447590"/>
            <a:chOff x="-27710725" y="1959200"/>
            <a:chExt cx="260725" cy="295400"/>
          </a:xfrm>
        </p:grpSpPr>
        <p:sp>
          <p:nvSpPr>
            <p:cNvPr id="249" name="Google Shape;249;p26"/>
            <p:cNvSpPr/>
            <p:nvPr/>
          </p:nvSpPr>
          <p:spPr>
            <a:xfrm>
              <a:off x="-27710725" y="1959200"/>
              <a:ext cx="260725" cy="295400"/>
            </a:xfrm>
            <a:custGeom>
              <a:rect b="b" l="l" r="r" t="t"/>
              <a:pathLst>
                <a:path extrusionOk="0" h="11816" w="10429">
                  <a:moveTo>
                    <a:pt x="1072" y="3561"/>
                  </a:moveTo>
                  <a:cubicBezTo>
                    <a:pt x="1261" y="3561"/>
                    <a:pt x="1418" y="3718"/>
                    <a:pt x="1418" y="3907"/>
                  </a:cubicBezTo>
                  <a:lnTo>
                    <a:pt x="1418" y="4916"/>
                  </a:lnTo>
                  <a:lnTo>
                    <a:pt x="694" y="4916"/>
                  </a:lnTo>
                  <a:lnTo>
                    <a:pt x="694" y="3907"/>
                  </a:lnTo>
                  <a:cubicBezTo>
                    <a:pt x="694" y="3718"/>
                    <a:pt x="851" y="3561"/>
                    <a:pt x="1072" y="3561"/>
                  </a:cubicBezTo>
                  <a:close/>
                  <a:moveTo>
                    <a:pt x="5230" y="3561"/>
                  </a:moveTo>
                  <a:cubicBezTo>
                    <a:pt x="5419" y="3561"/>
                    <a:pt x="5577" y="3718"/>
                    <a:pt x="5577" y="3907"/>
                  </a:cubicBezTo>
                  <a:lnTo>
                    <a:pt x="5577" y="4916"/>
                  </a:lnTo>
                  <a:lnTo>
                    <a:pt x="4884" y="4916"/>
                  </a:lnTo>
                  <a:lnTo>
                    <a:pt x="4884" y="3907"/>
                  </a:lnTo>
                  <a:cubicBezTo>
                    <a:pt x="4884" y="3718"/>
                    <a:pt x="5041" y="3561"/>
                    <a:pt x="5230" y="3561"/>
                  </a:cubicBezTo>
                  <a:close/>
                  <a:moveTo>
                    <a:pt x="8696" y="4348"/>
                  </a:moveTo>
                  <a:cubicBezTo>
                    <a:pt x="9294" y="4348"/>
                    <a:pt x="9736" y="4821"/>
                    <a:pt x="9736" y="5357"/>
                  </a:cubicBezTo>
                  <a:cubicBezTo>
                    <a:pt x="9736" y="5924"/>
                    <a:pt x="9263" y="6396"/>
                    <a:pt x="8696" y="6396"/>
                  </a:cubicBezTo>
                  <a:cubicBezTo>
                    <a:pt x="8097" y="6396"/>
                    <a:pt x="7688" y="5924"/>
                    <a:pt x="7688" y="5357"/>
                  </a:cubicBezTo>
                  <a:cubicBezTo>
                    <a:pt x="7688" y="4821"/>
                    <a:pt x="8160" y="4348"/>
                    <a:pt x="8696" y="4348"/>
                  </a:cubicBezTo>
                  <a:close/>
                  <a:moveTo>
                    <a:pt x="5482" y="5609"/>
                  </a:moveTo>
                  <a:cubicBezTo>
                    <a:pt x="5388" y="6176"/>
                    <a:pt x="5073" y="6774"/>
                    <a:pt x="4569" y="7121"/>
                  </a:cubicBezTo>
                  <a:cubicBezTo>
                    <a:pt x="4120" y="7475"/>
                    <a:pt x="3582" y="7653"/>
                    <a:pt x="3036" y="7653"/>
                  </a:cubicBezTo>
                  <a:cubicBezTo>
                    <a:pt x="2854" y="7653"/>
                    <a:pt x="2671" y="7633"/>
                    <a:pt x="2489" y="7593"/>
                  </a:cubicBezTo>
                  <a:cubicBezTo>
                    <a:pt x="1639" y="7404"/>
                    <a:pt x="946" y="6617"/>
                    <a:pt x="757" y="5640"/>
                  </a:cubicBezTo>
                  <a:lnTo>
                    <a:pt x="1418" y="5640"/>
                  </a:lnTo>
                  <a:cubicBezTo>
                    <a:pt x="1481" y="5955"/>
                    <a:pt x="1639" y="6270"/>
                    <a:pt x="1891" y="6491"/>
                  </a:cubicBezTo>
                  <a:cubicBezTo>
                    <a:pt x="2206" y="6806"/>
                    <a:pt x="2647" y="7026"/>
                    <a:pt x="3119" y="7026"/>
                  </a:cubicBezTo>
                  <a:cubicBezTo>
                    <a:pt x="3183" y="7026"/>
                    <a:pt x="3309" y="7026"/>
                    <a:pt x="3372" y="6963"/>
                  </a:cubicBezTo>
                  <a:cubicBezTo>
                    <a:pt x="4096" y="6837"/>
                    <a:pt x="4600" y="6302"/>
                    <a:pt x="4758" y="5609"/>
                  </a:cubicBezTo>
                  <a:close/>
                  <a:moveTo>
                    <a:pt x="2426" y="1"/>
                  </a:moveTo>
                  <a:cubicBezTo>
                    <a:pt x="2237" y="1"/>
                    <a:pt x="2080" y="158"/>
                    <a:pt x="2080" y="347"/>
                  </a:cubicBezTo>
                  <a:lnTo>
                    <a:pt x="2080" y="725"/>
                  </a:lnTo>
                  <a:lnTo>
                    <a:pt x="1733" y="725"/>
                  </a:lnTo>
                  <a:cubicBezTo>
                    <a:pt x="1135" y="725"/>
                    <a:pt x="694" y="1198"/>
                    <a:pt x="694" y="1734"/>
                  </a:cubicBezTo>
                  <a:lnTo>
                    <a:pt x="694" y="2836"/>
                  </a:lnTo>
                  <a:cubicBezTo>
                    <a:pt x="316" y="2994"/>
                    <a:pt x="1" y="3340"/>
                    <a:pt x="1" y="3813"/>
                  </a:cubicBezTo>
                  <a:lnTo>
                    <a:pt x="1" y="5073"/>
                  </a:lnTo>
                  <a:lnTo>
                    <a:pt x="1" y="5231"/>
                  </a:lnTo>
                  <a:cubicBezTo>
                    <a:pt x="32" y="5924"/>
                    <a:pt x="284" y="6554"/>
                    <a:pt x="662" y="7058"/>
                  </a:cubicBezTo>
                  <a:cubicBezTo>
                    <a:pt x="1103" y="7656"/>
                    <a:pt x="1702" y="8035"/>
                    <a:pt x="2395" y="8224"/>
                  </a:cubicBezTo>
                  <a:cubicBezTo>
                    <a:pt x="2521" y="8287"/>
                    <a:pt x="2678" y="8287"/>
                    <a:pt x="2804" y="8318"/>
                  </a:cubicBezTo>
                  <a:lnTo>
                    <a:pt x="2804" y="8696"/>
                  </a:lnTo>
                  <a:cubicBezTo>
                    <a:pt x="2804" y="10429"/>
                    <a:pt x="4222" y="11815"/>
                    <a:pt x="5892" y="11815"/>
                  </a:cubicBezTo>
                  <a:cubicBezTo>
                    <a:pt x="7625" y="11815"/>
                    <a:pt x="9011" y="10397"/>
                    <a:pt x="9011" y="8696"/>
                  </a:cubicBezTo>
                  <a:lnTo>
                    <a:pt x="9011" y="6932"/>
                  </a:lnTo>
                  <a:cubicBezTo>
                    <a:pt x="9830" y="6837"/>
                    <a:pt x="10429" y="6176"/>
                    <a:pt x="10429" y="5325"/>
                  </a:cubicBezTo>
                  <a:cubicBezTo>
                    <a:pt x="10429" y="4380"/>
                    <a:pt x="9641" y="3592"/>
                    <a:pt x="8696" y="3592"/>
                  </a:cubicBezTo>
                  <a:cubicBezTo>
                    <a:pt x="7751" y="3592"/>
                    <a:pt x="6963" y="4380"/>
                    <a:pt x="6963" y="5325"/>
                  </a:cubicBezTo>
                  <a:cubicBezTo>
                    <a:pt x="6963" y="6144"/>
                    <a:pt x="7562" y="6837"/>
                    <a:pt x="8349" y="7026"/>
                  </a:cubicBezTo>
                  <a:lnTo>
                    <a:pt x="8349" y="8791"/>
                  </a:lnTo>
                  <a:cubicBezTo>
                    <a:pt x="8349" y="10114"/>
                    <a:pt x="7247" y="11216"/>
                    <a:pt x="5892" y="11216"/>
                  </a:cubicBezTo>
                  <a:cubicBezTo>
                    <a:pt x="4569" y="11216"/>
                    <a:pt x="3466" y="10114"/>
                    <a:pt x="3466" y="8791"/>
                  </a:cubicBezTo>
                  <a:lnTo>
                    <a:pt x="3466" y="8350"/>
                  </a:lnTo>
                  <a:cubicBezTo>
                    <a:pt x="4065" y="8287"/>
                    <a:pt x="4600" y="8066"/>
                    <a:pt x="5073" y="7688"/>
                  </a:cubicBezTo>
                  <a:cubicBezTo>
                    <a:pt x="5829" y="7089"/>
                    <a:pt x="6270" y="6176"/>
                    <a:pt x="6270" y="5231"/>
                  </a:cubicBezTo>
                  <a:lnTo>
                    <a:pt x="6270" y="3876"/>
                  </a:lnTo>
                  <a:cubicBezTo>
                    <a:pt x="6270" y="3435"/>
                    <a:pt x="5986" y="3025"/>
                    <a:pt x="5545" y="2868"/>
                  </a:cubicBezTo>
                  <a:lnTo>
                    <a:pt x="5545" y="1765"/>
                  </a:lnTo>
                  <a:cubicBezTo>
                    <a:pt x="5545" y="1198"/>
                    <a:pt x="5073" y="757"/>
                    <a:pt x="4537" y="757"/>
                  </a:cubicBezTo>
                  <a:lnTo>
                    <a:pt x="4159" y="757"/>
                  </a:lnTo>
                  <a:lnTo>
                    <a:pt x="4159" y="410"/>
                  </a:lnTo>
                  <a:cubicBezTo>
                    <a:pt x="4159" y="190"/>
                    <a:pt x="4002" y="32"/>
                    <a:pt x="3813" y="32"/>
                  </a:cubicBezTo>
                  <a:cubicBezTo>
                    <a:pt x="3624" y="32"/>
                    <a:pt x="3466" y="190"/>
                    <a:pt x="3466" y="410"/>
                  </a:cubicBezTo>
                  <a:lnTo>
                    <a:pt x="3466" y="1765"/>
                  </a:lnTo>
                  <a:cubicBezTo>
                    <a:pt x="3466" y="1986"/>
                    <a:pt x="3624" y="2143"/>
                    <a:pt x="3813" y="2143"/>
                  </a:cubicBezTo>
                  <a:cubicBezTo>
                    <a:pt x="4002" y="2143"/>
                    <a:pt x="4159" y="1986"/>
                    <a:pt x="4159" y="1765"/>
                  </a:cubicBezTo>
                  <a:lnTo>
                    <a:pt x="4159" y="1418"/>
                  </a:lnTo>
                  <a:lnTo>
                    <a:pt x="4537" y="1418"/>
                  </a:lnTo>
                  <a:cubicBezTo>
                    <a:pt x="4726" y="1418"/>
                    <a:pt x="4884" y="1576"/>
                    <a:pt x="4884" y="1765"/>
                  </a:cubicBezTo>
                  <a:lnTo>
                    <a:pt x="4884" y="2868"/>
                  </a:lnTo>
                  <a:cubicBezTo>
                    <a:pt x="4474" y="3025"/>
                    <a:pt x="4159" y="3403"/>
                    <a:pt x="4159" y="3876"/>
                  </a:cubicBezTo>
                  <a:lnTo>
                    <a:pt x="4159" y="5168"/>
                  </a:lnTo>
                  <a:cubicBezTo>
                    <a:pt x="4159" y="5703"/>
                    <a:pt x="3813" y="6176"/>
                    <a:pt x="3309" y="6270"/>
                  </a:cubicBezTo>
                  <a:lnTo>
                    <a:pt x="3151" y="6270"/>
                  </a:lnTo>
                  <a:cubicBezTo>
                    <a:pt x="2867" y="6270"/>
                    <a:pt x="2584" y="6144"/>
                    <a:pt x="2395" y="5955"/>
                  </a:cubicBezTo>
                  <a:cubicBezTo>
                    <a:pt x="2206" y="5766"/>
                    <a:pt x="2080" y="5483"/>
                    <a:pt x="2080" y="5199"/>
                  </a:cubicBezTo>
                  <a:lnTo>
                    <a:pt x="2080" y="3813"/>
                  </a:lnTo>
                  <a:cubicBezTo>
                    <a:pt x="2080" y="3403"/>
                    <a:pt x="1796" y="2994"/>
                    <a:pt x="1387" y="2836"/>
                  </a:cubicBezTo>
                  <a:lnTo>
                    <a:pt x="1387" y="1734"/>
                  </a:lnTo>
                  <a:cubicBezTo>
                    <a:pt x="1387" y="1545"/>
                    <a:pt x="1544" y="1387"/>
                    <a:pt x="1733" y="1387"/>
                  </a:cubicBezTo>
                  <a:lnTo>
                    <a:pt x="2080" y="1387"/>
                  </a:lnTo>
                  <a:lnTo>
                    <a:pt x="2080" y="1734"/>
                  </a:lnTo>
                  <a:cubicBezTo>
                    <a:pt x="2080" y="1923"/>
                    <a:pt x="2237" y="2080"/>
                    <a:pt x="2426" y="2080"/>
                  </a:cubicBezTo>
                  <a:cubicBezTo>
                    <a:pt x="2647" y="2080"/>
                    <a:pt x="2804" y="1923"/>
                    <a:pt x="2804" y="1734"/>
                  </a:cubicBezTo>
                  <a:lnTo>
                    <a:pt x="2804" y="347"/>
                  </a:lnTo>
                  <a:cubicBezTo>
                    <a:pt x="2804" y="158"/>
                    <a:pt x="2647" y="1"/>
                    <a:pt x="242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26"/>
            <p:cNvSpPr/>
            <p:nvPr/>
          </p:nvSpPr>
          <p:spPr>
            <a:xfrm>
              <a:off x="-27502000" y="2084450"/>
              <a:ext cx="17350" cy="17350"/>
            </a:xfrm>
            <a:custGeom>
              <a:rect b="b" l="l" r="r" t="t"/>
              <a:pathLst>
                <a:path extrusionOk="0" h="694" w="694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1" name="Google Shape;251;p26"/>
          <p:cNvGrpSpPr/>
          <p:nvPr/>
        </p:nvGrpSpPr>
        <p:grpSpPr>
          <a:xfrm>
            <a:off x="296957" y="319466"/>
            <a:ext cx="397267" cy="447590"/>
            <a:chOff x="-27710725" y="1959200"/>
            <a:chExt cx="260725" cy="295400"/>
          </a:xfrm>
        </p:grpSpPr>
        <p:sp>
          <p:nvSpPr>
            <p:cNvPr id="252" name="Google Shape;252;p26"/>
            <p:cNvSpPr/>
            <p:nvPr/>
          </p:nvSpPr>
          <p:spPr>
            <a:xfrm>
              <a:off x="-27710725" y="1959200"/>
              <a:ext cx="260725" cy="295400"/>
            </a:xfrm>
            <a:custGeom>
              <a:rect b="b" l="l" r="r" t="t"/>
              <a:pathLst>
                <a:path extrusionOk="0" h="11816" w="10429">
                  <a:moveTo>
                    <a:pt x="1072" y="3561"/>
                  </a:moveTo>
                  <a:cubicBezTo>
                    <a:pt x="1261" y="3561"/>
                    <a:pt x="1418" y="3718"/>
                    <a:pt x="1418" y="3907"/>
                  </a:cubicBezTo>
                  <a:lnTo>
                    <a:pt x="1418" y="4916"/>
                  </a:lnTo>
                  <a:lnTo>
                    <a:pt x="694" y="4916"/>
                  </a:lnTo>
                  <a:lnTo>
                    <a:pt x="694" y="3907"/>
                  </a:lnTo>
                  <a:cubicBezTo>
                    <a:pt x="694" y="3718"/>
                    <a:pt x="851" y="3561"/>
                    <a:pt x="1072" y="3561"/>
                  </a:cubicBezTo>
                  <a:close/>
                  <a:moveTo>
                    <a:pt x="5230" y="3561"/>
                  </a:moveTo>
                  <a:cubicBezTo>
                    <a:pt x="5419" y="3561"/>
                    <a:pt x="5577" y="3718"/>
                    <a:pt x="5577" y="3907"/>
                  </a:cubicBezTo>
                  <a:lnTo>
                    <a:pt x="5577" y="4916"/>
                  </a:lnTo>
                  <a:lnTo>
                    <a:pt x="4884" y="4916"/>
                  </a:lnTo>
                  <a:lnTo>
                    <a:pt x="4884" y="3907"/>
                  </a:lnTo>
                  <a:cubicBezTo>
                    <a:pt x="4884" y="3718"/>
                    <a:pt x="5041" y="3561"/>
                    <a:pt x="5230" y="3561"/>
                  </a:cubicBezTo>
                  <a:close/>
                  <a:moveTo>
                    <a:pt x="8696" y="4348"/>
                  </a:moveTo>
                  <a:cubicBezTo>
                    <a:pt x="9294" y="4348"/>
                    <a:pt x="9736" y="4821"/>
                    <a:pt x="9736" y="5357"/>
                  </a:cubicBezTo>
                  <a:cubicBezTo>
                    <a:pt x="9736" y="5924"/>
                    <a:pt x="9263" y="6396"/>
                    <a:pt x="8696" y="6396"/>
                  </a:cubicBezTo>
                  <a:cubicBezTo>
                    <a:pt x="8097" y="6396"/>
                    <a:pt x="7688" y="5924"/>
                    <a:pt x="7688" y="5357"/>
                  </a:cubicBezTo>
                  <a:cubicBezTo>
                    <a:pt x="7688" y="4821"/>
                    <a:pt x="8160" y="4348"/>
                    <a:pt x="8696" y="4348"/>
                  </a:cubicBezTo>
                  <a:close/>
                  <a:moveTo>
                    <a:pt x="5482" y="5609"/>
                  </a:moveTo>
                  <a:cubicBezTo>
                    <a:pt x="5388" y="6176"/>
                    <a:pt x="5073" y="6774"/>
                    <a:pt x="4569" y="7121"/>
                  </a:cubicBezTo>
                  <a:cubicBezTo>
                    <a:pt x="4120" y="7475"/>
                    <a:pt x="3582" y="7653"/>
                    <a:pt x="3036" y="7653"/>
                  </a:cubicBezTo>
                  <a:cubicBezTo>
                    <a:pt x="2854" y="7653"/>
                    <a:pt x="2671" y="7633"/>
                    <a:pt x="2489" y="7593"/>
                  </a:cubicBezTo>
                  <a:cubicBezTo>
                    <a:pt x="1639" y="7404"/>
                    <a:pt x="946" y="6617"/>
                    <a:pt x="757" y="5640"/>
                  </a:cubicBezTo>
                  <a:lnTo>
                    <a:pt x="1418" y="5640"/>
                  </a:lnTo>
                  <a:cubicBezTo>
                    <a:pt x="1481" y="5955"/>
                    <a:pt x="1639" y="6270"/>
                    <a:pt x="1891" y="6491"/>
                  </a:cubicBezTo>
                  <a:cubicBezTo>
                    <a:pt x="2206" y="6806"/>
                    <a:pt x="2647" y="7026"/>
                    <a:pt x="3119" y="7026"/>
                  </a:cubicBezTo>
                  <a:cubicBezTo>
                    <a:pt x="3183" y="7026"/>
                    <a:pt x="3309" y="7026"/>
                    <a:pt x="3372" y="6963"/>
                  </a:cubicBezTo>
                  <a:cubicBezTo>
                    <a:pt x="4096" y="6837"/>
                    <a:pt x="4600" y="6302"/>
                    <a:pt x="4758" y="5609"/>
                  </a:cubicBezTo>
                  <a:close/>
                  <a:moveTo>
                    <a:pt x="2426" y="1"/>
                  </a:moveTo>
                  <a:cubicBezTo>
                    <a:pt x="2237" y="1"/>
                    <a:pt x="2080" y="158"/>
                    <a:pt x="2080" y="347"/>
                  </a:cubicBezTo>
                  <a:lnTo>
                    <a:pt x="2080" y="725"/>
                  </a:lnTo>
                  <a:lnTo>
                    <a:pt x="1733" y="725"/>
                  </a:lnTo>
                  <a:cubicBezTo>
                    <a:pt x="1135" y="725"/>
                    <a:pt x="694" y="1198"/>
                    <a:pt x="694" y="1734"/>
                  </a:cubicBezTo>
                  <a:lnTo>
                    <a:pt x="694" y="2836"/>
                  </a:lnTo>
                  <a:cubicBezTo>
                    <a:pt x="316" y="2994"/>
                    <a:pt x="1" y="3340"/>
                    <a:pt x="1" y="3813"/>
                  </a:cubicBezTo>
                  <a:lnTo>
                    <a:pt x="1" y="5073"/>
                  </a:lnTo>
                  <a:lnTo>
                    <a:pt x="1" y="5231"/>
                  </a:lnTo>
                  <a:cubicBezTo>
                    <a:pt x="32" y="5924"/>
                    <a:pt x="284" y="6554"/>
                    <a:pt x="662" y="7058"/>
                  </a:cubicBezTo>
                  <a:cubicBezTo>
                    <a:pt x="1103" y="7656"/>
                    <a:pt x="1702" y="8035"/>
                    <a:pt x="2395" y="8224"/>
                  </a:cubicBezTo>
                  <a:cubicBezTo>
                    <a:pt x="2521" y="8287"/>
                    <a:pt x="2678" y="8287"/>
                    <a:pt x="2804" y="8318"/>
                  </a:cubicBezTo>
                  <a:lnTo>
                    <a:pt x="2804" y="8696"/>
                  </a:lnTo>
                  <a:cubicBezTo>
                    <a:pt x="2804" y="10429"/>
                    <a:pt x="4222" y="11815"/>
                    <a:pt x="5892" y="11815"/>
                  </a:cubicBezTo>
                  <a:cubicBezTo>
                    <a:pt x="7625" y="11815"/>
                    <a:pt x="9011" y="10397"/>
                    <a:pt x="9011" y="8696"/>
                  </a:cubicBezTo>
                  <a:lnTo>
                    <a:pt x="9011" y="6932"/>
                  </a:lnTo>
                  <a:cubicBezTo>
                    <a:pt x="9830" y="6837"/>
                    <a:pt x="10429" y="6176"/>
                    <a:pt x="10429" y="5325"/>
                  </a:cubicBezTo>
                  <a:cubicBezTo>
                    <a:pt x="10429" y="4380"/>
                    <a:pt x="9641" y="3592"/>
                    <a:pt x="8696" y="3592"/>
                  </a:cubicBezTo>
                  <a:cubicBezTo>
                    <a:pt x="7751" y="3592"/>
                    <a:pt x="6963" y="4380"/>
                    <a:pt x="6963" y="5325"/>
                  </a:cubicBezTo>
                  <a:cubicBezTo>
                    <a:pt x="6963" y="6144"/>
                    <a:pt x="7562" y="6837"/>
                    <a:pt x="8349" y="7026"/>
                  </a:cubicBezTo>
                  <a:lnTo>
                    <a:pt x="8349" y="8791"/>
                  </a:lnTo>
                  <a:cubicBezTo>
                    <a:pt x="8349" y="10114"/>
                    <a:pt x="7247" y="11216"/>
                    <a:pt x="5892" y="11216"/>
                  </a:cubicBezTo>
                  <a:cubicBezTo>
                    <a:pt x="4569" y="11216"/>
                    <a:pt x="3466" y="10114"/>
                    <a:pt x="3466" y="8791"/>
                  </a:cubicBezTo>
                  <a:lnTo>
                    <a:pt x="3466" y="8350"/>
                  </a:lnTo>
                  <a:cubicBezTo>
                    <a:pt x="4065" y="8287"/>
                    <a:pt x="4600" y="8066"/>
                    <a:pt x="5073" y="7688"/>
                  </a:cubicBezTo>
                  <a:cubicBezTo>
                    <a:pt x="5829" y="7089"/>
                    <a:pt x="6270" y="6176"/>
                    <a:pt x="6270" y="5231"/>
                  </a:cubicBezTo>
                  <a:lnTo>
                    <a:pt x="6270" y="3876"/>
                  </a:lnTo>
                  <a:cubicBezTo>
                    <a:pt x="6270" y="3435"/>
                    <a:pt x="5986" y="3025"/>
                    <a:pt x="5545" y="2868"/>
                  </a:cubicBezTo>
                  <a:lnTo>
                    <a:pt x="5545" y="1765"/>
                  </a:lnTo>
                  <a:cubicBezTo>
                    <a:pt x="5545" y="1198"/>
                    <a:pt x="5073" y="757"/>
                    <a:pt x="4537" y="757"/>
                  </a:cubicBezTo>
                  <a:lnTo>
                    <a:pt x="4159" y="757"/>
                  </a:lnTo>
                  <a:lnTo>
                    <a:pt x="4159" y="410"/>
                  </a:lnTo>
                  <a:cubicBezTo>
                    <a:pt x="4159" y="190"/>
                    <a:pt x="4002" y="32"/>
                    <a:pt x="3813" y="32"/>
                  </a:cubicBezTo>
                  <a:cubicBezTo>
                    <a:pt x="3624" y="32"/>
                    <a:pt x="3466" y="190"/>
                    <a:pt x="3466" y="410"/>
                  </a:cubicBezTo>
                  <a:lnTo>
                    <a:pt x="3466" y="1765"/>
                  </a:lnTo>
                  <a:cubicBezTo>
                    <a:pt x="3466" y="1986"/>
                    <a:pt x="3624" y="2143"/>
                    <a:pt x="3813" y="2143"/>
                  </a:cubicBezTo>
                  <a:cubicBezTo>
                    <a:pt x="4002" y="2143"/>
                    <a:pt x="4159" y="1986"/>
                    <a:pt x="4159" y="1765"/>
                  </a:cubicBezTo>
                  <a:lnTo>
                    <a:pt x="4159" y="1418"/>
                  </a:lnTo>
                  <a:lnTo>
                    <a:pt x="4537" y="1418"/>
                  </a:lnTo>
                  <a:cubicBezTo>
                    <a:pt x="4726" y="1418"/>
                    <a:pt x="4884" y="1576"/>
                    <a:pt x="4884" y="1765"/>
                  </a:cubicBezTo>
                  <a:lnTo>
                    <a:pt x="4884" y="2868"/>
                  </a:lnTo>
                  <a:cubicBezTo>
                    <a:pt x="4474" y="3025"/>
                    <a:pt x="4159" y="3403"/>
                    <a:pt x="4159" y="3876"/>
                  </a:cubicBezTo>
                  <a:lnTo>
                    <a:pt x="4159" y="5168"/>
                  </a:lnTo>
                  <a:cubicBezTo>
                    <a:pt x="4159" y="5703"/>
                    <a:pt x="3813" y="6176"/>
                    <a:pt x="3309" y="6270"/>
                  </a:cubicBezTo>
                  <a:lnTo>
                    <a:pt x="3151" y="6270"/>
                  </a:lnTo>
                  <a:cubicBezTo>
                    <a:pt x="2867" y="6270"/>
                    <a:pt x="2584" y="6144"/>
                    <a:pt x="2395" y="5955"/>
                  </a:cubicBezTo>
                  <a:cubicBezTo>
                    <a:pt x="2206" y="5766"/>
                    <a:pt x="2080" y="5483"/>
                    <a:pt x="2080" y="5199"/>
                  </a:cubicBezTo>
                  <a:lnTo>
                    <a:pt x="2080" y="3813"/>
                  </a:lnTo>
                  <a:cubicBezTo>
                    <a:pt x="2080" y="3403"/>
                    <a:pt x="1796" y="2994"/>
                    <a:pt x="1387" y="2836"/>
                  </a:cubicBezTo>
                  <a:lnTo>
                    <a:pt x="1387" y="1734"/>
                  </a:lnTo>
                  <a:cubicBezTo>
                    <a:pt x="1387" y="1545"/>
                    <a:pt x="1544" y="1387"/>
                    <a:pt x="1733" y="1387"/>
                  </a:cubicBezTo>
                  <a:lnTo>
                    <a:pt x="2080" y="1387"/>
                  </a:lnTo>
                  <a:lnTo>
                    <a:pt x="2080" y="1734"/>
                  </a:lnTo>
                  <a:cubicBezTo>
                    <a:pt x="2080" y="1923"/>
                    <a:pt x="2237" y="2080"/>
                    <a:pt x="2426" y="2080"/>
                  </a:cubicBezTo>
                  <a:cubicBezTo>
                    <a:pt x="2647" y="2080"/>
                    <a:pt x="2804" y="1923"/>
                    <a:pt x="2804" y="1734"/>
                  </a:cubicBezTo>
                  <a:lnTo>
                    <a:pt x="2804" y="347"/>
                  </a:lnTo>
                  <a:cubicBezTo>
                    <a:pt x="2804" y="158"/>
                    <a:pt x="2647" y="1"/>
                    <a:pt x="242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26"/>
            <p:cNvSpPr/>
            <p:nvPr/>
          </p:nvSpPr>
          <p:spPr>
            <a:xfrm>
              <a:off x="-27502000" y="2084450"/>
              <a:ext cx="17350" cy="17350"/>
            </a:xfrm>
            <a:custGeom>
              <a:rect b="b" l="l" r="r" t="t"/>
              <a:pathLst>
                <a:path extrusionOk="0" h="694" w="694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4" name="Google Shape;254;p26"/>
          <p:cNvSpPr txBox="1"/>
          <p:nvPr>
            <p:ph type="ctrTitle"/>
          </p:nvPr>
        </p:nvSpPr>
        <p:spPr>
          <a:xfrm>
            <a:off x="4632525" y="1891225"/>
            <a:ext cx="4135500" cy="1046400"/>
          </a:xfrm>
          <a:prstGeom prst="rect">
            <a:avLst/>
          </a:prstGeom>
          <a:solidFill>
            <a:srgbClr val="76A5AF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02124"/>
                </a:solidFill>
              </a:rPr>
              <a:t>  </a:t>
            </a:r>
            <a:r>
              <a:rPr lang="en" sz="2000">
                <a:solidFill>
                  <a:schemeClr val="accent6"/>
                </a:solidFill>
              </a:rPr>
              <a:t>  </a:t>
            </a:r>
            <a:r>
              <a:rPr b="1" lang="en" sz="1600">
                <a:solidFill>
                  <a:schemeClr val="accent6"/>
                </a:solidFill>
              </a:rPr>
              <a:t>PROBLEM MAGNITUDE </a:t>
            </a:r>
            <a:endParaRPr b="1" sz="1600"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6"/>
                </a:solidFill>
                <a:latin typeface="Mulish"/>
                <a:ea typeface="Mulish"/>
                <a:cs typeface="Mulish"/>
                <a:sym typeface="Mulish"/>
              </a:rPr>
              <a:t>According to 2019 research of 120 anesthesiologists found that 24% of them preferred wireless solutions in response to issues such as long cables, tangled or broken plugs, and unplugged cords.</a:t>
            </a:r>
            <a:endParaRPr sz="1000">
              <a:solidFill>
                <a:schemeClr val="accent6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6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6"/>
              </a:solidFill>
            </a:endParaRPr>
          </a:p>
        </p:txBody>
      </p:sp>
      <p:pic>
        <p:nvPicPr>
          <p:cNvPr id="255" name="Google Shape;25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75" y="57388"/>
            <a:ext cx="2109576" cy="1698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96669" y="57400"/>
            <a:ext cx="2174531" cy="16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6"/>
          <p:cNvSpPr txBox="1"/>
          <p:nvPr/>
        </p:nvSpPr>
        <p:spPr>
          <a:xfrm>
            <a:off x="1907750" y="1533225"/>
            <a:ext cx="2445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rPr>
              <a:t>1</a:t>
            </a:r>
            <a:endParaRPr sz="900">
              <a:solidFill>
                <a:schemeClr val="dk1"/>
              </a:solidFill>
              <a:latin typeface="Mulish Medium"/>
              <a:ea typeface="Mulish Medium"/>
              <a:cs typeface="Mulish Medium"/>
              <a:sym typeface="Mulish Medium"/>
            </a:endParaRPr>
          </a:p>
        </p:txBody>
      </p:sp>
      <p:sp>
        <p:nvSpPr>
          <p:cNvPr id="258" name="Google Shape;258;p26"/>
          <p:cNvSpPr txBox="1"/>
          <p:nvPr/>
        </p:nvSpPr>
        <p:spPr>
          <a:xfrm>
            <a:off x="8626700" y="1485600"/>
            <a:ext cx="2445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rPr>
              <a:t>2</a:t>
            </a:r>
            <a:endParaRPr sz="900">
              <a:solidFill>
                <a:schemeClr val="dk1"/>
              </a:solidFill>
              <a:latin typeface="Mulish Medium"/>
              <a:ea typeface="Mulish Medium"/>
              <a:cs typeface="Mulish Medium"/>
              <a:sym typeface="Mulish Medium"/>
            </a:endParaRPr>
          </a:p>
        </p:txBody>
      </p:sp>
      <p:sp>
        <p:nvSpPr>
          <p:cNvPr id="259" name="Google Shape;259;p26"/>
          <p:cNvSpPr txBox="1"/>
          <p:nvPr/>
        </p:nvSpPr>
        <p:spPr>
          <a:xfrm>
            <a:off x="7573950" y="4776100"/>
            <a:ext cx="1596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rPr>
              <a:t>Slide by Shruti </a:t>
            </a:r>
            <a:endParaRPr sz="1200">
              <a:solidFill>
                <a:schemeClr val="dk1"/>
              </a:solidFill>
              <a:latin typeface="Mulish Medium"/>
              <a:ea typeface="Mulish Medium"/>
              <a:cs typeface="Mulish Medium"/>
              <a:sym typeface="Mulish Medium"/>
            </a:endParaRPr>
          </a:p>
        </p:txBody>
      </p:sp>
      <p:sp>
        <p:nvSpPr>
          <p:cNvPr id="260" name="Google Shape;260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7"/>
          <p:cNvSpPr txBox="1"/>
          <p:nvPr>
            <p:ph type="ctrTitle"/>
          </p:nvPr>
        </p:nvSpPr>
        <p:spPr>
          <a:xfrm>
            <a:off x="2041350" y="0"/>
            <a:ext cx="4596600" cy="6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  </a:t>
            </a:r>
            <a:r>
              <a:rPr lang="en" sz="4700"/>
              <a:t> </a:t>
            </a:r>
            <a:r>
              <a:rPr lang="en" sz="4000"/>
              <a:t>Architecture</a:t>
            </a:r>
            <a:r>
              <a:rPr lang="en" sz="4900"/>
              <a:t> </a:t>
            </a:r>
            <a:endParaRPr sz="4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900"/>
          </a:p>
        </p:txBody>
      </p:sp>
      <p:sp>
        <p:nvSpPr>
          <p:cNvPr id="266" name="Google Shape;266;p27"/>
          <p:cNvSpPr txBox="1"/>
          <p:nvPr/>
        </p:nvSpPr>
        <p:spPr>
          <a:xfrm>
            <a:off x="513250" y="1646350"/>
            <a:ext cx="626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ulish Medium"/>
              <a:ea typeface="Mulish Medium"/>
              <a:cs typeface="Mulish Medium"/>
              <a:sym typeface="Mulish Medium"/>
            </a:endParaRPr>
          </a:p>
        </p:txBody>
      </p:sp>
      <p:sp>
        <p:nvSpPr>
          <p:cNvPr id="267" name="Google Shape;267;p27"/>
          <p:cNvSpPr txBox="1"/>
          <p:nvPr/>
        </p:nvSpPr>
        <p:spPr>
          <a:xfrm>
            <a:off x="337100" y="1250525"/>
            <a:ext cx="8147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/>
          </a:p>
        </p:txBody>
      </p:sp>
      <p:graphicFrame>
        <p:nvGraphicFramePr>
          <p:cNvPr id="268" name="Google Shape;268;p27"/>
          <p:cNvGraphicFramePr/>
          <p:nvPr/>
        </p:nvGraphicFramePr>
        <p:xfrm>
          <a:off x="617425" y="8685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{300DB690-1332-4EE1-AB2C-32EEECA93EE3}</a:tableStyleId>
              </a:tblPr>
              <a:tblGrid>
                <a:gridCol w="2368150"/>
                <a:gridCol w="5835700"/>
              </a:tblGrid>
              <a:tr h="569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Attribute</a:t>
                      </a:r>
                      <a:r>
                        <a:rPr b="1" lang="en"/>
                        <a:t> </a:t>
                      </a:r>
                      <a:endParaRPr b="1"/>
                    </a:p>
                  </a:txBody>
                  <a:tcPr marT="91425" marB="91425" marR="66675" marL="666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Description</a:t>
                      </a:r>
                      <a:endParaRPr b="1"/>
                    </a:p>
                  </a:txBody>
                  <a:tcPr marT="91425" marB="91425" marR="66675" marL="666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959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Form</a:t>
                      </a:r>
                      <a:endParaRPr b="1" sz="1000"/>
                    </a:p>
                  </a:txBody>
                  <a:tcPr marT="91425" marB="91425" marR="66675" marL="666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88925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50"/>
                        <a:buChar char="●"/>
                      </a:pPr>
                      <a:r>
                        <a:rPr b="1" lang="en" sz="950"/>
                        <a:t>Smart Patches/Smart Clothing</a:t>
                      </a:r>
                      <a:r>
                        <a:rPr lang="en" sz="950"/>
                        <a:t> - Embedded sensors for vital signs, breathable design, washable and durable</a:t>
                      </a:r>
                      <a:r>
                        <a:rPr lang="en" sz="950"/>
                        <a:t> </a:t>
                      </a:r>
                      <a:r>
                        <a:rPr lang="en" sz="950"/>
                        <a:t>materials</a:t>
                      </a:r>
                      <a:endParaRPr sz="950"/>
                    </a:p>
                    <a:p>
                      <a:pPr indent="-288925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50"/>
                        <a:buChar char="●"/>
                      </a:pPr>
                      <a:r>
                        <a:rPr b="1" lang="en" sz="950"/>
                        <a:t>Wearable Monitors</a:t>
                      </a:r>
                      <a:r>
                        <a:rPr lang="en" sz="950"/>
                        <a:t> - Integrated rechargeable batteries, Sleek and lightweight with real-time data display and adjustable straps.</a:t>
                      </a:r>
                      <a:endParaRPr sz="950"/>
                    </a:p>
                  </a:txBody>
                  <a:tcPr marT="91425" marB="91425" marR="66675" marL="666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10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                           </a:t>
                      </a:r>
                      <a:r>
                        <a:rPr b="1" lang="en" sz="1000"/>
                        <a:t>Fit</a:t>
                      </a:r>
                      <a:endParaRPr b="1" sz="1000"/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000"/>
                        <a:t>(Size is variable)</a:t>
                      </a:r>
                      <a:endParaRPr b="1" i="1" sz="1000"/>
                    </a:p>
                  </a:txBody>
                  <a:tcPr marT="91425" marB="91425" marR="66675" marL="666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88925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50"/>
                        <a:buChar char="●"/>
                      </a:pPr>
                      <a:r>
                        <a:rPr b="1" lang="en" sz="950"/>
                        <a:t>Integration of Wireless Technologies</a:t>
                      </a:r>
                      <a:r>
                        <a:rPr lang="en" sz="950"/>
                        <a:t> - Bluetooth for short-range communication, Wifi for cloud connectivity, Cellular networks for remote monitoring.</a:t>
                      </a:r>
                      <a:endParaRPr sz="950"/>
                    </a:p>
                    <a:p>
                      <a:pPr indent="-288925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50"/>
                        <a:buChar char="●"/>
                      </a:pPr>
                      <a:r>
                        <a:rPr b="1" lang="en" sz="950"/>
                        <a:t> Data Transmission and Fusion</a:t>
                      </a:r>
                      <a:r>
                        <a:rPr lang="en" sz="950"/>
                        <a:t> - LPWAN for communication, Zigbee for mesh networking, RFID, and NFC for secure identification.</a:t>
                      </a:r>
                      <a:endParaRPr sz="950"/>
                    </a:p>
                  </a:txBody>
                  <a:tcPr marT="91425" marB="91425" marR="66675" marL="666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5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      </a:t>
                      </a:r>
                      <a:r>
                        <a:rPr b="1" lang="en" sz="1000"/>
                        <a:t>Function </a:t>
                      </a:r>
                      <a:endParaRPr b="1" sz="1000"/>
                    </a:p>
                  </a:txBody>
                  <a:tcPr marT="91425" marB="91425" marR="66675" marL="666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88925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50"/>
                        <a:buChar char="●"/>
                      </a:pPr>
                      <a:r>
                        <a:rPr b="1" lang="en" sz="950"/>
                        <a:t>Data Collection, Processing, and Analysis </a:t>
                      </a:r>
                      <a:r>
                        <a:rPr lang="en" sz="950"/>
                        <a:t>- Real-time data gathering from embedded sensors, Cloud-based platform for data processing, and Machine learning for predictive analytics.</a:t>
                      </a:r>
                      <a:endParaRPr sz="950"/>
                    </a:p>
                    <a:p>
                      <a:pPr indent="-288925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50"/>
                        <a:buChar char="●"/>
                      </a:pPr>
                      <a:r>
                        <a:rPr b="1" lang="en" sz="950"/>
                        <a:t>User Interface, Security, and Compliance</a:t>
                      </a:r>
                      <a:r>
                        <a:rPr lang="en" sz="950"/>
                        <a:t>- User-friendly display on wearable monitors, Mobile app/web portal, Robust encryption, Compliance with healthcare regulations for patient privacy</a:t>
                      </a:r>
                      <a:endParaRPr sz="950"/>
                    </a:p>
                  </a:txBody>
                  <a:tcPr marT="91425" marB="91425" marR="66675" marL="666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69" name="Google Shape;26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73781" y="139725"/>
            <a:ext cx="1043195" cy="59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8950" y="155188"/>
            <a:ext cx="675125" cy="568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7"/>
          <p:cNvPicPr preferRelativeResize="0"/>
          <p:nvPr/>
        </p:nvPicPr>
        <p:blipFill rotWithShape="1">
          <a:blip r:embed="rId5">
            <a:alphaModFix/>
          </a:blip>
          <a:srcRect b="-11656" l="0" r="-11656" t="0"/>
          <a:stretch/>
        </p:blipFill>
        <p:spPr>
          <a:xfrm>
            <a:off x="413825" y="104800"/>
            <a:ext cx="675125" cy="66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00225" y="4170513"/>
            <a:ext cx="4103976" cy="972975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7"/>
          <p:cNvSpPr txBox="1"/>
          <p:nvPr/>
        </p:nvSpPr>
        <p:spPr>
          <a:xfrm>
            <a:off x="565625" y="4366300"/>
            <a:ext cx="20346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How it works : </a:t>
            </a:r>
            <a:endParaRPr b="1" sz="12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274" name="Google Shape;274;p27"/>
          <p:cNvSpPr txBox="1"/>
          <p:nvPr/>
        </p:nvSpPr>
        <p:spPr>
          <a:xfrm>
            <a:off x="294725" y="594750"/>
            <a:ext cx="2709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rPr>
              <a:t>3</a:t>
            </a:r>
            <a:endParaRPr sz="900">
              <a:solidFill>
                <a:schemeClr val="dk1"/>
              </a:solidFill>
              <a:latin typeface="Mulish Medium"/>
              <a:ea typeface="Mulish Medium"/>
              <a:cs typeface="Mulish Medium"/>
              <a:sym typeface="Mulish Medium"/>
            </a:endParaRPr>
          </a:p>
        </p:txBody>
      </p:sp>
      <p:sp>
        <p:nvSpPr>
          <p:cNvPr id="275" name="Google Shape;275;p27"/>
          <p:cNvSpPr txBox="1"/>
          <p:nvPr/>
        </p:nvSpPr>
        <p:spPr>
          <a:xfrm>
            <a:off x="944875" y="594750"/>
            <a:ext cx="2709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rPr>
              <a:t>4</a:t>
            </a:r>
            <a:endParaRPr sz="900">
              <a:solidFill>
                <a:schemeClr val="dk1"/>
              </a:solidFill>
              <a:latin typeface="Mulish Medium"/>
              <a:ea typeface="Mulish Medium"/>
              <a:cs typeface="Mulish Medium"/>
              <a:sym typeface="Mulish Medium"/>
            </a:endParaRPr>
          </a:p>
        </p:txBody>
      </p:sp>
      <p:sp>
        <p:nvSpPr>
          <p:cNvPr id="276" name="Google Shape;276;p27"/>
          <p:cNvSpPr txBox="1"/>
          <p:nvPr/>
        </p:nvSpPr>
        <p:spPr>
          <a:xfrm>
            <a:off x="8873100" y="594750"/>
            <a:ext cx="2709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rPr>
              <a:t>5</a:t>
            </a:r>
            <a:endParaRPr sz="900">
              <a:solidFill>
                <a:schemeClr val="dk1"/>
              </a:solidFill>
              <a:latin typeface="Mulish Medium"/>
              <a:ea typeface="Mulish Medium"/>
              <a:cs typeface="Mulish Medium"/>
              <a:sym typeface="Mulish Medium"/>
            </a:endParaRPr>
          </a:p>
        </p:txBody>
      </p:sp>
      <p:sp>
        <p:nvSpPr>
          <p:cNvPr id="277" name="Google Shape;277;p27"/>
          <p:cNvSpPr txBox="1"/>
          <p:nvPr/>
        </p:nvSpPr>
        <p:spPr>
          <a:xfrm>
            <a:off x="6880500" y="4776100"/>
            <a:ext cx="219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rPr>
              <a:t>Slide by Shruti &amp; Rachana</a:t>
            </a:r>
            <a:endParaRPr sz="1200">
              <a:solidFill>
                <a:schemeClr val="dk1"/>
              </a:solidFill>
              <a:latin typeface="Mulish Medium"/>
              <a:ea typeface="Mulish Medium"/>
              <a:cs typeface="Mulish Medium"/>
              <a:sym typeface="Mulish Medium"/>
            </a:endParaRPr>
          </a:p>
        </p:txBody>
      </p:sp>
      <p:sp>
        <p:nvSpPr>
          <p:cNvPr id="278" name="Google Shape;278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8"/>
          <p:cNvSpPr txBox="1"/>
          <p:nvPr/>
        </p:nvSpPr>
        <p:spPr>
          <a:xfrm>
            <a:off x="513250" y="1391750"/>
            <a:ext cx="626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ulish Medium"/>
              <a:ea typeface="Mulish Medium"/>
              <a:cs typeface="Mulish Medium"/>
              <a:sym typeface="Mulish Medium"/>
            </a:endParaRPr>
          </a:p>
        </p:txBody>
      </p:sp>
      <p:sp>
        <p:nvSpPr>
          <p:cNvPr id="284" name="Google Shape;284;p28"/>
          <p:cNvSpPr txBox="1"/>
          <p:nvPr/>
        </p:nvSpPr>
        <p:spPr>
          <a:xfrm>
            <a:off x="337100" y="1021925"/>
            <a:ext cx="8147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285" name="Google Shape;285;p28"/>
          <p:cNvSpPr txBox="1"/>
          <p:nvPr/>
        </p:nvSpPr>
        <p:spPr>
          <a:xfrm>
            <a:off x="3166850" y="101025"/>
            <a:ext cx="2487600" cy="7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Infrastructure</a:t>
            </a:r>
            <a:r>
              <a:rPr lang="en" sz="4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endParaRPr sz="100">
              <a:solidFill>
                <a:schemeClr val="dk1"/>
              </a:solidFill>
              <a:latin typeface="Mulish Medium"/>
              <a:ea typeface="Mulish Medium"/>
              <a:cs typeface="Mulish Medium"/>
              <a:sym typeface="Mulish Medium"/>
            </a:endParaRPr>
          </a:p>
        </p:txBody>
      </p:sp>
      <p:sp>
        <p:nvSpPr>
          <p:cNvPr id="286" name="Google Shape;286;p28"/>
          <p:cNvSpPr txBox="1"/>
          <p:nvPr/>
        </p:nvSpPr>
        <p:spPr>
          <a:xfrm>
            <a:off x="971550" y="817650"/>
            <a:ext cx="2967000" cy="14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325D79"/>
                </a:solidFill>
                <a:latin typeface="Oswald"/>
                <a:ea typeface="Oswald"/>
                <a:cs typeface="Oswald"/>
                <a:sym typeface="Oswald"/>
              </a:rPr>
              <a:t>Hardware 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ulish"/>
              <a:buChar char="●"/>
            </a:pPr>
            <a:r>
              <a:rPr lang="en" sz="1100">
                <a:latin typeface="Mulish"/>
                <a:ea typeface="Mulish"/>
                <a:cs typeface="Mulish"/>
                <a:sym typeface="Mulish"/>
              </a:rPr>
              <a:t>Wearable medical devices such as sensors and controllers</a:t>
            </a:r>
            <a:endParaRPr sz="1100">
              <a:latin typeface="Mulish"/>
              <a:ea typeface="Mulish"/>
              <a:cs typeface="Mulish"/>
              <a:sym typeface="Mulish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ulish"/>
              <a:buChar char="●"/>
            </a:pPr>
            <a:r>
              <a:rPr lang="en" sz="1100">
                <a:latin typeface="Mulish"/>
                <a:ea typeface="Mulish"/>
                <a:cs typeface="Mulish"/>
                <a:sym typeface="Mulish"/>
              </a:rPr>
              <a:t>Gateway and networking equipments like </a:t>
            </a:r>
            <a:r>
              <a:rPr lang="en" sz="1100">
                <a:latin typeface="Mulish"/>
                <a:ea typeface="Mulish"/>
                <a:cs typeface="Mulish"/>
                <a:sym typeface="Mulish"/>
              </a:rPr>
              <a:t>Wifi</a:t>
            </a:r>
            <a:r>
              <a:rPr lang="en" sz="1100">
                <a:latin typeface="Mulish"/>
                <a:ea typeface="Mulish"/>
                <a:cs typeface="Mulish"/>
                <a:sym typeface="Mulish"/>
              </a:rPr>
              <a:t> and routers.</a:t>
            </a:r>
            <a:endParaRPr sz="1100"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 </a:t>
            </a:r>
            <a:endParaRPr sz="1600"/>
          </a:p>
        </p:txBody>
      </p:sp>
      <p:sp>
        <p:nvSpPr>
          <p:cNvPr id="287" name="Google Shape;287;p28"/>
          <p:cNvSpPr txBox="1"/>
          <p:nvPr/>
        </p:nvSpPr>
        <p:spPr>
          <a:xfrm>
            <a:off x="971550" y="2072300"/>
            <a:ext cx="2670000" cy="14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325D79"/>
                </a:solidFill>
                <a:latin typeface="Oswald"/>
                <a:ea typeface="Oswald"/>
                <a:cs typeface="Oswald"/>
                <a:sym typeface="Oswald"/>
              </a:rPr>
              <a:t>Software 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ulish"/>
              <a:buChar char="●"/>
            </a:pPr>
            <a:r>
              <a:rPr lang="en" sz="1100">
                <a:latin typeface="Mulish"/>
                <a:ea typeface="Mulish"/>
                <a:cs typeface="Mulish"/>
                <a:sym typeface="Mulish"/>
              </a:rPr>
              <a:t>Embedded software</a:t>
            </a:r>
            <a:endParaRPr sz="1100">
              <a:latin typeface="Mulish"/>
              <a:ea typeface="Mulish"/>
              <a:cs typeface="Mulish"/>
              <a:sym typeface="Mulish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ulish"/>
              <a:buChar char="●"/>
            </a:pPr>
            <a:r>
              <a:rPr lang="en" sz="1100">
                <a:latin typeface="Mulish"/>
                <a:ea typeface="Mulish"/>
                <a:cs typeface="Mulish"/>
                <a:sym typeface="Mulish"/>
              </a:rPr>
              <a:t>Communication protocols</a:t>
            </a:r>
            <a:endParaRPr sz="1100">
              <a:latin typeface="Mulish"/>
              <a:ea typeface="Mulish"/>
              <a:cs typeface="Mulish"/>
              <a:sym typeface="Mulish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ulish"/>
              <a:buChar char="●"/>
            </a:pPr>
            <a:r>
              <a:rPr lang="en" sz="1100">
                <a:latin typeface="Mulish"/>
                <a:ea typeface="Mulish"/>
                <a:cs typeface="Mulish"/>
                <a:sym typeface="Mulish"/>
              </a:rPr>
              <a:t>Monitoring software</a:t>
            </a:r>
            <a:endParaRPr sz="1100">
              <a:latin typeface="Mulish"/>
              <a:ea typeface="Mulish"/>
              <a:cs typeface="Mulish"/>
              <a:sym typeface="Mulish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ulish"/>
              <a:buChar char="●"/>
            </a:pPr>
            <a:r>
              <a:rPr lang="en" sz="1100">
                <a:latin typeface="Mulish"/>
                <a:ea typeface="Mulish"/>
                <a:cs typeface="Mulish"/>
                <a:sym typeface="Mulish"/>
              </a:rPr>
              <a:t>Data management software.</a:t>
            </a:r>
            <a:endParaRPr b="1" sz="1100"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 </a:t>
            </a:r>
            <a:endParaRPr sz="1600"/>
          </a:p>
        </p:txBody>
      </p:sp>
      <p:sp>
        <p:nvSpPr>
          <p:cNvPr id="288" name="Google Shape;288;p28"/>
          <p:cNvSpPr txBox="1"/>
          <p:nvPr/>
        </p:nvSpPr>
        <p:spPr>
          <a:xfrm>
            <a:off x="971550" y="3378825"/>
            <a:ext cx="2487600" cy="14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325D79"/>
                </a:solidFill>
                <a:latin typeface="Oswald"/>
                <a:ea typeface="Oswald"/>
                <a:cs typeface="Oswald"/>
                <a:sym typeface="Oswald"/>
              </a:rPr>
              <a:t>Documentation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ulish"/>
              <a:buChar char="●"/>
            </a:pPr>
            <a:r>
              <a:rPr lang="en" sz="1100">
                <a:latin typeface="Mulish"/>
                <a:ea typeface="Mulish"/>
                <a:cs typeface="Mulish"/>
                <a:sym typeface="Mulish"/>
              </a:rPr>
              <a:t>User manuals</a:t>
            </a:r>
            <a:endParaRPr sz="1100">
              <a:latin typeface="Mulish"/>
              <a:ea typeface="Mulish"/>
              <a:cs typeface="Mulish"/>
              <a:sym typeface="Mulish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ulish"/>
              <a:buChar char="●"/>
            </a:pPr>
            <a:r>
              <a:rPr lang="en" sz="1100">
                <a:latin typeface="Mulish"/>
                <a:ea typeface="Mulish"/>
                <a:cs typeface="Mulish"/>
                <a:sym typeface="Mulish"/>
              </a:rPr>
              <a:t>Technical specifications</a:t>
            </a:r>
            <a:endParaRPr sz="1100">
              <a:latin typeface="Mulish"/>
              <a:ea typeface="Mulish"/>
              <a:cs typeface="Mulish"/>
              <a:sym typeface="Mulish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ulish"/>
              <a:buChar char="●"/>
            </a:pPr>
            <a:r>
              <a:rPr lang="en" sz="1100">
                <a:latin typeface="Mulish"/>
                <a:ea typeface="Mulish"/>
                <a:cs typeface="Mulish"/>
                <a:sym typeface="Mulish"/>
              </a:rPr>
              <a:t>Regulatory documentation</a:t>
            </a:r>
            <a:endParaRPr sz="1100">
              <a:latin typeface="Mulish"/>
              <a:ea typeface="Mulish"/>
              <a:cs typeface="Mulish"/>
              <a:sym typeface="Mulish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>
                <a:latin typeface="Mulish"/>
                <a:ea typeface="Mulish"/>
                <a:cs typeface="Mulish"/>
                <a:sym typeface="Mulish"/>
              </a:rPr>
              <a:t>Installation guides</a:t>
            </a:r>
            <a:r>
              <a:rPr lang="en" sz="1100"/>
              <a:t>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 </a:t>
            </a:r>
            <a:endParaRPr sz="1600"/>
          </a:p>
        </p:txBody>
      </p:sp>
      <p:sp>
        <p:nvSpPr>
          <p:cNvPr id="289" name="Google Shape;289;p28"/>
          <p:cNvSpPr txBox="1"/>
          <p:nvPr/>
        </p:nvSpPr>
        <p:spPr>
          <a:xfrm>
            <a:off x="5996600" y="668375"/>
            <a:ext cx="2487600" cy="125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325D79"/>
                </a:solidFill>
                <a:latin typeface="Oswald"/>
                <a:ea typeface="Oswald"/>
                <a:cs typeface="Oswald"/>
                <a:sym typeface="Oswald"/>
              </a:rPr>
              <a:t>People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ulish"/>
              <a:buChar char="●"/>
            </a:pPr>
            <a:r>
              <a:rPr lang="en" sz="1100">
                <a:latin typeface="Mulish"/>
                <a:ea typeface="Mulish"/>
                <a:cs typeface="Mulish"/>
                <a:sym typeface="Mulish"/>
              </a:rPr>
              <a:t>Healthcare professionals</a:t>
            </a:r>
            <a:endParaRPr sz="1100">
              <a:latin typeface="Mulish"/>
              <a:ea typeface="Mulish"/>
              <a:cs typeface="Mulish"/>
              <a:sym typeface="Mulish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ulish"/>
              <a:buChar char="●"/>
            </a:pPr>
            <a:r>
              <a:rPr lang="en" sz="1100">
                <a:latin typeface="Mulish"/>
                <a:ea typeface="Mulish"/>
                <a:cs typeface="Mulish"/>
                <a:sym typeface="Mulish"/>
              </a:rPr>
              <a:t>IT technicians</a:t>
            </a:r>
            <a:endParaRPr sz="1100"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290" name="Google Shape;290;p28"/>
          <p:cNvSpPr txBox="1"/>
          <p:nvPr/>
        </p:nvSpPr>
        <p:spPr>
          <a:xfrm>
            <a:off x="5913275" y="1983213"/>
            <a:ext cx="2895000" cy="16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325D79"/>
                </a:solidFill>
                <a:latin typeface="Oswald"/>
                <a:ea typeface="Oswald"/>
                <a:cs typeface="Oswald"/>
                <a:sym typeface="Oswald"/>
              </a:rPr>
              <a:t>Tooling</a:t>
            </a:r>
            <a:r>
              <a:rPr b="1" lang="en" sz="1600"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b="1" lang="en" sz="1600">
                <a:solidFill>
                  <a:srgbClr val="325D79"/>
                </a:solidFill>
                <a:latin typeface="Oswald"/>
                <a:ea typeface="Oswald"/>
                <a:cs typeface="Oswald"/>
                <a:sym typeface="Oswald"/>
              </a:rPr>
              <a:t>&amp;</a:t>
            </a:r>
            <a:r>
              <a:rPr b="1" lang="en" sz="1600"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b="1" lang="en" sz="1600">
                <a:solidFill>
                  <a:srgbClr val="325D79"/>
                </a:solidFill>
                <a:latin typeface="Oswald"/>
                <a:ea typeface="Oswald"/>
                <a:cs typeface="Oswald"/>
                <a:sym typeface="Oswald"/>
              </a:rPr>
              <a:t>Equipment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ulish"/>
              <a:buChar char="●"/>
            </a:pPr>
            <a:r>
              <a:rPr lang="en" sz="1100">
                <a:latin typeface="Mulish"/>
                <a:ea typeface="Mulish"/>
                <a:cs typeface="Mulish"/>
                <a:sym typeface="Mulish"/>
              </a:rPr>
              <a:t>Testing equipment</a:t>
            </a:r>
            <a:endParaRPr sz="1100">
              <a:latin typeface="Mulish"/>
              <a:ea typeface="Mulish"/>
              <a:cs typeface="Mulish"/>
              <a:sym typeface="Mulish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ulish"/>
              <a:buChar char="●"/>
            </a:pPr>
            <a:r>
              <a:rPr lang="en" sz="1100">
                <a:latin typeface="Mulish"/>
                <a:ea typeface="Mulish"/>
                <a:cs typeface="Mulish"/>
                <a:sym typeface="Mulish"/>
              </a:rPr>
              <a:t>Diagnostic equipment</a:t>
            </a:r>
            <a:endParaRPr sz="1100">
              <a:latin typeface="Mulish"/>
              <a:ea typeface="Mulish"/>
              <a:cs typeface="Mulish"/>
              <a:sym typeface="Mulish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ulish"/>
              <a:buChar char="●"/>
            </a:pPr>
            <a:r>
              <a:rPr lang="en" sz="1100">
                <a:latin typeface="Mulish"/>
                <a:ea typeface="Mulish"/>
                <a:cs typeface="Mulish"/>
                <a:sym typeface="Mulish"/>
              </a:rPr>
              <a:t>Programming tools</a:t>
            </a:r>
            <a:endParaRPr sz="1100">
              <a:latin typeface="Mulish"/>
              <a:ea typeface="Mulish"/>
              <a:cs typeface="Mulish"/>
              <a:sym typeface="Mulish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ulish"/>
              <a:buChar char="●"/>
            </a:pPr>
            <a:r>
              <a:rPr lang="en" sz="1100">
                <a:latin typeface="Mulish"/>
                <a:ea typeface="Mulish"/>
                <a:cs typeface="Mulish"/>
                <a:sym typeface="Mulish"/>
              </a:rPr>
              <a:t>Wireless network tools</a:t>
            </a:r>
            <a:endParaRPr sz="1100">
              <a:latin typeface="Mulish"/>
              <a:ea typeface="Mulish"/>
              <a:cs typeface="Mulish"/>
              <a:sym typeface="Mulish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ulish"/>
              <a:buChar char="●"/>
            </a:pPr>
            <a:r>
              <a:rPr lang="en" sz="1100">
                <a:latin typeface="Mulish"/>
                <a:ea typeface="Mulish"/>
                <a:cs typeface="Mulish"/>
                <a:sym typeface="Mulish"/>
              </a:rPr>
              <a:t>Data Analysis tools</a:t>
            </a:r>
            <a:endParaRPr sz="1100">
              <a:latin typeface="Mulish"/>
              <a:ea typeface="Mulish"/>
              <a:cs typeface="Mulish"/>
              <a:sym typeface="Mulish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ulish"/>
              <a:buChar char="●"/>
            </a:pPr>
            <a:r>
              <a:rPr lang="en" sz="1100">
                <a:latin typeface="Mulish"/>
                <a:ea typeface="Mulish"/>
                <a:cs typeface="Mulish"/>
                <a:sym typeface="Mulish"/>
              </a:rPr>
              <a:t>Security tools</a:t>
            </a:r>
            <a:endParaRPr sz="1100"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 </a:t>
            </a:r>
            <a:endParaRPr sz="1600"/>
          </a:p>
        </p:txBody>
      </p:sp>
      <p:sp>
        <p:nvSpPr>
          <p:cNvPr id="291" name="Google Shape;291;p28"/>
          <p:cNvSpPr txBox="1"/>
          <p:nvPr/>
        </p:nvSpPr>
        <p:spPr>
          <a:xfrm>
            <a:off x="5996600" y="3585675"/>
            <a:ext cx="2246700" cy="10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325D79"/>
                </a:solidFill>
                <a:latin typeface="Oswald"/>
                <a:ea typeface="Oswald"/>
                <a:cs typeface="Oswald"/>
                <a:sym typeface="Oswald"/>
              </a:rPr>
              <a:t>Facilities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ulish"/>
              <a:buChar char="●"/>
            </a:pPr>
            <a:r>
              <a:rPr lang="en" sz="1100">
                <a:latin typeface="Mulish"/>
                <a:ea typeface="Mulish"/>
                <a:cs typeface="Mulish"/>
                <a:sym typeface="Mulish"/>
              </a:rPr>
              <a:t>Testing facilities</a:t>
            </a:r>
            <a:endParaRPr sz="1100">
              <a:latin typeface="Mulish"/>
              <a:ea typeface="Mulish"/>
              <a:cs typeface="Mulish"/>
              <a:sym typeface="Mulish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ulish"/>
              <a:buChar char="●"/>
            </a:pPr>
            <a:r>
              <a:rPr lang="en" sz="1100">
                <a:latin typeface="Mulish"/>
                <a:ea typeface="Mulish"/>
                <a:cs typeface="Mulish"/>
                <a:sym typeface="Mulish"/>
              </a:rPr>
              <a:t>Data center facilities</a:t>
            </a:r>
            <a:endParaRPr sz="1100">
              <a:latin typeface="Mulish"/>
              <a:ea typeface="Mulish"/>
              <a:cs typeface="Mulish"/>
              <a:sym typeface="Mulish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ulish"/>
              <a:buChar char="●"/>
            </a:pPr>
            <a:r>
              <a:rPr lang="en" sz="1100">
                <a:latin typeface="Mulish"/>
                <a:ea typeface="Mulish"/>
                <a:cs typeface="Mulish"/>
                <a:sym typeface="Mulish"/>
              </a:rPr>
              <a:t>Training facilities</a:t>
            </a:r>
            <a:endParaRPr sz="1100"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ulish Medium"/>
              <a:ea typeface="Mulish Medium"/>
              <a:cs typeface="Mulish Medium"/>
              <a:sym typeface="Mulish Medium"/>
            </a:endParaRPr>
          </a:p>
        </p:txBody>
      </p:sp>
      <p:sp>
        <p:nvSpPr>
          <p:cNvPr id="292" name="Google Shape;292;p28"/>
          <p:cNvSpPr/>
          <p:nvPr/>
        </p:nvSpPr>
        <p:spPr>
          <a:xfrm>
            <a:off x="215257" y="1226916"/>
            <a:ext cx="756300" cy="7563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ulish Medium"/>
              <a:ea typeface="Mulish Medium"/>
              <a:cs typeface="Mulish Medium"/>
              <a:sym typeface="Mulish Medium"/>
            </a:endParaRPr>
          </a:p>
        </p:txBody>
      </p:sp>
      <p:sp>
        <p:nvSpPr>
          <p:cNvPr id="293" name="Google Shape;293;p28"/>
          <p:cNvSpPr/>
          <p:nvPr/>
        </p:nvSpPr>
        <p:spPr>
          <a:xfrm>
            <a:off x="5056220" y="1080491"/>
            <a:ext cx="756300" cy="7563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ulish Medium"/>
              <a:ea typeface="Mulish Medium"/>
              <a:cs typeface="Mulish Medium"/>
              <a:sym typeface="Mulish Medium"/>
            </a:endParaRPr>
          </a:p>
        </p:txBody>
      </p:sp>
      <p:sp>
        <p:nvSpPr>
          <p:cNvPr id="294" name="Google Shape;294;p28"/>
          <p:cNvSpPr/>
          <p:nvPr/>
        </p:nvSpPr>
        <p:spPr>
          <a:xfrm>
            <a:off x="5056220" y="2524078"/>
            <a:ext cx="756300" cy="7563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ulish Medium"/>
              <a:ea typeface="Mulish Medium"/>
              <a:cs typeface="Mulish Medium"/>
              <a:sym typeface="Mulish Medium"/>
            </a:endParaRPr>
          </a:p>
        </p:txBody>
      </p:sp>
      <p:sp>
        <p:nvSpPr>
          <p:cNvPr id="295" name="Google Shape;295;p28"/>
          <p:cNvSpPr/>
          <p:nvPr/>
        </p:nvSpPr>
        <p:spPr>
          <a:xfrm>
            <a:off x="192923" y="2549215"/>
            <a:ext cx="756300" cy="7563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ulish Medium"/>
              <a:ea typeface="Mulish Medium"/>
              <a:cs typeface="Mulish Medium"/>
              <a:sym typeface="Mulish Medium"/>
            </a:endParaRPr>
          </a:p>
        </p:txBody>
      </p:sp>
      <p:sp>
        <p:nvSpPr>
          <p:cNvPr id="296" name="Google Shape;296;p28"/>
          <p:cNvSpPr/>
          <p:nvPr/>
        </p:nvSpPr>
        <p:spPr>
          <a:xfrm>
            <a:off x="215245" y="3871516"/>
            <a:ext cx="756300" cy="7563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ulish Medium"/>
              <a:ea typeface="Mulish Medium"/>
              <a:cs typeface="Mulish Medium"/>
              <a:sym typeface="Mulish Medium"/>
            </a:endParaRPr>
          </a:p>
        </p:txBody>
      </p:sp>
      <p:sp>
        <p:nvSpPr>
          <p:cNvPr id="297" name="Google Shape;297;p28"/>
          <p:cNvSpPr/>
          <p:nvPr/>
        </p:nvSpPr>
        <p:spPr>
          <a:xfrm>
            <a:off x="5056232" y="3967641"/>
            <a:ext cx="756300" cy="7563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ulish Medium"/>
              <a:ea typeface="Mulish Medium"/>
              <a:cs typeface="Mulish Medium"/>
              <a:sym typeface="Mulish Medium"/>
            </a:endParaRPr>
          </a:p>
        </p:txBody>
      </p:sp>
      <p:sp>
        <p:nvSpPr>
          <p:cNvPr id="298" name="Google Shape;298;p28"/>
          <p:cNvSpPr/>
          <p:nvPr/>
        </p:nvSpPr>
        <p:spPr>
          <a:xfrm>
            <a:off x="415179" y="1427812"/>
            <a:ext cx="356438" cy="354527"/>
          </a:xfrm>
          <a:custGeom>
            <a:rect b="b" l="l" r="r" t="t"/>
            <a:pathLst>
              <a:path extrusionOk="0" h="11689" w="11752">
                <a:moveTo>
                  <a:pt x="5860" y="662"/>
                </a:moveTo>
                <a:cubicBezTo>
                  <a:pt x="6427" y="662"/>
                  <a:pt x="6900" y="1135"/>
                  <a:pt x="6900" y="1670"/>
                </a:cubicBezTo>
                <a:cubicBezTo>
                  <a:pt x="6900" y="2238"/>
                  <a:pt x="6427" y="2710"/>
                  <a:pt x="5860" y="2710"/>
                </a:cubicBezTo>
                <a:cubicBezTo>
                  <a:pt x="5293" y="2710"/>
                  <a:pt x="4821" y="2238"/>
                  <a:pt x="4821" y="1670"/>
                </a:cubicBezTo>
                <a:cubicBezTo>
                  <a:pt x="4821" y="1135"/>
                  <a:pt x="5293" y="662"/>
                  <a:pt x="5860" y="662"/>
                </a:cubicBezTo>
                <a:close/>
                <a:moveTo>
                  <a:pt x="5860" y="3372"/>
                </a:moveTo>
                <a:cubicBezTo>
                  <a:pt x="7058" y="3403"/>
                  <a:pt x="8034" y="4317"/>
                  <a:pt x="8223" y="5451"/>
                </a:cubicBezTo>
                <a:lnTo>
                  <a:pt x="3466" y="5451"/>
                </a:lnTo>
                <a:cubicBezTo>
                  <a:pt x="3624" y="4285"/>
                  <a:pt x="4663" y="3372"/>
                  <a:pt x="5860" y="3372"/>
                </a:cubicBezTo>
                <a:close/>
                <a:moveTo>
                  <a:pt x="9420" y="7562"/>
                </a:moveTo>
                <a:cubicBezTo>
                  <a:pt x="9956" y="7562"/>
                  <a:pt x="10429" y="7814"/>
                  <a:pt x="10744" y="8223"/>
                </a:cubicBezTo>
                <a:lnTo>
                  <a:pt x="10082" y="8223"/>
                </a:lnTo>
                <a:cubicBezTo>
                  <a:pt x="9546" y="8223"/>
                  <a:pt x="9074" y="8696"/>
                  <a:pt x="9074" y="9232"/>
                </a:cubicBezTo>
                <a:cubicBezTo>
                  <a:pt x="9074" y="9799"/>
                  <a:pt x="9546" y="10271"/>
                  <a:pt x="10082" y="10271"/>
                </a:cubicBezTo>
                <a:lnTo>
                  <a:pt x="10744" y="10271"/>
                </a:lnTo>
                <a:cubicBezTo>
                  <a:pt x="10429" y="10712"/>
                  <a:pt x="9925" y="10933"/>
                  <a:pt x="9420" y="10933"/>
                </a:cubicBezTo>
                <a:cubicBezTo>
                  <a:pt x="8696" y="10933"/>
                  <a:pt x="8034" y="10460"/>
                  <a:pt x="7814" y="9799"/>
                </a:cubicBezTo>
                <a:cubicBezTo>
                  <a:pt x="7751" y="9673"/>
                  <a:pt x="7593" y="9547"/>
                  <a:pt x="7499" y="9547"/>
                </a:cubicBezTo>
                <a:lnTo>
                  <a:pt x="4222" y="9547"/>
                </a:lnTo>
                <a:cubicBezTo>
                  <a:pt x="4065" y="9547"/>
                  <a:pt x="3939" y="9641"/>
                  <a:pt x="3907" y="9799"/>
                </a:cubicBezTo>
                <a:cubicBezTo>
                  <a:pt x="3655" y="10460"/>
                  <a:pt x="2993" y="10933"/>
                  <a:pt x="2300" y="10933"/>
                </a:cubicBezTo>
                <a:cubicBezTo>
                  <a:pt x="1733" y="10933"/>
                  <a:pt x="1261" y="10649"/>
                  <a:pt x="914" y="10271"/>
                </a:cubicBezTo>
                <a:lnTo>
                  <a:pt x="1576" y="10271"/>
                </a:lnTo>
                <a:cubicBezTo>
                  <a:pt x="2143" y="10271"/>
                  <a:pt x="2615" y="9799"/>
                  <a:pt x="2615" y="9232"/>
                </a:cubicBezTo>
                <a:cubicBezTo>
                  <a:pt x="2615" y="8696"/>
                  <a:pt x="2143" y="8223"/>
                  <a:pt x="1576" y="8223"/>
                </a:cubicBezTo>
                <a:lnTo>
                  <a:pt x="914" y="8223"/>
                </a:lnTo>
                <a:cubicBezTo>
                  <a:pt x="1229" y="7782"/>
                  <a:pt x="1733" y="7562"/>
                  <a:pt x="2300" y="7562"/>
                </a:cubicBezTo>
                <a:cubicBezTo>
                  <a:pt x="2993" y="7562"/>
                  <a:pt x="3655" y="8034"/>
                  <a:pt x="3907" y="8696"/>
                </a:cubicBezTo>
                <a:cubicBezTo>
                  <a:pt x="3939" y="8822"/>
                  <a:pt x="4096" y="8917"/>
                  <a:pt x="4222" y="8917"/>
                </a:cubicBezTo>
                <a:lnTo>
                  <a:pt x="7499" y="8917"/>
                </a:lnTo>
                <a:cubicBezTo>
                  <a:pt x="7656" y="8917"/>
                  <a:pt x="7751" y="8854"/>
                  <a:pt x="7814" y="8696"/>
                </a:cubicBezTo>
                <a:cubicBezTo>
                  <a:pt x="8034" y="8034"/>
                  <a:pt x="8727" y="7562"/>
                  <a:pt x="9420" y="7562"/>
                </a:cubicBezTo>
                <a:close/>
                <a:moveTo>
                  <a:pt x="5860" y="1"/>
                </a:moveTo>
                <a:cubicBezTo>
                  <a:pt x="4915" y="1"/>
                  <a:pt x="4128" y="725"/>
                  <a:pt x="4128" y="1670"/>
                </a:cubicBezTo>
                <a:cubicBezTo>
                  <a:pt x="4128" y="2143"/>
                  <a:pt x="4348" y="2584"/>
                  <a:pt x="4663" y="2899"/>
                </a:cubicBezTo>
                <a:lnTo>
                  <a:pt x="4695" y="2931"/>
                </a:lnTo>
                <a:cubicBezTo>
                  <a:pt x="3592" y="3372"/>
                  <a:pt x="2773" y="4474"/>
                  <a:pt x="2773" y="5829"/>
                </a:cubicBezTo>
                <a:cubicBezTo>
                  <a:pt x="2773" y="6018"/>
                  <a:pt x="2930" y="6176"/>
                  <a:pt x="3119" y="6176"/>
                </a:cubicBezTo>
                <a:lnTo>
                  <a:pt x="5514" y="6176"/>
                </a:lnTo>
                <a:lnTo>
                  <a:pt x="5514" y="8255"/>
                </a:lnTo>
                <a:lnTo>
                  <a:pt x="4443" y="8255"/>
                </a:lnTo>
                <a:cubicBezTo>
                  <a:pt x="4065" y="7436"/>
                  <a:pt x="3245" y="6869"/>
                  <a:pt x="2300" y="6869"/>
                </a:cubicBezTo>
                <a:cubicBezTo>
                  <a:pt x="1261" y="6869"/>
                  <a:pt x="410" y="7499"/>
                  <a:pt x="32" y="8444"/>
                </a:cubicBezTo>
                <a:cubicBezTo>
                  <a:pt x="0" y="8570"/>
                  <a:pt x="0" y="8696"/>
                  <a:pt x="95" y="8759"/>
                </a:cubicBezTo>
                <a:cubicBezTo>
                  <a:pt x="158" y="8854"/>
                  <a:pt x="253" y="8917"/>
                  <a:pt x="347" y="8917"/>
                </a:cubicBezTo>
                <a:lnTo>
                  <a:pt x="1607" y="8917"/>
                </a:lnTo>
                <a:cubicBezTo>
                  <a:pt x="1828" y="8917"/>
                  <a:pt x="1985" y="9074"/>
                  <a:pt x="1985" y="9295"/>
                </a:cubicBezTo>
                <a:cubicBezTo>
                  <a:pt x="1985" y="9484"/>
                  <a:pt x="1828" y="9641"/>
                  <a:pt x="1607" y="9641"/>
                </a:cubicBezTo>
                <a:lnTo>
                  <a:pt x="347" y="9641"/>
                </a:lnTo>
                <a:cubicBezTo>
                  <a:pt x="253" y="9641"/>
                  <a:pt x="158" y="9673"/>
                  <a:pt x="95" y="9799"/>
                </a:cubicBezTo>
                <a:cubicBezTo>
                  <a:pt x="0" y="9862"/>
                  <a:pt x="0" y="9988"/>
                  <a:pt x="32" y="10114"/>
                </a:cubicBezTo>
                <a:cubicBezTo>
                  <a:pt x="410" y="11059"/>
                  <a:pt x="1292" y="11689"/>
                  <a:pt x="2300" y="11689"/>
                </a:cubicBezTo>
                <a:cubicBezTo>
                  <a:pt x="3182" y="11689"/>
                  <a:pt x="4065" y="11122"/>
                  <a:pt x="4443" y="10303"/>
                </a:cubicBezTo>
                <a:lnTo>
                  <a:pt x="7278" y="10303"/>
                </a:lnTo>
                <a:cubicBezTo>
                  <a:pt x="7688" y="11122"/>
                  <a:pt x="8507" y="11689"/>
                  <a:pt x="9452" y="11689"/>
                </a:cubicBezTo>
                <a:cubicBezTo>
                  <a:pt x="10492" y="11689"/>
                  <a:pt x="11342" y="11059"/>
                  <a:pt x="11689" y="10114"/>
                </a:cubicBezTo>
                <a:cubicBezTo>
                  <a:pt x="11752" y="9988"/>
                  <a:pt x="11752" y="9862"/>
                  <a:pt x="11657" y="9799"/>
                </a:cubicBezTo>
                <a:cubicBezTo>
                  <a:pt x="11594" y="9704"/>
                  <a:pt x="11500" y="9641"/>
                  <a:pt x="11374" y="9641"/>
                </a:cubicBezTo>
                <a:lnTo>
                  <a:pt x="10114" y="9641"/>
                </a:lnTo>
                <a:cubicBezTo>
                  <a:pt x="9925" y="9641"/>
                  <a:pt x="9767" y="9484"/>
                  <a:pt x="9767" y="9295"/>
                </a:cubicBezTo>
                <a:cubicBezTo>
                  <a:pt x="9767" y="9074"/>
                  <a:pt x="9925" y="8917"/>
                  <a:pt x="10114" y="8917"/>
                </a:cubicBezTo>
                <a:lnTo>
                  <a:pt x="11374" y="8917"/>
                </a:lnTo>
                <a:cubicBezTo>
                  <a:pt x="11500" y="8917"/>
                  <a:pt x="11594" y="8885"/>
                  <a:pt x="11657" y="8759"/>
                </a:cubicBezTo>
                <a:cubicBezTo>
                  <a:pt x="11752" y="8696"/>
                  <a:pt x="11752" y="8570"/>
                  <a:pt x="11689" y="8444"/>
                </a:cubicBezTo>
                <a:cubicBezTo>
                  <a:pt x="11342" y="7499"/>
                  <a:pt x="10429" y="6869"/>
                  <a:pt x="9452" y="6869"/>
                </a:cubicBezTo>
                <a:cubicBezTo>
                  <a:pt x="8538" y="6869"/>
                  <a:pt x="7688" y="7436"/>
                  <a:pt x="7278" y="8255"/>
                </a:cubicBezTo>
                <a:lnTo>
                  <a:pt x="6238" y="8255"/>
                </a:lnTo>
                <a:lnTo>
                  <a:pt x="6238" y="6176"/>
                </a:lnTo>
                <a:lnTo>
                  <a:pt x="8633" y="6176"/>
                </a:lnTo>
                <a:cubicBezTo>
                  <a:pt x="8822" y="6176"/>
                  <a:pt x="8979" y="6018"/>
                  <a:pt x="8979" y="5829"/>
                </a:cubicBezTo>
                <a:cubicBezTo>
                  <a:pt x="8979" y="4506"/>
                  <a:pt x="8192" y="3403"/>
                  <a:pt x="7058" y="2931"/>
                </a:cubicBezTo>
                <a:cubicBezTo>
                  <a:pt x="7341" y="2616"/>
                  <a:pt x="7562" y="2175"/>
                  <a:pt x="7562" y="1670"/>
                </a:cubicBezTo>
                <a:cubicBezTo>
                  <a:pt x="7562" y="725"/>
                  <a:pt x="6806" y="1"/>
                  <a:pt x="586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8"/>
          <p:cNvSpPr/>
          <p:nvPr/>
        </p:nvSpPr>
        <p:spPr>
          <a:xfrm>
            <a:off x="392850" y="2700900"/>
            <a:ext cx="356455" cy="454837"/>
          </a:xfrm>
          <a:custGeom>
            <a:rect b="b" l="l" r="r" t="t"/>
            <a:pathLst>
              <a:path extrusionOk="0" h="19326" w="15853">
                <a:moveTo>
                  <a:pt x="9627" y="1133"/>
                </a:moveTo>
                <a:cubicBezTo>
                  <a:pt x="9938" y="1133"/>
                  <a:pt x="10191" y="1387"/>
                  <a:pt x="10191" y="1701"/>
                </a:cubicBezTo>
                <a:lnTo>
                  <a:pt x="10191" y="2265"/>
                </a:lnTo>
                <a:lnTo>
                  <a:pt x="1133" y="2265"/>
                </a:lnTo>
                <a:lnTo>
                  <a:pt x="1133" y="1701"/>
                </a:lnTo>
                <a:cubicBezTo>
                  <a:pt x="1133" y="1387"/>
                  <a:pt x="1387" y="1133"/>
                  <a:pt x="1701" y="1133"/>
                </a:cubicBezTo>
                <a:close/>
                <a:moveTo>
                  <a:pt x="10191" y="3398"/>
                </a:moveTo>
                <a:lnTo>
                  <a:pt x="10191" y="8063"/>
                </a:lnTo>
                <a:cubicBezTo>
                  <a:pt x="10009" y="7998"/>
                  <a:pt x="9817" y="7965"/>
                  <a:pt x="9625" y="7965"/>
                </a:cubicBezTo>
                <a:cubicBezTo>
                  <a:pt x="9434" y="7965"/>
                  <a:pt x="9242" y="7998"/>
                  <a:pt x="9059" y="8063"/>
                </a:cubicBezTo>
                <a:lnTo>
                  <a:pt x="9059" y="6230"/>
                </a:lnTo>
                <a:cubicBezTo>
                  <a:pt x="9059" y="5291"/>
                  <a:pt x="8298" y="4530"/>
                  <a:pt x="7362" y="4530"/>
                </a:cubicBezTo>
                <a:cubicBezTo>
                  <a:pt x="6423" y="4530"/>
                  <a:pt x="5662" y="5291"/>
                  <a:pt x="5662" y="6230"/>
                </a:cubicBezTo>
                <a:lnTo>
                  <a:pt x="5662" y="10285"/>
                </a:lnTo>
                <a:cubicBezTo>
                  <a:pt x="4346" y="10557"/>
                  <a:pt x="3401" y="11716"/>
                  <a:pt x="3398" y="13060"/>
                </a:cubicBezTo>
                <a:lnTo>
                  <a:pt x="3398" y="14231"/>
                </a:lnTo>
                <a:cubicBezTo>
                  <a:pt x="3398" y="14419"/>
                  <a:pt x="3404" y="14609"/>
                  <a:pt x="3413" y="14796"/>
                </a:cubicBezTo>
                <a:lnTo>
                  <a:pt x="1133" y="14796"/>
                </a:lnTo>
                <a:lnTo>
                  <a:pt x="1133" y="3398"/>
                </a:lnTo>
                <a:close/>
                <a:moveTo>
                  <a:pt x="3543" y="15928"/>
                </a:moveTo>
                <a:cubicBezTo>
                  <a:pt x="3606" y="16312"/>
                  <a:pt x="3694" y="16689"/>
                  <a:pt x="3802" y="17061"/>
                </a:cubicBezTo>
                <a:lnTo>
                  <a:pt x="1701" y="17061"/>
                </a:lnTo>
                <a:cubicBezTo>
                  <a:pt x="1387" y="17061"/>
                  <a:pt x="1133" y="16807"/>
                  <a:pt x="1133" y="16496"/>
                </a:cubicBezTo>
                <a:lnTo>
                  <a:pt x="1133" y="15928"/>
                </a:lnTo>
                <a:close/>
                <a:moveTo>
                  <a:pt x="7362" y="5662"/>
                </a:moveTo>
                <a:cubicBezTo>
                  <a:pt x="7673" y="5662"/>
                  <a:pt x="7927" y="5916"/>
                  <a:pt x="7927" y="6230"/>
                </a:cubicBezTo>
                <a:lnTo>
                  <a:pt x="7927" y="11928"/>
                </a:lnTo>
                <a:cubicBezTo>
                  <a:pt x="7927" y="12242"/>
                  <a:pt x="8181" y="12492"/>
                  <a:pt x="8495" y="12492"/>
                </a:cubicBezTo>
                <a:cubicBezTo>
                  <a:pt x="8806" y="12492"/>
                  <a:pt x="9059" y="12242"/>
                  <a:pt x="9059" y="11928"/>
                </a:cubicBezTo>
                <a:lnTo>
                  <a:pt x="9059" y="9663"/>
                </a:lnTo>
                <a:cubicBezTo>
                  <a:pt x="9059" y="9349"/>
                  <a:pt x="9313" y="9098"/>
                  <a:pt x="9627" y="9098"/>
                </a:cubicBezTo>
                <a:cubicBezTo>
                  <a:pt x="9938" y="9098"/>
                  <a:pt x="10191" y="9349"/>
                  <a:pt x="10191" y="9663"/>
                </a:cubicBezTo>
                <a:lnTo>
                  <a:pt x="10191" y="11928"/>
                </a:lnTo>
                <a:cubicBezTo>
                  <a:pt x="10191" y="12242"/>
                  <a:pt x="10445" y="12492"/>
                  <a:pt x="10759" y="12492"/>
                </a:cubicBezTo>
                <a:cubicBezTo>
                  <a:pt x="11070" y="12492"/>
                  <a:pt x="11324" y="12242"/>
                  <a:pt x="11324" y="11928"/>
                </a:cubicBezTo>
                <a:lnTo>
                  <a:pt x="11324" y="10795"/>
                </a:lnTo>
                <a:cubicBezTo>
                  <a:pt x="11324" y="10481"/>
                  <a:pt x="11577" y="10231"/>
                  <a:pt x="11891" y="10231"/>
                </a:cubicBezTo>
                <a:cubicBezTo>
                  <a:pt x="12202" y="10231"/>
                  <a:pt x="12456" y="10481"/>
                  <a:pt x="12456" y="10795"/>
                </a:cubicBezTo>
                <a:lnTo>
                  <a:pt x="12456" y="13060"/>
                </a:lnTo>
                <a:cubicBezTo>
                  <a:pt x="12456" y="13374"/>
                  <a:pt x="12710" y="13625"/>
                  <a:pt x="13024" y="13625"/>
                </a:cubicBezTo>
                <a:cubicBezTo>
                  <a:pt x="13335" y="13625"/>
                  <a:pt x="13588" y="13374"/>
                  <a:pt x="13588" y="13060"/>
                </a:cubicBezTo>
                <a:lnTo>
                  <a:pt x="13588" y="11928"/>
                </a:lnTo>
                <a:cubicBezTo>
                  <a:pt x="13588" y="11614"/>
                  <a:pt x="13842" y="11363"/>
                  <a:pt x="14156" y="11363"/>
                </a:cubicBezTo>
                <a:cubicBezTo>
                  <a:pt x="14467" y="11363"/>
                  <a:pt x="14721" y="11614"/>
                  <a:pt x="14721" y="11928"/>
                </a:cubicBezTo>
                <a:lnTo>
                  <a:pt x="14721" y="14231"/>
                </a:lnTo>
                <a:cubicBezTo>
                  <a:pt x="14718" y="15602"/>
                  <a:pt x="14407" y="16958"/>
                  <a:pt x="13806" y="18193"/>
                </a:cubicBezTo>
                <a:lnTo>
                  <a:pt x="5448" y="18193"/>
                </a:lnTo>
                <a:cubicBezTo>
                  <a:pt x="4844" y="16958"/>
                  <a:pt x="4533" y="15602"/>
                  <a:pt x="4530" y="14231"/>
                </a:cubicBezTo>
                <a:lnTo>
                  <a:pt x="4530" y="13060"/>
                </a:lnTo>
                <a:cubicBezTo>
                  <a:pt x="4530" y="12341"/>
                  <a:pt x="4983" y="11698"/>
                  <a:pt x="5662" y="11460"/>
                </a:cubicBezTo>
                <a:lnTo>
                  <a:pt x="5662" y="14231"/>
                </a:lnTo>
                <a:cubicBezTo>
                  <a:pt x="5662" y="14542"/>
                  <a:pt x="5916" y="14796"/>
                  <a:pt x="6230" y="14796"/>
                </a:cubicBezTo>
                <a:cubicBezTo>
                  <a:pt x="6541" y="14796"/>
                  <a:pt x="6795" y="14542"/>
                  <a:pt x="6795" y="14231"/>
                </a:cubicBezTo>
                <a:lnTo>
                  <a:pt x="6795" y="6230"/>
                </a:lnTo>
                <a:cubicBezTo>
                  <a:pt x="6795" y="5916"/>
                  <a:pt x="7048" y="5662"/>
                  <a:pt x="7362" y="5662"/>
                </a:cubicBezTo>
                <a:close/>
                <a:moveTo>
                  <a:pt x="1701" y="1"/>
                </a:moveTo>
                <a:cubicBezTo>
                  <a:pt x="762" y="1"/>
                  <a:pt x="1" y="762"/>
                  <a:pt x="1" y="1701"/>
                </a:cubicBezTo>
                <a:lnTo>
                  <a:pt x="1" y="16496"/>
                </a:lnTo>
                <a:cubicBezTo>
                  <a:pt x="1" y="17432"/>
                  <a:pt x="762" y="18193"/>
                  <a:pt x="1701" y="18193"/>
                </a:cubicBezTo>
                <a:lnTo>
                  <a:pt x="4204" y="18193"/>
                </a:lnTo>
                <a:cubicBezTo>
                  <a:pt x="4285" y="18389"/>
                  <a:pt x="4376" y="18582"/>
                  <a:pt x="4470" y="18773"/>
                </a:cubicBezTo>
                <a:lnTo>
                  <a:pt x="4590" y="19011"/>
                </a:lnTo>
                <a:cubicBezTo>
                  <a:pt x="4687" y="19204"/>
                  <a:pt x="4880" y="19325"/>
                  <a:pt x="5098" y="19325"/>
                </a:cubicBezTo>
                <a:lnTo>
                  <a:pt x="14156" y="19325"/>
                </a:lnTo>
                <a:cubicBezTo>
                  <a:pt x="14370" y="19325"/>
                  <a:pt x="14564" y="19204"/>
                  <a:pt x="14660" y="19011"/>
                </a:cubicBezTo>
                <a:lnTo>
                  <a:pt x="14781" y="18773"/>
                </a:lnTo>
                <a:cubicBezTo>
                  <a:pt x="15485" y="17363"/>
                  <a:pt x="15850" y="15808"/>
                  <a:pt x="15853" y="14231"/>
                </a:cubicBezTo>
                <a:lnTo>
                  <a:pt x="15853" y="11928"/>
                </a:lnTo>
                <a:cubicBezTo>
                  <a:pt x="15853" y="10953"/>
                  <a:pt x="15054" y="10228"/>
                  <a:pt x="14155" y="10228"/>
                </a:cubicBezTo>
                <a:cubicBezTo>
                  <a:pt x="13949" y="10228"/>
                  <a:pt x="13737" y="10266"/>
                  <a:pt x="13528" y="10348"/>
                </a:cubicBezTo>
                <a:cubicBezTo>
                  <a:pt x="13326" y="9609"/>
                  <a:pt x="12655" y="9098"/>
                  <a:pt x="11891" y="9098"/>
                </a:cubicBezTo>
                <a:cubicBezTo>
                  <a:pt x="11883" y="9098"/>
                  <a:pt x="11875" y="9098"/>
                  <a:pt x="11867" y="9098"/>
                </a:cubicBezTo>
                <a:cubicBezTo>
                  <a:pt x="11682" y="9098"/>
                  <a:pt x="11497" y="9131"/>
                  <a:pt x="11324" y="9195"/>
                </a:cubicBezTo>
                <a:lnTo>
                  <a:pt x="11324" y="1701"/>
                </a:lnTo>
                <a:cubicBezTo>
                  <a:pt x="11324" y="762"/>
                  <a:pt x="10563" y="1"/>
                  <a:pt x="962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300" name="Google Shape;300;p28"/>
          <p:cNvSpPr/>
          <p:nvPr/>
        </p:nvSpPr>
        <p:spPr>
          <a:xfrm>
            <a:off x="406521" y="4072405"/>
            <a:ext cx="373766" cy="340357"/>
          </a:xfrm>
          <a:custGeom>
            <a:rect b="b" l="l" r="r" t="t"/>
            <a:pathLst>
              <a:path extrusionOk="0" h="11563" w="12698">
                <a:moveTo>
                  <a:pt x="2490" y="820"/>
                </a:moveTo>
                <a:cubicBezTo>
                  <a:pt x="3529" y="914"/>
                  <a:pt x="4600" y="1292"/>
                  <a:pt x="5483" y="2017"/>
                </a:cubicBezTo>
                <a:lnTo>
                  <a:pt x="5798" y="2237"/>
                </a:lnTo>
                <a:lnTo>
                  <a:pt x="5798" y="10334"/>
                </a:lnTo>
                <a:lnTo>
                  <a:pt x="5766" y="10334"/>
                </a:lnTo>
                <a:cubicBezTo>
                  <a:pt x="4789" y="9609"/>
                  <a:pt x="3655" y="9168"/>
                  <a:pt x="2490" y="9105"/>
                </a:cubicBezTo>
                <a:lnTo>
                  <a:pt x="2490" y="820"/>
                </a:lnTo>
                <a:close/>
                <a:moveTo>
                  <a:pt x="9925" y="883"/>
                </a:moveTo>
                <a:lnTo>
                  <a:pt x="9925" y="9137"/>
                </a:lnTo>
                <a:cubicBezTo>
                  <a:pt x="8728" y="9200"/>
                  <a:pt x="7593" y="9609"/>
                  <a:pt x="6617" y="10334"/>
                </a:cubicBezTo>
                <a:lnTo>
                  <a:pt x="6617" y="2300"/>
                </a:lnTo>
                <a:lnTo>
                  <a:pt x="6932" y="2048"/>
                </a:lnTo>
                <a:cubicBezTo>
                  <a:pt x="7782" y="1355"/>
                  <a:pt x="8854" y="946"/>
                  <a:pt x="9925" y="883"/>
                </a:cubicBezTo>
                <a:close/>
                <a:moveTo>
                  <a:pt x="1702" y="2458"/>
                </a:moveTo>
                <a:lnTo>
                  <a:pt x="1702" y="9483"/>
                </a:lnTo>
                <a:cubicBezTo>
                  <a:pt x="1702" y="9735"/>
                  <a:pt x="1891" y="9924"/>
                  <a:pt x="2080" y="9924"/>
                </a:cubicBezTo>
                <a:cubicBezTo>
                  <a:pt x="3057" y="9924"/>
                  <a:pt x="4096" y="10208"/>
                  <a:pt x="4978" y="10744"/>
                </a:cubicBezTo>
                <a:lnTo>
                  <a:pt x="1261" y="10744"/>
                </a:lnTo>
                <a:cubicBezTo>
                  <a:pt x="1009" y="10744"/>
                  <a:pt x="851" y="10555"/>
                  <a:pt x="851" y="10334"/>
                </a:cubicBezTo>
                <a:lnTo>
                  <a:pt x="851" y="2867"/>
                </a:lnTo>
                <a:cubicBezTo>
                  <a:pt x="851" y="2647"/>
                  <a:pt x="1040" y="2489"/>
                  <a:pt x="1261" y="2458"/>
                </a:cubicBezTo>
                <a:close/>
                <a:moveTo>
                  <a:pt x="11406" y="2458"/>
                </a:moveTo>
                <a:cubicBezTo>
                  <a:pt x="11658" y="2458"/>
                  <a:pt x="11815" y="2647"/>
                  <a:pt x="11847" y="2867"/>
                </a:cubicBezTo>
                <a:lnTo>
                  <a:pt x="11847" y="10334"/>
                </a:lnTo>
                <a:cubicBezTo>
                  <a:pt x="11847" y="10555"/>
                  <a:pt x="11658" y="10712"/>
                  <a:pt x="11406" y="10744"/>
                </a:cubicBezTo>
                <a:lnTo>
                  <a:pt x="7436" y="10744"/>
                </a:lnTo>
                <a:cubicBezTo>
                  <a:pt x="8255" y="10239"/>
                  <a:pt x="9295" y="9924"/>
                  <a:pt x="10303" y="9924"/>
                </a:cubicBezTo>
                <a:cubicBezTo>
                  <a:pt x="10555" y="9924"/>
                  <a:pt x="10712" y="9735"/>
                  <a:pt x="10712" y="9483"/>
                </a:cubicBezTo>
                <a:lnTo>
                  <a:pt x="10712" y="2458"/>
                </a:lnTo>
                <a:close/>
                <a:moveTo>
                  <a:pt x="2080" y="0"/>
                </a:moveTo>
                <a:cubicBezTo>
                  <a:pt x="1828" y="0"/>
                  <a:pt x="1670" y="189"/>
                  <a:pt x="1670" y="410"/>
                </a:cubicBezTo>
                <a:lnTo>
                  <a:pt x="1670" y="1670"/>
                </a:lnTo>
                <a:lnTo>
                  <a:pt x="1261" y="1670"/>
                </a:lnTo>
                <a:cubicBezTo>
                  <a:pt x="568" y="1670"/>
                  <a:pt x="1" y="2206"/>
                  <a:pt x="32" y="2930"/>
                </a:cubicBezTo>
                <a:lnTo>
                  <a:pt x="32" y="10334"/>
                </a:lnTo>
                <a:cubicBezTo>
                  <a:pt x="32" y="10996"/>
                  <a:pt x="568" y="11563"/>
                  <a:pt x="1261" y="11563"/>
                </a:cubicBezTo>
                <a:lnTo>
                  <a:pt x="11437" y="11563"/>
                </a:lnTo>
                <a:cubicBezTo>
                  <a:pt x="12130" y="11563"/>
                  <a:pt x="12697" y="11027"/>
                  <a:pt x="12697" y="10334"/>
                </a:cubicBezTo>
                <a:lnTo>
                  <a:pt x="12697" y="2867"/>
                </a:lnTo>
                <a:cubicBezTo>
                  <a:pt x="12666" y="2206"/>
                  <a:pt x="12130" y="1670"/>
                  <a:pt x="11437" y="1670"/>
                </a:cubicBezTo>
                <a:lnTo>
                  <a:pt x="10744" y="1670"/>
                </a:lnTo>
                <a:lnTo>
                  <a:pt x="10744" y="410"/>
                </a:lnTo>
                <a:cubicBezTo>
                  <a:pt x="10744" y="158"/>
                  <a:pt x="10555" y="0"/>
                  <a:pt x="10334" y="0"/>
                </a:cubicBezTo>
                <a:cubicBezTo>
                  <a:pt x="8980" y="0"/>
                  <a:pt x="7562" y="473"/>
                  <a:pt x="6396" y="1387"/>
                </a:cubicBezTo>
                <a:lnTo>
                  <a:pt x="6207" y="1544"/>
                </a:lnTo>
                <a:lnTo>
                  <a:pt x="6018" y="1387"/>
                </a:lnTo>
                <a:cubicBezTo>
                  <a:pt x="4915" y="473"/>
                  <a:pt x="3498" y="0"/>
                  <a:pt x="208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8"/>
          <p:cNvSpPr/>
          <p:nvPr/>
        </p:nvSpPr>
        <p:spPr>
          <a:xfrm>
            <a:off x="5260124" y="1283941"/>
            <a:ext cx="348513" cy="349427"/>
          </a:xfrm>
          <a:custGeom>
            <a:rect b="b" l="l" r="r" t="t"/>
            <a:pathLst>
              <a:path extrusionOk="0" h="11846" w="11815">
                <a:moveTo>
                  <a:pt x="5829" y="693"/>
                </a:moveTo>
                <a:cubicBezTo>
                  <a:pt x="6238" y="693"/>
                  <a:pt x="6553" y="1008"/>
                  <a:pt x="6553" y="1418"/>
                </a:cubicBezTo>
                <a:cubicBezTo>
                  <a:pt x="6553" y="1796"/>
                  <a:pt x="6238" y="2111"/>
                  <a:pt x="5829" y="2111"/>
                </a:cubicBezTo>
                <a:cubicBezTo>
                  <a:pt x="5451" y="2111"/>
                  <a:pt x="5136" y="1796"/>
                  <a:pt x="5136" y="1418"/>
                </a:cubicBezTo>
                <a:cubicBezTo>
                  <a:pt x="5136" y="1008"/>
                  <a:pt x="5482" y="693"/>
                  <a:pt x="5829" y="693"/>
                </a:cubicBezTo>
                <a:close/>
                <a:moveTo>
                  <a:pt x="5829" y="2773"/>
                </a:moveTo>
                <a:cubicBezTo>
                  <a:pt x="6774" y="2773"/>
                  <a:pt x="7562" y="3560"/>
                  <a:pt x="7562" y="4568"/>
                </a:cubicBezTo>
                <a:lnTo>
                  <a:pt x="7562" y="4915"/>
                </a:lnTo>
                <a:lnTo>
                  <a:pt x="4096" y="4915"/>
                </a:lnTo>
                <a:lnTo>
                  <a:pt x="4096" y="4568"/>
                </a:lnTo>
                <a:cubicBezTo>
                  <a:pt x="4096" y="3560"/>
                  <a:pt x="4884" y="2773"/>
                  <a:pt x="5829" y="2773"/>
                </a:cubicBezTo>
                <a:close/>
                <a:moveTo>
                  <a:pt x="2363" y="6963"/>
                </a:moveTo>
                <a:cubicBezTo>
                  <a:pt x="2773" y="6963"/>
                  <a:pt x="3088" y="7278"/>
                  <a:pt x="3088" y="7656"/>
                </a:cubicBezTo>
                <a:cubicBezTo>
                  <a:pt x="3088" y="8065"/>
                  <a:pt x="2773" y="8380"/>
                  <a:pt x="2363" y="8380"/>
                </a:cubicBezTo>
                <a:cubicBezTo>
                  <a:pt x="1985" y="8380"/>
                  <a:pt x="1670" y="8065"/>
                  <a:pt x="1670" y="7656"/>
                </a:cubicBezTo>
                <a:cubicBezTo>
                  <a:pt x="1670" y="7278"/>
                  <a:pt x="1985" y="6963"/>
                  <a:pt x="2363" y="6963"/>
                </a:cubicBezTo>
                <a:close/>
                <a:moveTo>
                  <a:pt x="9357" y="6963"/>
                </a:moveTo>
                <a:cubicBezTo>
                  <a:pt x="9735" y="6963"/>
                  <a:pt x="10050" y="7278"/>
                  <a:pt x="10050" y="7656"/>
                </a:cubicBezTo>
                <a:cubicBezTo>
                  <a:pt x="10050" y="8065"/>
                  <a:pt x="9735" y="8380"/>
                  <a:pt x="9357" y="8380"/>
                </a:cubicBezTo>
                <a:cubicBezTo>
                  <a:pt x="8948" y="8380"/>
                  <a:pt x="8633" y="8065"/>
                  <a:pt x="8633" y="7656"/>
                </a:cubicBezTo>
                <a:cubicBezTo>
                  <a:pt x="8633" y="7278"/>
                  <a:pt x="8948" y="6963"/>
                  <a:pt x="9357" y="6963"/>
                </a:cubicBezTo>
                <a:close/>
                <a:moveTo>
                  <a:pt x="2363" y="9042"/>
                </a:moveTo>
                <a:cubicBezTo>
                  <a:pt x="3308" y="9042"/>
                  <a:pt x="4096" y="9830"/>
                  <a:pt x="4096" y="10806"/>
                </a:cubicBezTo>
                <a:lnTo>
                  <a:pt x="4096" y="11184"/>
                </a:lnTo>
                <a:lnTo>
                  <a:pt x="630" y="11184"/>
                </a:lnTo>
                <a:lnTo>
                  <a:pt x="630" y="10806"/>
                </a:lnTo>
                <a:cubicBezTo>
                  <a:pt x="630" y="9830"/>
                  <a:pt x="1418" y="9042"/>
                  <a:pt x="2363" y="9042"/>
                </a:cubicBezTo>
                <a:close/>
                <a:moveTo>
                  <a:pt x="9357" y="9042"/>
                </a:moveTo>
                <a:cubicBezTo>
                  <a:pt x="10302" y="9042"/>
                  <a:pt x="11090" y="9830"/>
                  <a:pt x="11090" y="10806"/>
                </a:cubicBezTo>
                <a:lnTo>
                  <a:pt x="11090" y="11184"/>
                </a:lnTo>
                <a:lnTo>
                  <a:pt x="7625" y="11184"/>
                </a:lnTo>
                <a:lnTo>
                  <a:pt x="7625" y="10806"/>
                </a:lnTo>
                <a:cubicBezTo>
                  <a:pt x="7625" y="9830"/>
                  <a:pt x="8412" y="9042"/>
                  <a:pt x="9357" y="9042"/>
                </a:cubicBezTo>
                <a:close/>
                <a:moveTo>
                  <a:pt x="5892" y="0"/>
                </a:moveTo>
                <a:cubicBezTo>
                  <a:pt x="5136" y="0"/>
                  <a:pt x="4506" y="630"/>
                  <a:pt x="4506" y="1355"/>
                </a:cubicBezTo>
                <a:cubicBezTo>
                  <a:pt x="4506" y="1733"/>
                  <a:pt x="4632" y="2016"/>
                  <a:pt x="4852" y="2300"/>
                </a:cubicBezTo>
                <a:cubicBezTo>
                  <a:pt x="4033" y="2710"/>
                  <a:pt x="3466" y="3529"/>
                  <a:pt x="3466" y="4505"/>
                </a:cubicBezTo>
                <a:lnTo>
                  <a:pt x="3466" y="5230"/>
                </a:lnTo>
                <a:cubicBezTo>
                  <a:pt x="3466" y="5419"/>
                  <a:pt x="3623" y="5577"/>
                  <a:pt x="3844" y="5577"/>
                </a:cubicBezTo>
                <a:lnTo>
                  <a:pt x="5577" y="5577"/>
                </a:lnTo>
                <a:lnTo>
                  <a:pt x="5577" y="7152"/>
                </a:lnTo>
                <a:lnTo>
                  <a:pt x="3875" y="8822"/>
                </a:lnTo>
                <a:cubicBezTo>
                  <a:pt x="3749" y="8696"/>
                  <a:pt x="3592" y="8601"/>
                  <a:pt x="3434" y="8569"/>
                </a:cubicBezTo>
                <a:cubicBezTo>
                  <a:pt x="3686" y="8349"/>
                  <a:pt x="3781" y="8034"/>
                  <a:pt x="3781" y="7624"/>
                </a:cubicBezTo>
                <a:cubicBezTo>
                  <a:pt x="3781" y="6868"/>
                  <a:pt x="3151" y="6238"/>
                  <a:pt x="2426" y="6238"/>
                </a:cubicBezTo>
                <a:cubicBezTo>
                  <a:pt x="1670" y="6238"/>
                  <a:pt x="1040" y="6868"/>
                  <a:pt x="1040" y="7624"/>
                </a:cubicBezTo>
                <a:cubicBezTo>
                  <a:pt x="1040" y="7971"/>
                  <a:pt x="1166" y="8286"/>
                  <a:pt x="1387" y="8569"/>
                </a:cubicBezTo>
                <a:cubicBezTo>
                  <a:pt x="567" y="8979"/>
                  <a:pt x="0" y="9798"/>
                  <a:pt x="0" y="10775"/>
                </a:cubicBezTo>
                <a:lnTo>
                  <a:pt x="0" y="11499"/>
                </a:lnTo>
                <a:cubicBezTo>
                  <a:pt x="0" y="11688"/>
                  <a:pt x="158" y="11846"/>
                  <a:pt x="378" y="11846"/>
                </a:cubicBezTo>
                <a:lnTo>
                  <a:pt x="4474" y="11846"/>
                </a:lnTo>
                <a:cubicBezTo>
                  <a:pt x="4663" y="11846"/>
                  <a:pt x="4821" y="11688"/>
                  <a:pt x="4821" y="11499"/>
                </a:cubicBezTo>
                <a:lnTo>
                  <a:pt x="4821" y="10775"/>
                </a:lnTo>
                <a:cubicBezTo>
                  <a:pt x="4821" y="10239"/>
                  <a:pt x="4632" y="9704"/>
                  <a:pt x="4348" y="9326"/>
                </a:cubicBezTo>
                <a:lnTo>
                  <a:pt x="5860" y="7782"/>
                </a:lnTo>
                <a:lnTo>
                  <a:pt x="7404" y="9326"/>
                </a:lnTo>
                <a:cubicBezTo>
                  <a:pt x="7089" y="9704"/>
                  <a:pt x="6931" y="10239"/>
                  <a:pt x="6931" y="10775"/>
                </a:cubicBezTo>
                <a:lnTo>
                  <a:pt x="6931" y="11499"/>
                </a:lnTo>
                <a:cubicBezTo>
                  <a:pt x="6931" y="11688"/>
                  <a:pt x="7089" y="11846"/>
                  <a:pt x="7309" y="11846"/>
                </a:cubicBezTo>
                <a:lnTo>
                  <a:pt x="11468" y="11846"/>
                </a:lnTo>
                <a:cubicBezTo>
                  <a:pt x="11657" y="11846"/>
                  <a:pt x="11815" y="11688"/>
                  <a:pt x="11815" y="11499"/>
                </a:cubicBezTo>
                <a:lnTo>
                  <a:pt x="11815" y="10775"/>
                </a:lnTo>
                <a:cubicBezTo>
                  <a:pt x="11783" y="9830"/>
                  <a:pt x="11185" y="8979"/>
                  <a:pt x="10365" y="8569"/>
                </a:cubicBezTo>
                <a:cubicBezTo>
                  <a:pt x="10586" y="8349"/>
                  <a:pt x="10712" y="8034"/>
                  <a:pt x="10712" y="7624"/>
                </a:cubicBezTo>
                <a:cubicBezTo>
                  <a:pt x="10712" y="6868"/>
                  <a:pt x="10082" y="6238"/>
                  <a:pt x="9357" y="6238"/>
                </a:cubicBezTo>
                <a:cubicBezTo>
                  <a:pt x="8601" y="6238"/>
                  <a:pt x="7971" y="6868"/>
                  <a:pt x="7971" y="7624"/>
                </a:cubicBezTo>
                <a:cubicBezTo>
                  <a:pt x="7971" y="7971"/>
                  <a:pt x="8097" y="8286"/>
                  <a:pt x="8318" y="8569"/>
                </a:cubicBezTo>
                <a:cubicBezTo>
                  <a:pt x="8160" y="8664"/>
                  <a:pt x="8034" y="8727"/>
                  <a:pt x="7877" y="8822"/>
                </a:cubicBezTo>
                <a:lnTo>
                  <a:pt x="6207" y="7152"/>
                </a:lnTo>
                <a:lnTo>
                  <a:pt x="6207" y="5577"/>
                </a:lnTo>
                <a:lnTo>
                  <a:pt x="7940" y="5577"/>
                </a:lnTo>
                <a:cubicBezTo>
                  <a:pt x="8129" y="5577"/>
                  <a:pt x="8286" y="5419"/>
                  <a:pt x="8286" y="5230"/>
                </a:cubicBezTo>
                <a:lnTo>
                  <a:pt x="8286" y="4505"/>
                </a:lnTo>
                <a:cubicBezTo>
                  <a:pt x="8286" y="3529"/>
                  <a:pt x="7688" y="2710"/>
                  <a:pt x="6900" y="2300"/>
                </a:cubicBezTo>
                <a:cubicBezTo>
                  <a:pt x="7152" y="2080"/>
                  <a:pt x="7246" y="1764"/>
                  <a:pt x="7246" y="1355"/>
                </a:cubicBezTo>
                <a:cubicBezTo>
                  <a:pt x="7246" y="630"/>
                  <a:pt x="6616" y="0"/>
                  <a:pt x="5892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2" name="Google Shape;302;p28"/>
          <p:cNvGrpSpPr/>
          <p:nvPr/>
        </p:nvGrpSpPr>
        <p:grpSpPr>
          <a:xfrm>
            <a:off x="5259501" y="2701028"/>
            <a:ext cx="348501" cy="369301"/>
            <a:chOff x="-27358650" y="1961575"/>
            <a:chExt cx="296950" cy="296175"/>
          </a:xfrm>
        </p:grpSpPr>
        <p:sp>
          <p:nvSpPr>
            <p:cNvPr id="303" name="Google Shape;303;p28"/>
            <p:cNvSpPr/>
            <p:nvPr/>
          </p:nvSpPr>
          <p:spPr>
            <a:xfrm>
              <a:off x="-27358650" y="1961575"/>
              <a:ext cx="296950" cy="296175"/>
            </a:xfrm>
            <a:custGeom>
              <a:rect b="b" l="l" r="r" t="t"/>
              <a:pathLst>
                <a:path extrusionOk="0" h="11847" w="11878">
                  <a:moveTo>
                    <a:pt x="7719" y="2080"/>
                  </a:moveTo>
                  <a:lnTo>
                    <a:pt x="7719" y="2836"/>
                  </a:lnTo>
                  <a:lnTo>
                    <a:pt x="4222" y="2836"/>
                  </a:lnTo>
                  <a:lnTo>
                    <a:pt x="4222" y="2080"/>
                  </a:lnTo>
                  <a:close/>
                  <a:moveTo>
                    <a:pt x="8034" y="693"/>
                  </a:moveTo>
                  <a:cubicBezTo>
                    <a:pt x="8633" y="693"/>
                    <a:pt x="9074" y="1166"/>
                    <a:pt x="9074" y="1733"/>
                  </a:cubicBezTo>
                  <a:lnTo>
                    <a:pt x="9074" y="2836"/>
                  </a:lnTo>
                  <a:lnTo>
                    <a:pt x="8349" y="2836"/>
                  </a:lnTo>
                  <a:lnTo>
                    <a:pt x="8349" y="1733"/>
                  </a:lnTo>
                  <a:cubicBezTo>
                    <a:pt x="8349" y="1513"/>
                    <a:pt x="8192" y="1355"/>
                    <a:pt x="8002" y="1355"/>
                  </a:cubicBezTo>
                  <a:lnTo>
                    <a:pt x="3781" y="1355"/>
                  </a:lnTo>
                  <a:cubicBezTo>
                    <a:pt x="3592" y="1355"/>
                    <a:pt x="3434" y="1513"/>
                    <a:pt x="3434" y="1733"/>
                  </a:cubicBezTo>
                  <a:lnTo>
                    <a:pt x="3434" y="2836"/>
                  </a:lnTo>
                  <a:lnTo>
                    <a:pt x="2741" y="2836"/>
                  </a:lnTo>
                  <a:lnTo>
                    <a:pt x="2741" y="1733"/>
                  </a:lnTo>
                  <a:lnTo>
                    <a:pt x="2804" y="1733"/>
                  </a:lnTo>
                  <a:cubicBezTo>
                    <a:pt x="2804" y="1134"/>
                    <a:pt x="3277" y="693"/>
                    <a:pt x="3844" y="693"/>
                  </a:cubicBezTo>
                  <a:close/>
                  <a:moveTo>
                    <a:pt x="10176" y="3497"/>
                  </a:moveTo>
                  <a:cubicBezTo>
                    <a:pt x="10617" y="3497"/>
                    <a:pt x="10995" y="3781"/>
                    <a:pt x="11153" y="4190"/>
                  </a:cubicBezTo>
                  <a:lnTo>
                    <a:pt x="851" y="4190"/>
                  </a:lnTo>
                  <a:cubicBezTo>
                    <a:pt x="914" y="3812"/>
                    <a:pt x="1323" y="3497"/>
                    <a:pt x="1796" y="3497"/>
                  </a:cubicBezTo>
                  <a:close/>
                  <a:moveTo>
                    <a:pt x="11153" y="4915"/>
                  </a:moveTo>
                  <a:lnTo>
                    <a:pt x="11153" y="6301"/>
                  </a:lnTo>
                  <a:lnTo>
                    <a:pt x="10460" y="6301"/>
                  </a:lnTo>
                  <a:lnTo>
                    <a:pt x="10460" y="5923"/>
                  </a:lnTo>
                  <a:cubicBezTo>
                    <a:pt x="10491" y="5734"/>
                    <a:pt x="10334" y="5577"/>
                    <a:pt x="10145" y="5577"/>
                  </a:cubicBezTo>
                  <a:lnTo>
                    <a:pt x="8759" y="5577"/>
                  </a:lnTo>
                  <a:cubicBezTo>
                    <a:pt x="8570" y="5577"/>
                    <a:pt x="8412" y="5734"/>
                    <a:pt x="8412" y="5923"/>
                  </a:cubicBezTo>
                  <a:lnTo>
                    <a:pt x="8412" y="6301"/>
                  </a:lnTo>
                  <a:lnTo>
                    <a:pt x="3529" y="6301"/>
                  </a:lnTo>
                  <a:lnTo>
                    <a:pt x="3529" y="5923"/>
                  </a:lnTo>
                  <a:cubicBezTo>
                    <a:pt x="3529" y="5734"/>
                    <a:pt x="3371" y="5577"/>
                    <a:pt x="3151" y="5577"/>
                  </a:cubicBezTo>
                  <a:lnTo>
                    <a:pt x="1796" y="5577"/>
                  </a:lnTo>
                  <a:cubicBezTo>
                    <a:pt x="1575" y="5577"/>
                    <a:pt x="1418" y="5734"/>
                    <a:pt x="1418" y="5923"/>
                  </a:cubicBezTo>
                  <a:lnTo>
                    <a:pt x="1418" y="6301"/>
                  </a:lnTo>
                  <a:lnTo>
                    <a:pt x="725" y="6301"/>
                  </a:lnTo>
                  <a:lnTo>
                    <a:pt x="725" y="4915"/>
                  </a:lnTo>
                  <a:close/>
                  <a:moveTo>
                    <a:pt x="2836" y="6301"/>
                  </a:moveTo>
                  <a:lnTo>
                    <a:pt x="2836" y="8034"/>
                  </a:lnTo>
                  <a:cubicBezTo>
                    <a:pt x="2836" y="8223"/>
                    <a:pt x="2678" y="8381"/>
                    <a:pt x="2489" y="8381"/>
                  </a:cubicBezTo>
                  <a:cubicBezTo>
                    <a:pt x="2300" y="8381"/>
                    <a:pt x="2143" y="8223"/>
                    <a:pt x="2143" y="8034"/>
                  </a:cubicBezTo>
                  <a:lnTo>
                    <a:pt x="2143" y="6301"/>
                  </a:lnTo>
                  <a:close/>
                  <a:moveTo>
                    <a:pt x="9830" y="6301"/>
                  </a:moveTo>
                  <a:lnTo>
                    <a:pt x="9830" y="8034"/>
                  </a:lnTo>
                  <a:cubicBezTo>
                    <a:pt x="9830" y="8223"/>
                    <a:pt x="9672" y="8381"/>
                    <a:pt x="9452" y="8381"/>
                  </a:cubicBezTo>
                  <a:cubicBezTo>
                    <a:pt x="9263" y="8381"/>
                    <a:pt x="9105" y="8223"/>
                    <a:pt x="9105" y="8034"/>
                  </a:cubicBezTo>
                  <a:lnTo>
                    <a:pt x="9105" y="6301"/>
                  </a:lnTo>
                  <a:close/>
                  <a:moveTo>
                    <a:pt x="11121" y="6994"/>
                  </a:moveTo>
                  <a:lnTo>
                    <a:pt x="11121" y="10113"/>
                  </a:lnTo>
                  <a:cubicBezTo>
                    <a:pt x="11184" y="10649"/>
                    <a:pt x="10712" y="11121"/>
                    <a:pt x="10145" y="11121"/>
                  </a:cubicBezTo>
                  <a:lnTo>
                    <a:pt x="1733" y="11121"/>
                  </a:lnTo>
                  <a:cubicBezTo>
                    <a:pt x="1166" y="11121"/>
                    <a:pt x="725" y="10649"/>
                    <a:pt x="725" y="10113"/>
                  </a:cubicBezTo>
                  <a:lnTo>
                    <a:pt x="725" y="6994"/>
                  </a:lnTo>
                  <a:lnTo>
                    <a:pt x="1418" y="6994"/>
                  </a:lnTo>
                  <a:lnTo>
                    <a:pt x="1418" y="8034"/>
                  </a:lnTo>
                  <a:cubicBezTo>
                    <a:pt x="1418" y="8601"/>
                    <a:pt x="1891" y="9042"/>
                    <a:pt x="2458" y="9042"/>
                  </a:cubicBezTo>
                  <a:cubicBezTo>
                    <a:pt x="2993" y="9042"/>
                    <a:pt x="3466" y="8570"/>
                    <a:pt x="3466" y="8034"/>
                  </a:cubicBezTo>
                  <a:lnTo>
                    <a:pt x="3466" y="6994"/>
                  </a:lnTo>
                  <a:lnTo>
                    <a:pt x="8349" y="6994"/>
                  </a:lnTo>
                  <a:lnTo>
                    <a:pt x="8349" y="8034"/>
                  </a:lnTo>
                  <a:cubicBezTo>
                    <a:pt x="8349" y="8601"/>
                    <a:pt x="8822" y="9042"/>
                    <a:pt x="9389" y="9042"/>
                  </a:cubicBezTo>
                  <a:cubicBezTo>
                    <a:pt x="9924" y="9042"/>
                    <a:pt x="10397" y="8570"/>
                    <a:pt x="10397" y="8034"/>
                  </a:cubicBezTo>
                  <a:lnTo>
                    <a:pt x="10397" y="6994"/>
                  </a:lnTo>
                  <a:close/>
                  <a:moveTo>
                    <a:pt x="3844" y="0"/>
                  </a:moveTo>
                  <a:cubicBezTo>
                    <a:pt x="2899" y="0"/>
                    <a:pt x="2111" y="788"/>
                    <a:pt x="2111" y="1733"/>
                  </a:cubicBezTo>
                  <a:lnTo>
                    <a:pt x="2111" y="2836"/>
                  </a:lnTo>
                  <a:lnTo>
                    <a:pt x="1733" y="2836"/>
                  </a:lnTo>
                  <a:cubicBezTo>
                    <a:pt x="788" y="2836"/>
                    <a:pt x="0" y="3623"/>
                    <a:pt x="0" y="4568"/>
                  </a:cubicBezTo>
                  <a:lnTo>
                    <a:pt x="0" y="10113"/>
                  </a:lnTo>
                  <a:cubicBezTo>
                    <a:pt x="0" y="11058"/>
                    <a:pt x="788" y="11846"/>
                    <a:pt x="1733" y="11846"/>
                  </a:cubicBezTo>
                  <a:lnTo>
                    <a:pt x="10145" y="11846"/>
                  </a:lnTo>
                  <a:cubicBezTo>
                    <a:pt x="11090" y="11846"/>
                    <a:pt x="11878" y="11058"/>
                    <a:pt x="11878" y="10113"/>
                  </a:cubicBezTo>
                  <a:lnTo>
                    <a:pt x="11878" y="4568"/>
                  </a:lnTo>
                  <a:cubicBezTo>
                    <a:pt x="11878" y="3623"/>
                    <a:pt x="11121" y="2836"/>
                    <a:pt x="10145" y="2836"/>
                  </a:cubicBezTo>
                  <a:lnTo>
                    <a:pt x="9767" y="2836"/>
                  </a:lnTo>
                  <a:lnTo>
                    <a:pt x="9767" y="1733"/>
                  </a:lnTo>
                  <a:cubicBezTo>
                    <a:pt x="9767" y="788"/>
                    <a:pt x="8979" y="0"/>
                    <a:pt x="80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28"/>
            <p:cNvSpPr/>
            <p:nvPr/>
          </p:nvSpPr>
          <p:spPr>
            <a:xfrm>
              <a:off x="-27246025" y="2152175"/>
              <a:ext cx="70900" cy="70900"/>
            </a:xfrm>
            <a:custGeom>
              <a:rect b="b" l="l" r="r" t="t"/>
              <a:pathLst>
                <a:path extrusionOk="0" h="2836" w="2836">
                  <a:moveTo>
                    <a:pt x="1418" y="0"/>
                  </a:moveTo>
                  <a:cubicBezTo>
                    <a:pt x="1229" y="0"/>
                    <a:pt x="1072" y="158"/>
                    <a:pt x="1072" y="347"/>
                  </a:cubicBezTo>
                  <a:lnTo>
                    <a:pt x="1072" y="1072"/>
                  </a:lnTo>
                  <a:lnTo>
                    <a:pt x="347" y="1072"/>
                  </a:lnTo>
                  <a:cubicBezTo>
                    <a:pt x="158" y="1072"/>
                    <a:pt x="0" y="1229"/>
                    <a:pt x="0" y="1418"/>
                  </a:cubicBezTo>
                  <a:cubicBezTo>
                    <a:pt x="0" y="1607"/>
                    <a:pt x="158" y="1765"/>
                    <a:pt x="347" y="1765"/>
                  </a:cubicBezTo>
                  <a:lnTo>
                    <a:pt x="1072" y="1765"/>
                  </a:lnTo>
                  <a:lnTo>
                    <a:pt x="1072" y="2489"/>
                  </a:lnTo>
                  <a:cubicBezTo>
                    <a:pt x="1072" y="2678"/>
                    <a:pt x="1229" y="2836"/>
                    <a:pt x="1418" y="2836"/>
                  </a:cubicBezTo>
                  <a:cubicBezTo>
                    <a:pt x="1607" y="2836"/>
                    <a:pt x="1765" y="2678"/>
                    <a:pt x="1765" y="2489"/>
                  </a:cubicBezTo>
                  <a:lnTo>
                    <a:pt x="1765" y="1765"/>
                  </a:lnTo>
                  <a:lnTo>
                    <a:pt x="2489" y="1765"/>
                  </a:lnTo>
                  <a:cubicBezTo>
                    <a:pt x="2678" y="1765"/>
                    <a:pt x="2836" y="1607"/>
                    <a:pt x="2836" y="1418"/>
                  </a:cubicBezTo>
                  <a:cubicBezTo>
                    <a:pt x="2836" y="1229"/>
                    <a:pt x="2678" y="1072"/>
                    <a:pt x="2489" y="1072"/>
                  </a:cubicBezTo>
                  <a:lnTo>
                    <a:pt x="1765" y="1072"/>
                  </a:lnTo>
                  <a:lnTo>
                    <a:pt x="1765" y="347"/>
                  </a:lnTo>
                  <a:cubicBezTo>
                    <a:pt x="1765" y="158"/>
                    <a:pt x="1607" y="0"/>
                    <a:pt x="14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5" name="Google Shape;305;p28"/>
          <p:cNvSpPr/>
          <p:nvPr/>
        </p:nvSpPr>
        <p:spPr>
          <a:xfrm>
            <a:off x="5187174" y="4137975"/>
            <a:ext cx="497764" cy="454838"/>
          </a:xfrm>
          <a:custGeom>
            <a:rect b="b" l="l" r="r" t="t"/>
            <a:pathLst>
              <a:path extrusionOk="0" h="11280" w="12067">
                <a:moveTo>
                  <a:pt x="5986" y="757"/>
                </a:moveTo>
                <a:cubicBezTo>
                  <a:pt x="7656" y="757"/>
                  <a:pt x="9011" y="2049"/>
                  <a:pt x="9137" y="3718"/>
                </a:cubicBezTo>
                <a:cubicBezTo>
                  <a:pt x="8822" y="3624"/>
                  <a:pt x="8475" y="3561"/>
                  <a:pt x="8066" y="3561"/>
                </a:cubicBezTo>
                <a:cubicBezTo>
                  <a:pt x="7278" y="3561"/>
                  <a:pt x="6585" y="3781"/>
                  <a:pt x="5955" y="4191"/>
                </a:cubicBezTo>
                <a:cubicBezTo>
                  <a:pt x="5356" y="3781"/>
                  <a:pt x="4632" y="3561"/>
                  <a:pt x="3844" y="3561"/>
                </a:cubicBezTo>
                <a:cubicBezTo>
                  <a:pt x="3466" y="3561"/>
                  <a:pt x="3119" y="3592"/>
                  <a:pt x="2773" y="3718"/>
                </a:cubicBezTo>
                <a:cubicBezTo>
                  <a:pt x="2930" y="2049"/>
                  <a:pt x="4285" y="757"/>
                  <a:pt x="5986" y="757"/>
                </a:cubicBezTo>
                <a:close/>
                <a:moveTo>
                  <a:pt x="3875" y="4254"/>
                </a:moveTo>
                <a:cubicBezTo>
                  <a:pt x="4411" y="4254"/>
                  <a:pt x="4915" y="4411"/>
                  <a:pt x="5388" y="4663"/>
                </a:cubicBezTo>
                <a:cubicBezTo>
                  <a:pt x="4852" y="5168"/>
                  <a:pt x="4505" y="5829"/>
                  <a:pt x="4285" y="6585"/>
                </a:cubicBezTo>
                <a:cubicBezTo>
                  <a:pt x="3560" y="6113"/>
                  <a:pt x="2993" y="5325"/>
                  <a:pt x="2836" y="4411"/>
                </a:cubicBezTo>
                <a:cubicBezTo>
                  <a:pt x="3151" y="4317"/>
                  <a:pt x="3497" y="4254"/>
                  <a:pt x="3875" y="4254"/>
                </a:cubicBezTo>
                <a:close/>
                <a:moveTo>
                  <a:pt x="8129" y="4254"/>
                </a:moveTo>
                <a:cubicBezTo>
                  <a:pt x="8475" y="4254"/>
                  <a:pt x="8822" y="4317"/>
                  <a:pt x="9137" y="4411"/>
                </a:cubicBezTo>
                <a:cubicBezTo>
                  <a:pt x="8979" y="5325"/>
                  <a:pt x="8444" y="6113"/>
                  <a:pt x="7687" y="6585"/>
                </a:cubicBezTo>
                <a:cubicBezTo>
                  <a:pt x="7498" y="5829"/>
                  <a:pt x="7089" y="5168"/>
                  <a:pt x="6585" y="4663"/>
                </a:cubicBezTo>
                <a:cubicBezTo>
                  <a:pt x="7026" y="4411"/>
                  <a:pt x="7561" y="4254"/>
                  <a:pt x="8129" y="4254"/>
                </a:cubicBezTo>
                <a:close/>
                <a:moveTo>
                  <a:pt x="5986" y="5042"/>
                </a:moveTo>
                <a:cubicBezTo>
                  <a:pt x="6490" y="5514"/>
                  <a:pt x="6900" y="6144"/>
                  <a:pt x="7026" y="6900"/>
                </a:cubicBezTo>
                <a:cubicBezTo>
                  <a:pt x="6648" y="7026"/>
                  <a:pt x="6364" y="7058"/>
                  <a:pt x="5986" y="7058"/>
                </a:cubicBezTo>
                <a:cubicBezTo>
                  <a:pt x="5640" y="7058"/>
                  <a:pt x="5293" y="7026"/>
                  <a:pt x="4978" y="6900"/>
                </a:cubicBezTo>
                <a:cubicBezTo>
                  <a:pt x="5073" y="6176"/>
                  <a:pt x="5451" y="5514"/>
                  <a:pt x="5986" y="5042"/>
                </a:cubicBezTo>
                <a:close/>
                <a:moveTo>
                  <a:pt x="4915" y="7625"/>
                </a:moveTo>
                <a:lnTo>
                  <a:pt x="4915" y="7625"/>
                </a:lnTo>
                <a:cubicBezTo>
                  <a:pt x="5230" y="7688"/>
                  <a:pt x="5608" y="7782"/>
                  <a:pt x="5986" y="7782"/>
                </a:cubicBezTo>
                <a:cubicBezTo>
                  <a:pt x="6333" y="7782"/>
                  <a:pt x="6711" y="7719"/>
                  <a:pt x="7057" y="7625"/>
                </a:cubicBezTo>
                <a:lnTo>
                  <a:pt x="7057" y="7625"/>
                </a:lnTo>
                <a:cubicBezTo>
                  <a:pt x="6963" y="8476"/>
                  <a:pt x="6585" y="9232"/>
                  <a:pt x="5986" y="9767"/>
                </a:cubicBezTo>
                <a:cubicBezTo>
                  <a:pt x="5388" y="9232"/>
                  <a:pt x="5010" y="8476"/>
                  <a:pt x="4915" y="7625"/>
                </a:cubicBezTo>
                <a:close/>
                <a:moveTo>
                  <a:pt x="2206" y="4726"/>
                </a:moveTo>
                <a:cubicBezTo>
                  <a:pt x="2458" y="5892"/>
                  <a:pt x="3245" y="6837"/>
                  <a:pt x="4222" y="7373"/>
                </a:cubicBezTo>
                <a:lnTo>
                  <a:pt x="4222" y="7467"/>
                </a:lnTo>
                <a:cubicBezTo>
                  <a:pt x="4222" y="8570"/>
                  <a:pt x="4663" y="9515"/>
                  <a:pt x="5388" y="10208"/>
                </a:cubicBezTo>
                <a:cubicBezTo>
                  <a:pt x="4915" y="10460"/>
                  <a:pt x="4411" y="10555"/>
                  <a:pt x="3875" y="10555"/>
                </a:cubicBezTo>
                <a:cubicBezTo>
                  <a:pt x="2080" y="10555"/>
                  <a:pt x="662" y="9137"/>
                  <a:pt x="662" y="7404"/>
                </a:cubicBezTo>
                <a:cubicBezTo>
                  <a:pt x="662" y="6270"/>
                  <a:pt x="1260" y="5294"/>
                  <a:pt x="2206" y="4726"/>
                </a:cubicBezTo>
                <a:close/>
                <a:moveTo>
                  <a:pt x="9735" y="4695"/>
                </a:moveTo>
                <a:cubicBezTo>
                  <a:pt x="10649" y="5262"/>
                  <a:pt x="11279" y="6239"/>
                  <a:pt x="11279" y="7373"/>
                </a:cubicBezTo>
                <a:cubicBezTo>
                  <a:pt x="11279" y="9137"/>
                  <a:pt x="9861" y="10555"/>
                  <a:pt x="8066" y="10555"/>
                </a:cubicBezTo>
                <a:cubicBezTo>
                  <a:pt x="7530" y="10555"/>
                  <a:pt x="7026" y="10397"/>
                  <a:pt x="6553" y="10177"/>
                </a:cubicBezTo>
                <a:cubicBezTo>
                  <a:pt x="7246" y="9452"/>
                  <a:pt x="7719" y="8476"/>
                  <a:pt x="7719" y="7404"/>
                </a:cubicBezTo>
                <a:lnTo>
                  <a:pt x="7719" y="7341"/>
                </a:lnTo>
                <a:cubicBezTo>
                  <a:pt x="8759" y="6837"/>
                  <a:pt x="9515" y="5892"/>
                  <a:pt x="9735" y="4695"/>
                </a:cubicBezTo>
                <a:close/>
                <a:moveTo>
                  <a:pt x="5986" y="1"/>
                </a:moveTo>
                <a:cubicBezTo>
                  <a:pt x="3875" y="1"/>
                  <a:pt x="2143" y="1734"/>
                  <a:pt x="2143" y="3876"/>
                </a:cubicBezTo>
                <a:lnTo>
                  <a:pt x="2143" y="3939"/>
                </a:lnTo>
                <a:cubicBezTo>
                  <a:pt x="882" y="4569"/>
                  <a:pt x="0" y="5892"/>
                  <a:pt x="0" y="7404"/>
                </a:cubicBezTo>
                <a:cubicBezTo>
                  <a:pt x="0" y="9547"/>
                  <a:pt x="1733" y="11279"/>
                  <a:pt x="3907" y="11279"/>
                </a:cubicBezTo>
                <a:cubicBezTo>
                  <a:pt x="4695" y="11279"/>
                  <a:pt x="5388" y="11027"/>
                  <a:pt x="6018" y="10649"/>
                </a:cubicBezTo>
                <a:cubicBezTo>
                  <a:pt x="6616" y="11027"/>
                  <a:pt x="7372" y="11279"/>
                  <a:pt x="8160" y="11279"/>
                </a:cubicBezTo>
                <a:cubicBezTo>
                  <a:pt x="10271" y="11279"/>
                  <a:pt x="12067" y="9547"/>
                  <a:pt x="12067" y="7404"/>
                </a:cubicBezTo>
                <a:cubicBezTo>
                  <a:pt x="11972" y="5924"/>
                  <a:pt x="11122" y="4632"/>
                  <a:pt x="9861" y="3939"/>
                </a:cubicBezTo>
                <a:lnTo>
                  <a:pt x="9861" y="3876"/>
                </a:lnTo>
                <a:cubicBezTo>
                  <a:pt x="9861" y="1734"/>
                  <a:pt x="8129" y="1"/>
                  <a:pt x="598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8"/>
          <p:cNvSpPr txBox="1"/>
          <p:nvPr/>
        </p:nvSpPr>
        <p:spPr>
          <a:xfrm>
            <a:off x="7253975" y="4762000"/>
            <a:ext cx="155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rPr>
              <a:t>Slide by Rachana</a:t>
            </a:r>
            <a:endParaRPr sz="1200">
              <a:solidFill>
                <a:schemeClr val="dk1"/>
              </a:solidFill>
              <a:latin typeface="Mulish Medium"/>
              <a:ea typeface="Mulish Medium"/>
              <a:cs typeface="Mulish Medium"/>
              <a:sym typeface="Mulish Medium"/>
            </a:endParaRPr>
          </a:p>
        </p:txBody>
      </p:sp>
      <p:sp>
        <p:nvSpPr>
          <p:cNvPr id="307" name="Google Shape;307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80425" y="0"/>
            <a:ext cx="51435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00500" y="0"/>
            <a:ext cx="51435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9"/>
          <p:cNvSpPr txBox="1"/>
          <p:nvPr/>
        </p:nvSpPr>
        <p:spPr>
          <a:xfrm>
            <a:off x="6118500" y="4776100"/>
            <a:ext cx="3052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latin typeface="Mulish Medium"/>
                <a:ea typeface="Mulish Medium"/>
                <a:cs typeface="Mulish Medium"/>
                <a:sym typeface="Mulish Medium"/>
              </a:rPr>
              <a:t>Slide by Mihir Kavishwar</a:t>
            </a:r>
            <a:endParaRPr sz="1200">
              <a:solidFill>
                <a:schemeClr val="accent6"/>
              </a:solidFill>
              <a:latin typeface="Mulish Medium"/>
              <a:ea typeface="Mulish Medium"/>
              <a:cs typeface="Mulish Medium"/>
              <a:sym typeface="Mulish Medium"/>
            </a:endParaRPr>
          </a:p>
        </p:txBody>
      </p:sp>
      <p:sp>
        <p:nvSpPr>
          <p:cNvPr id="315" name="Google Shape;315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0"/>
          <p:cNvSpPr txBox="1"/>
          <p:nvPr>
            <p:ph type="ctrTitle"/>
          </p:nvPr>
        </p:nvSpPr>
        <p:spPr>
          <a:xfrm>
            <a:off x="296950" y="1036225"/>
            <a:ext cx="4210800" cy="1139400"/>
          </a:xfrm>
          <a:prstGeom prst="rect">
            <a:avLst/>
          </a:prstGeom>
          <a:solidFill>
            <a:srgbClr val="76A5AF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6"/>
                </a:solidFill>
              </a:rPr>
              <a:t>PROBLEM</a:t>
            </a:r>
            <a:r>
              <a:rPr lang="en" sz="1600">
                <a:solidFill>
                  <a:schemeClr val="accent6"/>
                </a:solidFill>
              </a:rPr>
              <a:t> </a:t>
            </a:r>
            <a:r>
              <a:rPr lang="en" sz="1700">
                <a:solidFill>
                  <a:schemeClr val="accent6"/>
                </a:solidFill>
              </a:rPr>
              <a:t>: Outdated online shopping.</a:t>
            </a:r>
            <a:endParaRPr sz="2500"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accent6"/>
                </a:solidFill>
                <a:latin typeface="Mulish"/>
                <a:ea typeface="Mulish"/>
                <a:cs typeface="Mulish"/>
                <a:sym typeface="Mulish"/>
              </a:rPr>
              <a:t>Inconvenient</a:t>
            </a:r>
            <a:r>
              <a:rPr lang="en" sz="1400">
                <a:solidFill>
                  <a:schemeClr val="accent6"/>
                </a:solidFill>
                <a:latin typeface="Mulish"/>
                <a:ea typeface="Mulish"/>
                <a:cs typeface="Mulish"/>
                <a:sym typeface="Mulish"/>
              </a:rPr>
              <a:t>, time consuming, </a:t>
            </a:r>
            <a:r>
              <a:rPr b="1" lang="en" sz="1400">
                <a:solidFill>
                  <a:schemeClr val="accent6"/>
                </a:solidFill>
                <a:latin typeface="Mulish"/>
                <a:ea typeface="Mulish"/>
                <a:cs typeface="Mulish"/>
                <a:sym typeface="Mulish"/>
              </a:rPr>
              <a:t>inefficient</a:t>
            </a:r>
            <a:r>
              <a:rPr lang="en" sz="1400">
                <a:solidFill>
                  <a:schemeClr val="accent6"/>
                </a:solidFill>
                <a:latin typeface="Mulish"/>
                <a:ea typeface="Mulish"/>
                <a:cs typeface="Mulish"/>
                <a:sym typeface="Mulish"/>
              </a:rPr>
              <a:t> 2D </a:t>
            </a:r>
            <a:r>
              <a:rPr lang="en" sz="1400">
                <a:solidFill>
                  <a:schemeClr val="accent6"/>
                </a:solidFill>
                <a:latin typeface="Mulish"/>
                <a:ea typeface="Mulish"/>
                <a:cs typeface="Mulish"/>
                <a:sym typeface="Mulish"/>
              </a:rPr>
              <a:t>visualization</a:t>
            </a:r>
            <a:r>
              <a:rPr lang="en" sz="1400">
                <a:solidFill>
                  <a:schemeClr val="accent6"/>
                </a:solidFill>
                <a:latin typeface="Mulish"/>
                <a:ea typeface="Mulish"/>
                <a:cs typeface="Mulish"/>
                <a:sym typeface="Mulish"/>
              </a:rPr>
              <a:t> for online shopping experience.</a:t>
            </a:r>
            <a:endParaRPr sz="1500"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3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30"/>
          <p:cNvSpPr txBox="1"/>
          <p:nvPr/>
        </p:nvSpPr>
        <p:spPr>
          <a:xfrm>
            <a:off x="296950" y="2313225"/>
            <a:ext cx="2850000" cy="2552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Current Process and Technology</a:t>
            </a:r>
            <a:br>
              <a:rPr b="1" lang="en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</a:br>
            <a:endParaRPr b="1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Trebuchet MS"/>
              <a:buChar char="●"/>
            </a:pPr>
            <a:r>
              <a:rPr b="1" lang="en" sz="1200">
                <a:latin typeface="Trebuchet MS"/>
                <a:ea typeface="Trebuchet MS"/>
                <a:cs typeface="Trebuchet MS"/>
                <a:sym typeface="Trebuchet MS"/>
              </a:rPr>
              <a:t>E-Commerce Platforms</a:t>
            </a:r>
            <a:r>
              <a:rPr lang="en" sz="1200">
                <a:latin typeface="Trebuchet MS"/>
                <a:ea typeface="Trebuchet MS"/>
                <a:cs typeface="Trebuchet MS"/>
                <a:sym typeface="Trebuchet MS"/>
              </a:rPr>
              <a:t>: Facilitate personalization.</a:t>
            </a:r>
            <a:br>
              <a:rPr lang="en" sz="1200">
                <a:latin typeface="Trebuchet MS"/>
                <a:ea typeface="Trebuchet MS"/>
                <a:cs typeface="Trebuchet MS"/>
                <a:sym typeface="Trebuchet MS"/>
              </a:rPr>
            </a:br>
            <a:endParaRPr sz="12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Trebuchet MS"/>
              <a:buChar char="●"/>
            </a:pPr>
            <a:r>
              <a:rPr b="1" lang="en" sz="1200">
                <a:latin typeface="Trebuchet MS"/>
                <a:ea typeface="Trebuchet MS"/>
                <a:cs typeface="Trebuchet MS"/>
                <a:sym typeface="Trebuchet MS"/>
              </a:rPr>
              <a:t>Mobile Shopping</a:t>
            </a:r>
            <a:r>
              <a:rPr lang="en" sz="1200">
                <a:latin typeface="Trebuchet MS"/>
                <a:ea typeface="Trebuchet MS"/>
                <a:cs typeface="Trebuchet MS"/>
                <a:sym typeface="Trebuchet MS"/>
              </a:rPr>
              <a:t>: Shopping on phones, through ads.</a:t>
            </a:r>
            <a:br>
              <a:rPr lang="en" sz="1200">
                <a:latin typeface="Trebuchet MS"/>
                <a:ea typeface="Trebuchet MS"/>
                <a:cs typeface="Trebuchet MS"/>
                <a:sym typeface="Trebuchet MS"/>
              </a:rPr>
            </a:br>
            <a:endParaRPr sz="12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Trebuchet MS"/>
              <a:buChar char="●"/>
            </a:pPr>
            <a:r>
              <a:rPr b="1" lang="en" sz="1200">
                <a:latin typeface="Trebuchet MS"/>
                <a:ea typeface="Trebuchet MS"/>
                <a:cs typeface="Trebuchet MS"/>
                <a:sym typeface="Trebuchet MS"/>
              </a:rPr>
              <a:t>Payment Security</a:t>
            </a:r>
            <a:r>
              <a:rPr lang="en" sz="1200">
                <a:latin typeface="Trebuchet MS"/>
                <a:ea typeface="Trebuchet MS"/>
                <a:cs typeface="Trebuchet MS"/>
                <a:sym typeface="Trebuchet MS"/>
              </a:rPr>
              <a:t>: This tech ensures the experience is secure.</a:t>
            </a:r>
            <a:endParaRPr sz="12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22" name="Google Shape;322;p30"/>
          <p:cNvSpPr txBox="1"/>
          <p:nvPr/>
        </p:nvSpPr>
        <p:spPr>
          <a:xfrm>
            <a:off x="3311525" y="2284875"/>
            <a:ext cx="2642400" cy="2608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What is missing and current technology</a:t>
            </a:r>
            <a:endParaRPr b="1" sz="13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Trebuchet MS"/>
              <a:buChar char="●"/>
            </a:pPr>
            <a:r>
              <a:rPr b="1" lang="en" sz="1100">
                <a:latin typeface="Trebuchet MS"/>
                <a:ea typeface="Trebuchet MS"/>
                <a:cs typeface="Trebuchet MS"/>
                <a:sym typeface="Trebuchet MS"/>
              </a:rPr>
              <a:t>AI &amp; Personalization</a:t>
            </a:r>
            <a:r>
              <a:rPr lang="en" sz="1100">
                <a:latin typeface="Trebuchet MS"/>
                <a:ea typeface="Trebuchet MS"/>
                <a:cs typeface="Trebuchet MS"/>
                <a:sym typeface="Trebuchet MS"/>
              </a:rPr>
              <a:t>: Needs deeper AI integration for better recs. 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Trebuchet MS"/>
              <a:buChar char="●"/>
            </a:pPr>
            <a:r>
              <a:rPr b="1" lang="en" sz="1100">
                <a:latin typeface="Trebuchet MS"/>
                <a:ea typeface="Trebuchet MS"/>
                <a:cs typeface="Trebuchet MS"/>
                <a:sym typeface="Trebuchet MS"/>
              </a:rPr>
              <a:t>AR/VR</a:t>
            </a:r>
            <a:r>
              <a:rPr lang="en" sz="1100">
                <a:latin typeface="Trebuchet MS"/>
                <a:ea typeface="Trebuchet MS"/>
                <a:cs typeface="Trebuchet MS"/>
                <a:sym typeface="Trebuchet MS"/>
              </a:rPr>
              <a:t>: Lack of better immersive shopping experiences.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Trebuchet MS"/>
              <a:buChar char="●"/>
            </a:pPr>
            <a:r>
              <a:rPr b="1" lang="en" sz="1100">
                <a:latin typeface="Trebuchet MS"/>
                <a:ea typeface="Trebuchet MS"/>
                <a:cs typeface="Trebuchet MS"/>
                <a:sym typeface="Trebuchet MS"/>
              </a:rPr>
              <a:t>Sustainability &amp; Delivery</a:t>
            </a:r>
            <a:r>
              <a:rPr lang="en" sz="1100">
                <a:latin typeface="Trebuchet MS"/>
                <a:ea typeface="Trebuchet MS"/>
                <a:cs typeface="Trebuchet MS"/>
                <a:sym typeface="Trebuchet MS"/>
              </a:rPr>
              <a:t>: Enhancements in supply chain transparency and faster delivery.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323" name="Google Shape;323;p30"/>
          <p:cNvSpPr txBox="1"/>
          <p:nvPr/>
        </p:nvSpPr>
        <p:spPr>
          <a:xfrm>
            <a:off x="6118500" y="2284675"/>
            <a:ext cx="2724900" cy="2608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G</a:t>
            </a:r>
            <a:r>
              <a:rPr b="1" lang="en" sz="15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ame changer</a:t>
            </a:r>
            <a:endParaRPr b="1" sz="15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Trebuchet MS"/>
              <a:buChar char="●"/>
            </a:pPr>
            <a:r>
              <a:rPr b="1" lang="en" sz="1100">
                <a:latin typeface="Trebuchet MS"/>
                <a:ea typeface="Trebuchet MS"/>
                <a:cs typeface="Trebuchet MS"/>
                <a:sym typeface="Trebuchet MS"/>
              </a:rPr>
              <a:t>AR/VR</a:t>
            </a:r>
            <a:r>
              <a:rPr lang="en" sz="1100">
                <a:latin typeface="Trebuchet MS"/>
                <a:ea typeface="Trebuchet MS"/>
                <a:cs typeface="Trebuchet MS"/>
                <a:sym typeface="Trebuchet MS"/>
              </a:rPr>
              <a:t>: We will give full AR experience for shopping. People can see the product in actual dimensions in real time.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Trebuchet MS"/>
              <a:buChar char="●"/>
            </a:pPr>
            <a:r>
              <a:rPr b="1" lang="en" sz="1100">
                <a:latin typeface="Trebuchet MS"/>
                <a:ea typeface="Trebuchet MS"/>
                <a:cs typeface="Trebuchet MS"/>
                <a:sym typeface="Trebuchet MS"/>
              </a:rPr>
              <a:t>AI &amp; Personalization</a:t>
            </a:r>
            <a:r>
              <a:rPr lang="en" sz="1100">
                <a:latin typeface="Trebuchet MS"/>
                <a:ea typeface="Trebuchet MS"/>
                <a:cs typeface="Trebuchet MS"/>
                <a:sym typeface="Trebuchet MS"/>
              </a:rPr>
              <a:t>: Personal talking assistants which will know your nuances and tailor your experience everytime you shop.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324" name="Google Shape;324;p30"/>
          <p:cNvSpPr txBox="1"/>
          <p:nvPr/>
        </p:nvSpPr>
        <p:spPr>
          <a:xfrm>
            <a:off x="2111550" y="80375"/>
            <a:ext cx="4920900" cy="8466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C2E3A"/>
                </a:solidFill>
                <a:latin typeface="Oswald"/>
                <a:ea typeface="Oswald"/>
                <a:cs typeface="Oswald"/>
                <a:sym typeface="Oswald"/>
              </a:rPr>
              <a:t>  Concept B</a:t>
            </a:r>
            <a:r>
              <a:rPr lang="en" sz="2800">
                <a:solidFill>
                  <a:srgbClr val="0C2E3A"/>
                </a:solidFill>
                <a:latin typeface="Oswald"/>
                <a:ea typeface="Oswald"/>
                <a:cs typeface="Oswald"/>
                <a:sym typeface="Oswald"/>
              </a:rPr>
              <a:t> : InfiniShop</a:t>
            </a:r>
            <a:endParaRPr sz="2800">
              <a:solidFill>
                <a:srgbClr val="0C2E3A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7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Virtual Showroom experience with AR shopping.</a:t>
            </a:r>
            <a:endParaRPr sz="29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25" name="Google Shape;325;p30"/>
          <p:cNvSpPr txBox="1"/>
          <p:nvPr>
            <p:ph type="ctrTitle"/>
          </p:nvPr>
        </p:nvSpPr>
        <p:spPr>
          <a:xfrm>
            <a:off x="4632525" y="1036113"/>
            <a:ext cx="4210800" cy="1139400"/>
          </a:xfrm>
          <a:prstGeom prst="rect">
            <a:avLst/>
          </a:prstGeom>
          <a:solidFill>
            <a:srgbClr val="76A5AF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202124"/>
                </a:solidFill>
              </a:rPr>
              <a:t>  </a:t>
            </a:r>
            <a:r>
              <a:rPr lang="en" sz="1800">
                <a:solidFill>
                  <a:schemeClr val="accent6"/>
                </a:solidFill>
              </a:rPr>
              <a:t>  </a:t>
            </a:r>
            <a:r>
              <a:rPr b="1" lang="en" sz="1300">
                <a:solidFill>
                  <a:schemeClr val="accent6"/>
                </a:solidFill>
              </a:rPr>
              <a:t>PROBLEM  MAGNITUDE </a:t>
            </a:r>
            <a:endParaRPr b="1" sz="1300"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6"/>
                </a:solidFill>
                <a:latin typeface="Mulish"/>
                <a:ea typeface="Mulish"/>
                <a:cs typeface="Mulish"/>
                <a:sym typeface="Mulish"/>
              </a:rPr>
              <a:t>70% of clothing is returned</a:t>
            </a:r>
            <a:r>
              <a:rPr lang="en" sz="1200">
                <a:solidFill>
                  <a:schemeClr val="accent6"/>
                </a:solidFill>
                <a:latin typeface="Mulish"/>
                <a:ea typeface="Mulish"/>
                <a:cs typeface="Mulish"/>
                <a:sym typeface="Mulish"/>
              </a:rPr>
              <a:t> due to fit and color mismatch!⁸ Each year, US companies spend </a:t>
            </a:r>
            <a:r>
              <a:rPr b="1" lang="en" sz="1200">
                <a:solidFill>
                  <a:schemeClr val="accent6"/>
                </a:solidFill>
                <a:latin typeface="Mulish"/>
                <a:ea typeface="Mulish"/>
                <a:cs typeface="Mulish"/>
                <a:sym typeface="Mulish"/>
              </a:rPr>
              <a:t>~$</a:t>
            </a:r>
            <a:r>
              <a:rPr b="1" lang="en" sz="1200">
                <a:solidFill>
                  <a:schemeClr val="accent6"/>
                </a:solidFill>
                <a:uFill>
                  <a:noFill/>
                </a:uFill>
                <a:latin typeface="Mulish"/>
                <a:ea typeface="Mulish"/>
                <a:cs typeface="Mulish"/>
                <a:sym typeface="Mulish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50 billion</a:t>
            </a:r>
            <a:r>
              <a:rPr b="1" lang="en" sz="1200">
                <a:solidFill>
                  <a:schemeClr val="accent6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en" sz="1200">
                <a:solidFill>
                  <a:schemeClr val="accent6"/>
                </a:solidFill>
                <a:latin typeface="Mulish"/>
                <a:ea typeface="Mulish"/>
                <a:cs typeface="Mulish"/>
                <a:sym typeface="Mulish"/>
              </a:rPr>
              <a:t>on product returns. These goods are the cause of </a:t>
            </a:r>
            <a:r>
              <a:rPr lang="en" sz="1200">
                <a:solidFill>
                  <a:schemeClr val="accent6"/>
                </a:solidFill>
                <a:uFill>
                  <a:noFill/>
                </a:uFill>
                <a:latin typeface="Mulish"/>
                <a:ea typeface="Mulish"/>
                <a:cs typeface="Mulish"/>
                <a:sym typeface="Mulish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27 million tons of CO2 emissions each year</a:t>
            </a:r>
            <a:r>
              <a:rPr lang="en" sz="1200">
                <a:solidFill>
                  <a:schemeClr val="accent6"/>
                </a:solidFill>
                <a:latin typeface="Mulish"/>
                <a:ea typeface="Mulish"/>
                <a:cs typeface="Mulish"/>
                <a:sym typeface="Mulish"/>
              </a:rPr>
              <a:t>!</a:t>
            </a:r>
            <a:r>
              <a:rPr baseline="30000" lang="en" sz="1200">
                <a:solidFill>
                  <a:schemeClr val="accent6"/>
                </a:solidFill>
                <a:latin typeface="Mulish"/>
                <a:ea typeface="Mulish"/>
                <a:cs typeface="Mulish"/>
                <a:sym typeface="Mulish"/>
              </a:rPr>
              <a:t>9</a:t>
            </a:r>
            <a:endParaRPr sz="2000">
              <a:solidFill>
                <a:schemeClr val="accent6"/>
              </a:solidFill>
            </a:endParaRPr>
          </a:p>
        </p:txBody>
      </p:sp>
      <p:sp>
        <p:nvSpPr>
          <p:cNvPr id="326" name="Google Shape;326;p30"/>
          <p:cNvSpPr txBox="1"/>
          <p:nvPr/>
        </p:nvSpPr>
        <p:spPr>
          <a:xfrm>
            <a:off x="6735050" y="4865325"/>
            <a:ext cx="2055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rPr>
              <a:t>Slide by Mihir Kavishwar</a:t>
            </a:r>
            <a:endParaRPr sz="1200">
              <a:solidFill>
                <a:schemeClr val="dk1"/>
              </a:solidFill>
              <a:latin typeface="Mulish Medium"/>
              <a:ea typeface="Mulish Medium"/>
              <a:cs typeface="Mulish Medium"/>
              <a:sym typeface="Mulish Medium"/>
            </a:endParaRPr>
          </a:p>
        </p:txBody>
      </p:sp>
      <p:sp>
        <p:nvSpPr>
          <p:cNvPr id="327" name="Google Shape;327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28" name="Google Shape;328;p30" title="Apple Vision Pro first slide.mp3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74400" y="185025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1"/>
          <p:cNvSpPr txBox="1"/>
          <p:nvPr>
            <p:ph type="ctrTitle"/>
          </p:nvPr>
        </p:nvSpPr>
        <p:spPr>
          <a:xfrm>
            <a:off x="3302850" y="112175"/>
            <a:ext cx="2538300" cy="77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Architecture</a:t>
            </a:r>
            <a:endParaRPr sz="4000"/>
          </a:p>
        </p:txBody>
      </p:sp>
      <p:graphicFrame>
        <p:nvGraphicFramePr>
          <p:cNvPr id="334" name="Google Shape;334;p31"/>
          <p:cNvGraphicFramePr/>
          <p:nvPr/>
        </p:nvGraphicFramePr>
        <p:xfrm>
          <a:off x="852888" y="998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{1F92D6F9-52BE-45FE-B0F8-1D564A04111B}</a:tableStyleId>
              </a:tblPr>
              <a:tblGrid>
                <a:gridCol w="1419850"/>
                <a:gridCol w="6018350"/>
              </a:tblGrid>
              <a:tr h="337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0" marB="0" marR="63500" marL="635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Description</a:t>
                      </a:r>
                      <a:endParaRPr b="1" sz="2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0" marB="0" marR="63500" marL="635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2F3"/>
                    </a:solidFill>
                  </a:tcPr>
                </a:tc>
              </a:tr>
              <a:tr h="591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Form</a:t>
                      </a:r>
                      <a:endParaRPr b="1" sz="2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0" marB="0" marR="63500" marL="635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AR </a:t>
                      </a:r>
                      <a:r>
                        <a:rPr b="1" lang="en" sz="16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Application </a:t>
                      </a:r>
                      <a:r>
                        <a:rPr b="1" lang="en" sz="16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Software</a:t>
                      </a:r>
                      <a:r>
                        <a:rPr lang="en" sz="16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: </a:t>
                      </a:r>
                      <a:r>
                        <a:rPr lang="en" sz="16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User-friendly application accessible via the Apple Vision Pro headset. </a:t>
                      </a:r>
                      <a:endParaRPr sz="16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0" marB="0" marR="63500" marL="635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88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Fit </a:t>
                      </a:r>
                      <a:r>
                        <a:rPr b="1" lang="en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(Variable)</a:t>
                      </a:r>
                      <a:endParaRPr b="1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0" marB="0" marR="63500" marL="635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Source code</a:t>
                      </a:r>
                      <a:r>
                        <a:rPr lang="en" sz="16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 which resides on the cloud, the shopping items size is variables. Since, its a software dimensions will be not relevant.</a:t>
                      </a:r>
                      <a:endParaRPr sz="16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0" marB="0" marR="63500" marL="635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1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Function </a:t>
                      </a:r>
                      <a:endParaRPr b="1" sz="2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0" marB="0" marR="63500" marL="635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AR Shopping</a:t>
                      </a:r>
                      <a:r>
                        <a:rPr lang="en" sz="16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, AI and </a:t>
                      </a:r>
                      <a:r>
                        <a:rPr b="1" lang="en" sz="16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ML for personalization</a:t>
                      </a:r>
                      <a:r>
                        <a:rPr lang="en" sz="16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 and recommendations. </a:t>
                      </a:r>
                      <a:r>
                        <a:rPr b="1" lang="en" sz="16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Secure database </a:t>
                      </a:r>
                      <a:r>
                        <a:rPr lang="en" sz="16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for payment.</a:t>
                      </a:r>
                      <a:endParaRPr sz="16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0" marB="0" marR="63500" marL="635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35" name="Google Shape;335;p31"/>
          <p:cNvSpPr txBox="1"/>
          <p:nvPr/>
        </p:nvSpPr>
        <p:spPr>
          <a:xfrm>
            <a:off x="542350" y="3575475"/>
            <a:ext cx="2034600" cy="10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  <a:latin typeface="Mulish"/>
                <a:ea typeface="Mulish"/>
                <a:cs typeface="Mulish"/>
                <a:sym typeface="Mulish"/>
              </a:rPr>
              <a:t>Input</a:t>
            </a:r>
            <a:endParaRPr b="1">
              <a:solidFill>
                <a:schemeClr val="accent1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AR/VR headset like the vision pro.</a:t>
            </a:r>
            <a:endParaRPr b="1" sz="12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User account.</a:t>
            </a:r>
            <a:endParaRPr b="1" sz="12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Strong Internet.</a:t>
            </a:r>
            <a:endParaRPr b="1" sz="12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336" name="Google Shape;336;p31"/>
          <p:cNvSpPr txBox="1"/>
          <p:nvPr/>
        </p:nvSpPr>
        <p:spPr>
          <a:xfrm>
            <a:off x="3440450" y="3444825"/>
            <a:ext cx="2034600" cy="15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  <a:latin typeface="Mulish"/>
                <a:ea typeface="Mulish"/>
                <a:cs typeface="Mulish"/>
                <a:sym typeface="Mulish"/>
              </a:rPr>
              <a:t>Process</a:t>
            </a:r>
            <a:endParaRPr b="1" sz="12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Take input </a:t>
            </a:r>
            <a:r>
              <a:rPr b="1"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from the available Headset Sensors, take input dimensions of the shopping items and present it based on user preferences.</a:t>
            </a:r>
            <a:endParaRPr b="1" sz="12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337" name="Google Shape;337;p31"/>
          <p:cNvSpPr txBox="1"/>
          <p:nvPr/>
        </p:nvSpPr>
        <p:spPr>
          <a:xfrm>
            <a:off x="6386050" y="3501375"/>
            <a:ext cx="2034600" cy="11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  <a:latin typeface="Mulish"/>
                <a:ea typeface="Mulish"/>
                <a:cs typeface="Mulish"/>
                <a:sym typeface="Mulish"/>
              </a:rPr>
              <a:t>Output</a:t>
            </a:r>
            <a:endParaRPr b="1" sz="12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The </a:t>
            </a:r>
            <a:r>
              <a:rPr b="1"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output</a:t>
            </a:r>
            <a:r>
              <a:rPr b="1"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of our product will be 3D visual in space of what the user would like to “try on”.</a:t>
            </a:r>
            <a:endParaRPr b="1" sz="12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338" name="Google Shape;338;p31"/>
          <p:cNvSpPr txBox="1"/>
          <p:nvPr/>
        </p:nvSpPr>
        <p:spPr>
          <a:xfrm>
            <a:off x="6804300" y="4776100"/>
            <a:ext cx="203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rPr>
              <a:t>Slide by Mihir Kavishwar</a:t>
            </a:r>
            <a:endParaRPr sz="1200">
              <a:solidFill>
                <a:schemeClr val="dk1"/>
              </a:solidFill>
              <a:latin typeface="Mulish Medium"/>
              <a:ea typeface="Mulish Medium"/>
              <a:cs typeface="Mulish Medium"/>
              <a:sym typeface="Mulish Medium"/>
            </a:endParaRPr>
          </a:p>
        </p:txBody>
      </p:sp>
      <p:sp>
        <p:nvSpPr>
          <p:cNvPr id="339" name="Google Shape;339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0" name="Google Shape;340;p31"/>
          <p:cNvSpPr/>
          <p:nvPr/>
        </p:nvSpPr>
        <p:spPr>
          <a:xfrm>
            <a:off x="2557375" y="4125675"/>
            <a:ext cx="783000" cy="195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ulish Medium"/>
              <a:ea typeface="Mulish Medium"/>
              <a:cs typeface="Mulish Medium"/>
              <a:sym typeface="Mulish Medium"/>
            </a:endParaRPr>
          </a:p>
        </p:txBody>
      </p:sp>
      <p:sp>
        <p:nvSpPr>
          <p:cNvPr id="341" name="Google Shape;341;p31"/>
          <p:cNvSpPr/>
          <p:nvPr/>
        </p:nvSpPr>
        <p:spPr>
          <a:xfrm>
            <a:off x="5422600" y="4125675"/>
            <a:ext cx="783000" cy="195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ulish Medium"/>
              <a:ea typeface="Mulish Medium"/>
              <a:cs typeface="Mulish Medium"/>
              <a:sym typeface="Mulish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2"/>
          <p:cNvSpPr txBox="1"/>
          <p:nvPr/>
        </p:nvSpPr>
        <p:spPr>
          <a:xfrm>
            <a:off x="513250" y="1620350"/>
            <a:ext cx="626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ulish Medium"/>
              <a:ea typeface="Mulish Medium"/>
              <a:cs typeface="Mulish Medium"/>
              <a:sym typeface="Mulish Medium"/>
            </a:endParaRPr>
          </a:p>
        </p:txBody>
      </p:sp>
      <p:sp>
        <p:nvSpPr>
          <p:cNvPr id="347" name="Google Shape;347;p32"/>
          <p:cNvSpPr txBox="1"/>
          <p:nvPr/>
        </p:nvSpPr>
        <p:spPr>
          <a:xfrm>
            <a:off x="337100" y="1250525"/>
            <a:ext cx="8147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348" name="Google Shape;348;p32"/>
          <p:cNvSpPr txBox="1"/>
          <p:nvPr/>
        </p:nvSpPr>
        <p:spPr>
          <a:xfrm>
            <a:off x="2459025" y="58700"/>
            <a:ext cx="4067100" cy="12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Infrastructure </a:t>
            </a:r>
            <a:endParaRPr sz="1200">
              <a:solidFill>
                <a:schemeClr val="dk1"/>
              </a:solidFill>
              <a:latin typeface="Mulish Medium"/>
              <a:ea typeface="Mulish Medium"/>
              <a:cs typeface="Mulish Medium"/>
              <a:sym typeface="Mulish Medium"/>
            </a:endParaRPr>
          </a:p>
        </p:txBody>
      </p:sp>
      <p:sp>
        <p:nvSpPr>
          <p:cNvPr id="349" name="Google Shape;349;p32"/>
          <p:cNvSpPr txBox="1"/>
          <p:nvPr/>
        </p:nvSpPr>
        <p:spPr>
          <a:xfrm>
            <a:off x="971550" y="1046250"/>
            <a:ext cx="3225300" cy="14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325D79"/>
                </a:solidFill>
                <a:latin typeface="Oswald"/>
                <a:ea typeface="Oswald"/>
                <a:cs typeface="Oswald"/>
                <a:sym typeface="Oswald"/>
              </a:rPr>
              <a:t>Hardware </a:t>
            </a:r>
            <a:endParaRPr b="1" sz="1600">
              <a:solidFill>
                <a:srgbClr val="325D79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ulish"/>
              <a:buChar char="●"/>
            </a:pPr>
            <a:r>
              <a:rPr lang="en" sz="1100">
                <a:latin typeface="Mulish"/>
                <a:ea typeface="Mulish"/>
                <a:cs typeface="Mulish"/>
                <a:sym typeface="Mulish"/>
              </a:rPr>
              <a:t>Apple Vision Pro headset (for user)</a:t>
            </a:r>
            <a:endParaRPr sz="1100">
              <a:latin typeface="Mulish"/>
              <a:ea typeface="Mulish"/>
              <a:cs typeface="Mulish"/>
              <a:sym typeface="Mulish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ulish"/>
              <a:buChar char="●"/>
            </a:pPr>
            <a:r>
              <a:rPr lang="en" sz="1100">
                <a:latin typeface="Mulish"/>
                <a:ea typeface="Mulish"/>
                <a:cs typeface="Mulish"/>
                <a:sym typeface="Mulish"/>
              </a:rPr>
              <a:t>Data servers</a:t>
            </a:r>
            <a:endParaRPr sz="1100"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 </a:t>
            </a:r>
            <a:endParaRPr sz="1600"/>
          </a:p>
        </p:txBody>
      </p:sp>
      <p:sp>
        <p:nvSpPr>
          <p:cNvPr id="350" name="Google Shape;350;p32"/>
          <p:cNvSpPr txBox="1"/>
          <p:nvPr/>
        </p:nvSpPr>
        <p:spPr>
          <a:xfrm>
            <a:off x="971550" y="2300900"/>
            <a:ext cx="2487600" cy="14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325D79"/>
                </a:solidFill>
                <a:latin typeface="Oswald"/>
                <a:ea typeface="Oswald"/>
                <a:cs typeface="Oswald"/>
                <a:sym typeface="Oswald"/>
              </a:rPr>
              <a:t>Software </a:t>
            </a:r>
            <a:endParaRPr b="1" sz="1100">
              <a:solidFill>
                <a:srgbClr val="325D7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ulish"/>
              <a:buChar char="●"/>
            </a:pPr>
            <a:r>
              <a:rPr lang="en" sz="1100">
                <a:latin typeface="Mulish"/>
                <a:ea typeface="Mulish"/>
                <a:cs typeface="Mulish"/>
                <a:sym typeface="Mulish"/>
              </a:rPr>
              <a:t>APIs for AR/VR</a:t>
            </a:r>
            <a:endParaRPr sz="1100">
              <a:latin typeface="Mulish"/>
              <a:ea typeface="Mulish"/>
              <a:cs typeface="Mulish"/>
              <a:sym typeface="Mulish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ulish"/>
              <a:buChar char="●"/>
            </a:pPr>
            <a:r>
              <a:rPr lang="en" sz="1100">
                <a:latin typeface="Mulish"/>
                <a:ea typeface="Mulish"/>
                <a:cs typeface="Mulish"/>
                <a:sym typeface="Mulish"/>
              </a:rPr>
              <a:t>Cloud computing</a:t>
            </a:r>
            <a:endParaRPr sz="1100">
              <a:latin typeface="Mulish"/>
              <a:ea typeface="Mulish"/>
              <a:cs typeface="Mulish"/>
              <a:sym typeface="Mulish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>
                <a:latin typeface="Mulish"/>
                <a:ea typeface="Mulish"/>
                <a:cs typeface="Mulish"/>
                <a:sym typeface="Mulish"/>
              </a:rPr>
              <a:t>Database management</a:t>
            </a: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 </a:t>
            </a:r>
            <a:endParaRPr sz="1600"/>
          </a:p>
        </p:txBody>
      </p:sp>
      <p:sp>
        <p:nvSpPr>
          <p:cNvPr id="351" name="Google Shape;351;p32"/>
          <p:cNvSpPr txBox="1"/>
          <p:nvPr/>
        </p:nvSpPr>
        <p:spPr>
          <a:xfrm>
            <a:off x="971550" y="3607425"/>
            <a:ext cx="2969400" cy="14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325D79"/>
                </a:solidFill>
                <a:latin typeface="Oswald"/>
                <a:ea typeface="Oswald"/>
                <a:cs typeface="Oswald"/>
                <a:sym typeface="Oswald"/>
              </a:rPr>
              <a:t>Documentation</a:t>
            </a:r>
            <a:endParaRPr b="1" sz="1600">
              <a:solidFill>
                <a:srgbClr val="325D79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ulish"/>
              <a:buChar char="●"/>
            </a:pPr>
            <a:r>
              <a:rPr lang="en" sz="1100">
                <a:latin typeface="Mulish"/>
                <a:ea typeface="Mulish"/>
                <a:cs typeface="Mulish"/>
                <a:sym typeface="Mulish"/>
              </a:rPr>
              <a:t>Comprehensive guides for users, developers, and retailers</a:t>
            </a:r>
            <a:endParaRPr sz="1100">
              <a:latin typeface="Mulish"/>
              <a:ea typeface="Mulish"/>
              <a:cs typeface="Mulish"/>
              <a:sym typeface="Mulish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ulish"/>
              <a:buChar char="●"/>
            </a:pPr>
            <a:r>
              <a:rPr lang="en" sz="1100">
                <a:latin typeface="Mulish"/>
                <a:ea typeface="Mulish"/>
                <a:cs typeface="Mulish"/>
                <a:sym typeface="Mulish"/>
              </a:rPr>
              <a:t>API documentation</a:t>
            </a:r>
            <a:endParaRPr sz="1100">
              <a:latin typeface="Mulish"/>
              <a:ea typeface="Mulish"/>
              <a:cs typeface="Mulish"/>
              <a:sym typeface="Mulish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ulish"/>
              <a:buChar char="●"/>
            </a:pPr>
            <a:r>
              <a:rPr lang="en" sz="1100">
                <a:latin typeface="Mulish"/>
                <a:ea typeface="Mulish"/>
                <a:cs typeface="Mulish"/>
                <a:sym typeface="Mulish"/>
              </a:rPr>
              <a:t>Regulatory documentation</a:t>
            </a:r>
            <a:endParaRPr sz="1100">
              <a:latin typeface="Mulish"/>
              <a:ea typeface="Mulish"/>
              <a:cs typeface="Mulish"/>
              <a:sym typeface="Mulish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ulish"/>
              <a:buChar char="●"/>
            </a:pPr>
            <a:r>
              <a:rPr lang="en" sz="1100">
                <a:latin typeface="Mulish"/>
                <a:ea typeface="Mulish"/>
                <a:cs typeface="Mulish"/>
                <a:sym typeface="Mulish"/>
              </a:rPr>
              <a:t>Privacy policies</a:t>
            </a:r>
            <a:endParaRPr sz="1100"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 </a:t>
            </a:r>
            <a:endParaRPr sz="1600"/>
          </a:p>
        </p:txBody>
      </p:sp>
      <p:sp>
        <p:nvSpPr>
          <p:cNvPr id="352" name="Google Shape;352;p32"/>
          <p:cNvSpPr txBox="1"/>
          <p:nvPr/>
        </p:nvSpPr>
        <p:spPr>
          <a:xfrm>
            <a:off x="5996600" y="896975"/>
            <a:ext cx="2487600" cy="125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325D79"/>
                </a:solidFill>
                <a:latin typeface="Oswald"/>
                <a:ea typeface="Oswald"/>
                <a:cs typeface="Oswald"/>
                <a:sym typeface="Oswald"/>
              </a:rPr>
              <a:t>People</a:t>
            </a:r>
            <a:endParaRPr b="1" sz="1600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ulish"/>
              <a:buChar char="●"/>
            </a:pPr>
            <a:r>
              <a:rPr lang="en" sz="1100">
                <a:latin typeface="Mulish"/>
                <a:ea typeface="Mulish"/>
                <a:cs typeface="Mulish"/>
                <a:sym typeface="Mulish"/>
              </a:rPr>
              <a:t>AR/VR developers</a:t>
            </a:r>
            <a:endParaRPr sz="1100">
              <a:latin typeface="Mulish"/>
              <a:ea typeface="Mulish"/>
              <a:cs typeface="Mulish"/>
              <a:sym typeface="Mulish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ulish"/>
              <a:buChar char="●"/>
            </a:pPr>
            <a:r>
              <a:rPr lang="en" sz="1100">
                <a:latin typeface="Mulish"/>
                <a:ea typeface="Mulish"/>
                <a:cs typeface="Mulish"/>
                <a:sym typeface="Mulish"/>
              </a:rPr>
              <a:t>AI/ML engineers</a:t>
            </a:r>
            <a:endParaRPr sz="1100">
              <a:latin typeface="Mulish"/>
              <a:ea typeface="Mulish"/>
              <a:cs typeface="Mulish"/>
              <a:sym typeface="Mulish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ulish"/>
              <a:buChar char="●"/>
            </a:pPr>
            <a:r>
              <a:rPr lang="en" sz="1100">
                <a:latin typeface="Mulish"/>
                <a:ea typeface="Mulish"/>
                <a:cs typeface="Mulish"/>
                <a:sym typeface="Mulish"/>
              </a:rPr>
              <a:t>UX/UI designers</a:t>
            </a:r>
            <a:endParaRPr sz="1100"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353" name="Google Shape;353;p32"/>
          <p:cNvSpPr txBox="1"/>
          <p:nvPr/>
        </p:nvSpPr>
        <p:spPr>
          <a:xfrm>
            <a:off x="5913275" y="2211825"/>
            <a:ext cx="3105600" cy="16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325D79"/>
                </a:solidFill>
                <a:latin typeface="Oswald"/>
                <a:ea typeface="Oswald"/>
                <a:cs typeface="Oswald"/>
                <a:sym typeface="Oswald"/>
              </a:rPr>
              <a:t>Tooling</a:t>
            </a:r>
            <a:r>
              <a:rPr b="1" lang="en" sz="1600"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b="1" lang="en" sz="1600">
                <a:solidFill>
                  <a:srgbClr val="325D79"/>
                </a:solidFill>
                <a:latin typeface="Oswald"/>
                <a:ea typeface="Oswald"/>
                <a:cs typeface="Oswald"/>
                <a:sym typeface="Oswald"/>
              </a:rPr>
              <a:t>&amp;</a:t>
            </a:r>
            <a:r>
              <a:rPr b="1" lang="en" sz="1600"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b="1" lang="en" sz="1600">
                <a:solidFill>
                  <a:srgbClr val="325D79"/>
                </a:solidFill>
                <a:latin typeface="Oswald"/>
                <a:ea typeface="Oswald"/>
                <a:cs typeface="Oswald"/>
                <a:sym typeface="Oswald"/>
              </a:rPr>
              <a:t>Equipment</a:t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ulish"/>
              <a:buChar char="●"/>
            </a:pPr>
            <a:r>
              <a:rPr lang="en" sz="1100">
                <a:latin typeface="Mulish"/>
                <a:ea typeface="Mulish"/>
                <a:cs typeface="Mulish"/>
                <a:sym typeface="Mulish"/>
              </a:rPr>
              <a:t>Development kits for Apple Vision Pro</a:t>
            </a:r>
            <a:endParaRPr sz="1100">
              <a:latin typeface="Mulish"/>
              <a:ea typeface="Mulish"/>
              <a:cs typeface="Mulish"/>
              <a:sym typeface="Mulish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ulish"/>
              <a:buChar char="●"/>
            </a:pPr>
            <a:r>
              <a:rPr lang="en" sz="1100">
                <a:latin typeface="Mulish"/>
                <a:ea typeface="Mulish"/>
                <a:cs typeface="Mulish"/>
                <a:sym typeface="Mulish"/>
              </a:rPr>
              <a:t>AR/VR content creation tools</a:t>
            </a:r>
            <a:endParaRPr sz="1100">
              <a:latin typeface="Mulish"/>
              <a:ea typeface="Mulish"/>
              <a:cs typeface="Mulish"/>
              <a:sym typeface="Mulish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ulish"/>
              <a:buChar char="●"/>
            </a:pPr>
            <a:r>
              <a:rPr lang="en" sz="1100">
                <a:latin typeface="Mulish"/>
                <a:ea typeface="Mulish"/>
                <a:cs typeface="Mulish"/>
                <a:sym typeface="Mulish"/>
              </a:rPr>
              <a:t>Machine learning frameworks</a:t>
            </a:r>
            <a:endParaRPr sz="1100"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 </a:t>
            </a:r>
            <a:endParaRPr sz="1600"/>
          </a:p>
        </p:txBody>
      </p:sp>
      <p:sp>
        <p:nvSpPr>
          <p:cNvPr id="354" name="Google Shape;354;p32"/>
          <p:cNvSpPr txBox="1"/>
          <p:nvPr/>
        </p:nvSpPr>
        <p:spPr>
          <a:xfrm>
            <a:off x="5996600" y="3814275"/>
            <a:ext cx="2788500" cy="10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325D79"/>
                </a:solidFill>
                <a:latin typeface="Oswald"/>
                <a:ea typeface="Oswald"/>
                <a:cs typeface="Oswald"/>
                <a:sym typeface="Oswald"/>
              </a:rPr>
              <a:t>Facilities</a:t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ulish"/>
              <a:buChar char="●"/>
            </a:pPr>
            <a:r>
              <a:rPr lang="en" sz="1100">
                <a:latin typeface="Mulish"/>
                <a:ea typeface="Mulish"/>
                <a:cs typeface="Mulish"/>
                <a:sym typeface="Mulish"/>
              </a:rPr>
              <a:t>Data centers or cloud services</a:t>
            </a:r>
            <a:endParaRPr sz="1100">
              <a:latin typeface="Mulish"/>
              <a:ea typeface="Mulish"/>
              <a:cs typeface="Mulish"/>
              <a:sym typeface="Mulish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ulish"/>
              <a:buChar char="●"/>
            </a:pPr>
            <a:r>
              <a:rPr lang="en" sz="1100">
                <a:latin typeface="Mulish"/>
                <a:ea typeface="Mulish"/>
                <a:cs typeface="Mulish"/>
                <a:sym typeface="Mulish"/>
              </a:rPr>
              <a:t>Office space</a:t>
            </a:r>
            <a:endParaRPr sz="1100">
              <a:latin typeface="Mulish"/>
              <a:ea typeface="Mulish"/>
              <a:cs typeface="Mulish"/>
              <a:sym typeface="Mulish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ulish Medium"/>
              <a:ea typeface="Mulish Medium"/>
              <a:cs typeface="Mulish Medium"/>
              <a:sym typeface="Mulish Medium"/>
            </a:endParaRPr>
          </a:p>
        </p:txBody>
      </p:sp>
      <p:sp>
        <p:nvSpPr>
          <p:cNvPr id="355" name="Google Shape;355;p32"/>
          <p:cNvSpPr/>
          <p:nvPr/>
        </p:nvSpPr>
        <p:spPr>
          <a:xfrm>
            <a:off x="215257" y="1455516"/>
            <a:ext cx="756300" cy="7563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ulish Medium"/>
              <a:ea typeface="Mulish Medium"/>
              <a:cs typeface="Mulish Medium"/>
              <a:sym typeface="Mulish Medium"/>
            </a:endParaRPr>
          </a:p>
        </p:txBody>
      </p:sp>
      <p:sp>
        <p:nvSpPr>
          <p:cNvPr id="356" name="Google Shape;356;p32"/>
          <p:cNvSpPr/>
          <p:nvPr/>
        </p:nvSpPr>
        <p:spPr>
          <a:xfrm>
            <a:off x="5056220" y="1309091"/>
            <a:ext cx="756300" cy="7563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ulish Medium"/>
              <a:ea typeface="Mulish Medium"/>
              <a:cs typeface="Mulish Medium"/>
              <a:sym typeface="Mulish Medium"/>
            </a:endParaRPr>
          </a:p>
        </p:txBody>
      </p:sp>
      <p:sp>
        <p:nvSpPr>
          <p:cNvPr id="357" name="Google Shape;357;p32"/>
          <p:cNvSpPr/>
          <p:nvPr/>
        </p:nvSpPr>
        <p:spPr>
          <a:xfrm>
            <a:off x="5056220" y="2752678"/>
            <a:ext cx="756300" cy="7563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ulish Medium"/>
              <a:ea typeface="Mulish Medium"/>
              <a:cs typeface="Mulish Medium"/>
              <a:sym typeface="Mulish Medium"/>
            </a:endParaRPr>
          </a:p>
        </p:txBody>
      </p:sp>
      <p:sp>
        <p:nvSpPr>
          <p:cNvPr id="358" name="Google Shape;358;p32"/>
          <p:cNvSpPr/>
          <p:nvPr/>
        </p:nvSpPr>
        <p:spPr>
          <a:xfrm>
            <a:off x="192923" y="2777815"/>
            <a:ext cx="756300" cy="7563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ulish Medium"/>
              <a:ea typeface="Mulish Medium"/>
              <a:cs typeface="Mulish Medium"/>
              <a:sym typeface="Mulish Medium"/>
            </a:endParaRPr>
          </a:p>
        </p:txBody>
      </p:sp>
      <p:sp>
        <p:nvSpPr>
          <p:cNvPr id="359" name="Google Shape;359;p32"/>
          <p:cNvSpPr/>
          <p:nvPr/>
        </p:nvSpPr>
        <p:spPr>
          <a:xfrm>
            <a:off x="215245" y="4100116"/>
            <a:ext cx="756300" cy="7563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ulish Medium"/>
              <a:ea typeface="Mulish Medium"/>
              <a:cs typeface="Mulish Medium"/>
              <a:sym typeface="Mulish Medium"/>
            </a:endParaRPr>
          </a:p>
        </p:txBody>
      </p:sp>
      <p:sp>
        <p:nvSpPr>
          <p:cNvPr id="360" name="Google Shape;360;p32"/>
          <p:cNvSpPr/>
          <p:nvPr/>
        </p:nvSpPr>
        <p:spPr>
          <a:xfrm>
            <a:off x="5056232" y="4196241"/>
            <a:ext cx="756300" cy="7563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ulish Medium"/>
              <a:ea typeface="Mulish Medium"/>
              <a:cs typeface="Mulish Medium"/>
              <a:sym typeface="Mulish Medium"/>
            </a:endParaRPr>
          </a:p>
        </p:txBody>
      </p:sp>
      <p:sp>
        <p:nvSpPr>
          <p:cNvPr id="361" name="Google Shape;361;p32"/>
          <p:cNvSpPr/>
          <p:nvPr/>
        </p:nvSpPr>
        <p:spPr>
          <a:xfrm>
            <a:off x="415179" y="1656412"/>
            <a:ext cx="356438" cy="354527"/>
          </a:xfrm>
          <a:custGeom>
            <a:rect b="b" l="l" r="r" t="t"/>
            <a:pathLst>
              <a:path extrusionOk="0" h="11689" w="11752">
                <a:moveTo>
                  <a:pt x="5860" y="662"/>
                </a:moveTo>
                <a:cubicBezTo>
                  <a:pt x="6427" y="662"/>
                  <a:pt x="6900" y="1135"/>
                  <a:pt x="6900" y="1670"/>
                </a:cubicBezTo>
                <a:cubicBezTo>
                  <a:pt x="6900" y="2238"/>
                  <a:pt x="6427" y="2710"/>
                  <a:pt x="5860" y="2710"/>
                </a:cubicBezTo>
                <a:cubicBezTo>
                  <a:pt x="5293" y="2710"/>
                  <a:pt x="4821" y="2238"/>
                  <a:pt x="4821" y="1670"/>
                </a:cubicBezTo>
                <a:cubicBezTo>
                  <a:pt x="4821" y="1135"/>
                  <a:pt x="5293" y="662"/>
                  <a:pt x="5860" y="662"/>
                </a:cubicBezTo>
                <a:close/>
                <a:moveTo>
                  <a:pt x="5860" y="3372"/>
                </a:moveTo>
                <a:cubicBezTo>
                  <a:pt x="7058" y="3403"/>
                  <a:pt x="8034" y="4317"/>
                  <a:pt x="8223" y="5451"/>
                </a:cubicBezTo>
                <a:lnTo>
                  <a:pt x="3466" y="5451"/>
                </a:lnTo>
                <a:cubicBezTo>
                  <a:pt x="3624" y="4285"/>
                  <a:pt x="4663" y="3372"/>
                  <a:pt x="5860" y="3372"/>
                </a:cubicBezTo>
                <a:close/>
                <a:moveTo>
                  <a:pt x="9420" y="7562"/>
                </a:moveTo>
                <a:cubicBezTo>
                  <a:pt x="9956" y="7562"/>
                  <a:pt x="10429" y="7814"/>
                  <a:pt x="10744" y="8223"/>
                </a:cubicBezTo>
                <a:lnTo>
                  <a:pt x="10082" y="8223"/>
                </a:lnTo>
                <a:cubicBezTo>
                  <a:pt x="9546" y="8223"/>
                  <a:pt x="9074" y="8696"/>
                  <a:pt x="9074" y="9232"/>
                </a:cubicBezTo>
                <a:cubicBezTo>
                  <a:pt x="9074" y="9799"/>
                  <a:pt x="9546" y="10271"/>
                  <a:pt x="10082" y="10271"/>
                </a:cubicBezTo>
                <a:lnTo>
                  <a:pt x="10744" y="10271"/>
                </a:lnTo>
                <a:cubicBezTo>
                  <a:pt x="10429" y="10712"/>
                  <a:pt x="9925" y="10933"/>
                  <a:pt x="9420" y="10933"/>
                </a:cubicBezTo>
                <a:cubicBezTo>
                  <a:pt x="8696" y="10933"/>
                  <a:pt x="8034" y="10460"/>
                  <a:pt x="7814" y="9799"/>
                </a:cubicBezTo>
                <a:cubicBezTo>
                  <a:pt x="7751" y="9673"/>
                  <a:pt x="7593" y="9547"/>
                  <a:pt x="7499" y="9547"/>
                </a:cubicBezTo>
                <a:lnTo>
                  <a:pt x="4222" y="9547"/>
                </a:lnTo>
                <a:cubicBezTo>
                  <a:pt x="4065" y="9547"/>
                  <a:pt x="3939" y="9641"/>
                  <a:pt x="3907" y="9799"/>
                </a:cubicBezTo>
                <a:cubicBezTo>
                  <a:pt x="3655" y="10460"/>
                  <a:pt x="2993" y="10933"/>
                  <a:pt x="2300" y="10933"/>
                </a:cubicBezTo>
                <a:cubicBezTo>
                  <a:pt x="1733" y="10933"/>
                  <a:pt x="1261" y="10649"/>
                  <a:pt x="914" y="10271"/>
                </a:cubicBezTo>
                <a:lnTo>
                  <a:pt x="1576" y="10271"/>
                </a:lnTo>
                <a:cubicBezTo>
                  <a:pt x="2143" y="10271"/>
                  <a:pt x="2615" y="9799"/>
                  <a:pt x="2615" y="9232"/>
                </a:cubicBezTo>
                <a:cubicBezTo>
                  <a:pt x="2615" y="8696"/>
                  <a:pt x="2143" y="8223"/>
                  <a:pt x="1576" y="8223"/>
                </a:cubicBezTo>
                <a:lnTo>
                  <a:pt x="914" y="8223"/>
                </a:lnTo>
                <a:cubicBezTo>
                  <a:pt x="1229" y="7782"/>
                  <a:pt x="1733" y="7562"/>
                  <a:pt x="2300" y="7562"/>
                </a:cubicBezTo>
                <a:cubicBezTo>
                  <a:pt x="2993" y="7562"/>
                  <a:pt x="3655" y="8034"/>
                  <a:pt x="3907" y="8696"/>
                </a:cubicBezTo>
                <a:cubicBezTo>
                  <a:pt x="3939" y="8822"/>
                  <a:pt x="4096" y="8917"/>
                  <a:pt x="4222" y="8917"/>
                </a:cubicBezTo>
                <a:lnTo>
                  <a:pt x="7499" y="8917"/>
                </a:lnTo>
                <a:cubicBezTo>
                  <a:pt x="7656" y="8917"/>
                  <a:pt x="7751" y="8854"/>
                  <a:pt x="7814" y="8696"/>
                </a:cubicBezTo>
                <a:cubicBezTo>
                  <a:pt x="8034" y="8034"/>
                  <a:pt x="8727" y="7562"/>
                  <a:pt x="9420" y="7562"/>
                </a:cubicBezTo>
                <a:close/>
                <a:moveTo>
                  <a:pt x="5860" y="1"/>
                </a:moveTo>
                <a:cubicBezTo>
                  <a:pt x="4915" y="1"/>
                  <a:pt x="4128" y="725"/>
                  <a:pt x="4128" y="1670"/>
                </a:cubicBezTo>
                <a:cubicBezTo>
                  <a:pt x="4128" y="2143"/>
                  <a:pt x="4348" y="2584"/>
                  <a:pt x="4663" y="2899"/>
                </a:cubicBezTo>
                <a:lnTo>
                  <a:pt x="4695" y="2931"/>
                </a:lnTo>
                <a:cubicBezTo>
                  <a:pt x="3592" y="3372"/>
                  <a:pt x="2773" y="4474"/>
                  <a:pt x="2773" y="5829"/>
                </a:cubicBezTo>
                <a:cubicBezTo>
                  <a:pt x="2773" y="6018"/>
                  <a:pt x="2930" y="6176"/>
                  <a:pt x="3119" y="6176"/>
                </a:cubicBezTo>
                <a:lnTo>
                  <a:pt x="5514" y="6176"/>
                </a:lnTo>
                <a:lnTo>
                  <a:pt x="5514" y="8255"/>
                </a:lnTo>
                <a:lnTo>
                  <a:pt x="4443" y="8255"/>
                </a:lnTo>
                <a:cubicBezTo>
                  <a:pt x="4065" y="7436"/>
                  <a:pt x="3245" y="6869"/>
                  <a:pt x="2300" y="6869"/>
                </a:cubicBezTo>
                <a:cubicBezTo>
                  <a:pt x="1261" y="6869"/>
                  <a:pt x="410" y="7499"/>
                  <a:pt x="32" y="8444"/>
                </a:cubicBezTo>
                <a:cubicBezTo>
                  <a:pt x="0" y="8570"/>
                  <a:pt x="0" y="8696"/>
                  <a:pt x="95" y="8759"/>
                </a:cubicBezTo>
                <a:cubicBezTo>
                  <a:pt x="158" y="8854"/>
                  <a:pt x="253" y="8917"/>
                  <a:pt x="347" y="8917"/>
                </a:cubicBezTo>
                <a:lnTo>
                  <a:pt x="1607" y="8917"/>
                </a:lnTo>
                <a:cubicBezTo>
                  <a:pt x="1828" y="8917"/>
                  <a:pt x="1985" y="9074"/>
                  <a:pt x="1985" y="9295"/>
                </a:cubicBezTo>
                <a:cubicBezTo>
                  <a:pt x="1985" y="9484"/>
                  <a:pt x="1828" y="9641"/>
                  <a:pt x="1607" y="9641"/>
                </a:cubicBezTo>
                <a:lnTo>
                  <a:pt x="347" y="9641"/>
                </a:lnTo>
                <a:cubicBezTo>
                  <a:pt x="253" y="9641"/>
                  <a:pt x="158" y="9673"/>
                  <a:pt x="95" y="9799"/>
                </a:cubicBezTo>
                <a:cubicBezTo>
                  <a:pt x="0" y="9862"/>
                  <a:pt x="0" y="9988"/>
                  <a:pt x="32" y="10114"/>
                </a:cubicBezTo>
                <a:cubicBezTo>
                  <a:pt x="410" y="11059"/>
                  <a:pt x="1292" y="11689"/>
                  <a:pt x="2300" y="11689"/>
                </a:cubicBezTo>
                <a:cubicBezTo>
                  <a:pt x="3182" y="11689"/>
                  <a:pt x="4065" y="11122"/>
                  <a:pt x="4443" y="10303"/>
                </a:cubicBezTo>
                <a:lnTo>
                  <a:pt x="7278" y="10303"/>
                </a:lnTo>
                <a:cubicBezTo>
                  <a:pt x="7688" y="11122"/>
                  <a:pt x="8507" y="11689"/>
                  <a:pt x="9452" y="11689"/>
                </a:cubicBezTo>
                <a:cubicBezTo>
                  <a:pt x="10492" y="11689"/>
                  <a:pt x="11342" y="11059"/>
                  <a:pt x="11689" y="10114"/>
                </a:cubicBezTo>
                <a:cubicBezTo>
                  <a:pt x="11752" y="9988"/>
                  <a:pt x="11752" y="9862"/>
                  <a:pt x="11657" y="9799"/>
                </a:cubicBezTo>
                <a:cubicBezTo>
                  <a:pt x="11594" y="9704"/>
                  <a:pt x="11500" y="9641"/>
                  <a:pt x="11374" y="9641"/>
                </a:cubicBezTo>
                <a:lnTo>
                  <a:pt x="10114" y="9641"/>
                </a:lnTo>
                <a:cubicBezTo>
                  <a:pt x="9925" y="9641"/>
                  <a:pt x="9767" y="9484"/>
                  <a:pt x="9767" y="9295"/>
                </a:cubicBezTo>
                <a:cubicBezTo>
                  <a:pt x="9767" y="9074"/>
                  <a:pt x="9925" y="8917"/>
                  <a:pt x="10114" y="8917"/>
                </a:cubicBezTo>
                <a:lnTo>
                  <a:pt x="11374" y="8917"/>
                </a:lnTo>
                <a:cubicBezTo>
                  <a:pt x="11500" y="8917"/>
                  <a:pt x="11594" y="8885"/>
                  <a:pt x="11657" y="8759"/>
                </a:cubicBezTo>
                <a:cubicBezTo>
                  <a:pt x="11752" y="8696"/>
                  <a:pt x="11752" y="8570"/>
                  <a:pt x="11689" y="8444"/>
                </a:cubicBezTo>
                <a:cubicBezTo>
                  <a:pt x="11342" y="7499"/>
                  <a:pt x="10429" y="6869"/>
                  <a:pt x="9452" y="6869"/>
                </a:cubicBezTo>
                <a:cubicBezTo>
                  <a:pt x="8538" y="6869"/>
                  <a:pt x="7688" y="7436"/>
                  <a:pt x="7278" y="8255"/>
                </a:cubicBezTo>
                <a:lnTo>
                  <a:pt x="6238" y="8255"/>
                </a:lnTo>
                <a:lnTo>
                  <a:pt x="6238" y="6176"/>
                </a:lnTo>
                <a:lnTo>
                  <a:pt x="8633" y="6176"/>
                </a:lnTo>
                <a:cubicBezTo>
                  <a:pt x="8822" y="6176"/>
                  <a:pt x="8979" y="6018"/>
                  <a:pt x="8979" y="5829"/>
                </a:cubicBezTo>
                <a:cubicBezTo>
                  <a:pt x="8979" y="4506"/>
                  <a:pt x="8192" y="3403"/>
                  <a:pt x="7058" y="2931"/>
                </a:cubicBezTo>
                <a:cubicBezTo>
                  <a:pt x="7341" y="2616"/>
                  <a:pt x="7562" y="2175"/>
                  <a:pt x="7562" y="1670"/>
                </a:cubicBezTo>
                <a:cubicBezTo>
                  <a:pt x="7562" y="725"/>
                  <a:pt x="6806" y="1"/>
                  <a:pt x="586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32"/>
          <p:cNvSpPr/>
          <p:nvPr/>
        </p:nvSpPr>
        <p:spPr>
          <a:xfrm>
            <a:off x="392850" y="2929500"/>
            <a:ext cx="356455" cy="454837"/>
          </a:xfrm>
          <a:custGeom>
            <a:rect b="b" l="l" r="r" t="t"/>
            <a:pathLst>
              <a:path extrusionOk="0" h="19326" w="15853">
                <a:moveTo>
                  <a:pt x="9627" y="1133"/>
                </a:moveTo>
                <a:cubicBezTo>
                  <a:pt x="9938" y="1133"/>
                  <a:pt x="10191" y="1387"/>
                  <a:pt x="10191" y="1701"/>
                </a:cubicBezTo>
                <a:lnTo>
                  <a:pt x="10191" y="2265"/>
                </a:lnTo>
                <a:lnTo>
                  <a:pt x="1133" y="2265"/>
                </a:lnTo>
                <a:lnTo>
                  <a:pt x="1133" y="1701"/>
                </a:lnTo>
                <a:cubicBezTo>
                  <a:pt x="1133" y="1387"/>
                  <a:pt x="1387" y="1133"/>
                  <a:pt x="1701" y="1133"/>
                </a:cubicBezTo>
                <a:close/>
                <a:moveTo>
                  <a:pt x="10191" y="3398"/>
                </a:moveTo>
                <a:lnTo>
                  <a:pt x="10191" y="8063"/>
                </a:lnTo>
                <a:cubicBezTo>
                  <a:pt x="10009" y="7998"/>
                  <a:pt x="9817" y="7965"/>
                  <a:pt x="9625" y="7965"/>
                </a:cubicBezTo>
                <a:cubicBezTo>
                  <a:pt x="9434" y="7965"/>
                  <a:pt x="9242" y="7998"/>
                  <a:pt x="9059" y="8063"/>
                </a:cubicBezTo>
                <a:lnTo>
                  <a:pt x="9059" y="6230"/>
                </a:lnTo>
                <a:cubicBezTo>
                  <a:pt x="9059" y="5291"/>
                  <a:pt x="8298" y="4530"/>
                  <a:pt x="7362" y="4530"/>
                </a:cubicBezTo>
                <a:cubicBezTo>
                  <a:pt x="6423" y="4530"/>
                  <a:pt x="5662" y="5291"/>
                  <a:pt x="5662" y="6230"/>
                </a:cubicBezTo>
                <a:lnTo>
                  <a:pt x="5662" y="10285"/>
                </a:lnTo>
                <a:cubicBezTo>
                  <a:pt x="4346" y="10557"/>
                  <a:pt x="3401" y="11716"/>
                  <a:pt x="3398" y="13060"/>
                </a:cubicBezTo>
                <a:lnTo>
                  <a:pt x="3398" y="14231"/>
                </a:lnTo>
                <a:cubicBezTo>
                  <a:pt x="3398" y="14419"/>
                  <a:pt x="3404" y="14609"/>
                  <a:pt x="3413" y="14796"/>
                </a:cubicBezTo>
                <a:lnTo>
                  <a:pt x="1133" y="14796"/>
                </a:lnTo>
                <a:lnTo>
                  <a:pt x="1133" y="3398"/>
                </a:lnTo>
                <a:close/>
                <a:moveTo>
                  <a:pt x="3543" y="15928"/>
                </a:moveTo>
                <a:cubicBezTo>
                  <a:pt x="3606" y="16312"/>
                  <a:pt x="3694" y="16689"/>
                  <a:pt x="3802" y="17061"/>
                </a:cubicBezTo>
                <a:lnTo>
                  <a:pt x="1701" y="17061"/>
                </a:lnTo>
                <a:cubicBezTo>
                  <a:pt x="1387" y="17061"/>
                  <a:pt x="1133" y="16807"/>
                  <a:pt x="1133" y="16496"/>
                </a:cubicBezTo>
                <a:lnTo>
                  <a:pt x="1133" y="15928"/>
                </a:lnTo>
                <a:close/>
                <a:moveTo>
                  <a:pt x="7362" y="5662"/>
                </a:moveTo>
                <a:cubicBezTo>
                  <a:pt x="7673" y="5662"/>
                  <a:pt x="7927" y="5916"/>
                  <a:pt x="7927" y="6230"/>
                </a:cubicBezTo>
                <a:lnTo>
                  <a:pt x="7927" y="11928"/>
                </a:lnTo>
                <a:cubicBezTo>
                  <a:pt x="7927" y="12242"/>
                  <a:pt x="8181" y="12492"/>
                  <a:pt x="8495" y="12492"/>
                </a:cubicBezTo>
                <a:cubicBezTo>
                  <a:pt x="8806" y="12492"/>
                  <a:pt x="9059" y="12242"/>
                  <a:pt x="9059" y="11928"/>
                </a:cubicBezTo>
                <a:lnTo>
                  <a:pt x="9059" y="9663"/>
                </a:lnTo>
                <a:cubicBezTo>
                  <a:pt x="9059" y="9349"/>
                  <a:pt x="9313" y="9098"/>
                  <a:pt x="9627" y="9098"/>
                </a:cubicBezTo>
                <a:cubicBezTo>
                  <a:pt x="9938" y="9098"/>
                  <a:pt x="10191" y="9349"/>
                  <a:pt x="10191" y="9663"/>
                </a:cubicBezTo>
                <a:lnTo>
                  <a:pt x="10191" y="11928"/>
                </a:lnTo>
                <a:cubicBezTo>
                  <a:pt x="10191" y="12242"/>
                  <a:pt x="10445" y="12492"/>
                  <a:pt x="10759" y="12492"/>
                </a:cubicBezTo>
                <a:cubicBezTo>
                  <a:pt x="11070" y="12492"/>
                  <a:pt x="11324" y="12242"/>
                  <a:pt x="11324" y="11928"/>
                </a:cubicBezTo>
                <a:lnTo>
                  <a:pt x="11324" y="10795"/>
                </a:lnTo>
                <a:cubicBezTo>
                  <a:pt x="11324" y="10481"/>
                  <a:pt x="11577" y="10231"/>
                  <a:pt x="11891" y="10231"/>
                </a:cubicBezTo>
                <a:cubicBezTo>
                  <a:pt x="12202" y="10231"/>
                  <a:pt x="12456" y="10481"/>
                  <a:pt x="12456" y="10795"/>
                </a:cubicBezTo>
                <a:lnTo>
                  <a:pt x="12456" y="13060"/>
                </a:lnTo>
                <a:cubicBezTo>
                  <a:pt x="12456" y="13374"/>
                  <a:pt x="12710" y="13625"/>
                  <a:pt x="13024" y="13625"/>
                </a:cubicBezTo>
                <a:cubicBezTo>
                  <a:pt x="13335" y="13625"/>
                  <a:pt x="13588" y="13374"/>
                  <a:pt x="13588" y="13060"/>
                </a:cubicBezTo>
                <a:lnTo>
                  <a:pt x="13588" y="11928"/>
                </a:lnTo>
                <a:cubicBezTo>
                  <a:pt x="13588" y="11614"/>
                  <a:pt x="13842" y="11363"/>
                  <a:pt x="14156" y="11363"/>
                </a:cubicBezTo>
                <a:cubicBezTo>
                  <a:pt x="14467" y="11363"/>
                  <a:pt x="14721" y="11614"/>
                  <a:pt x="14721" y="11928"/>
                </a:cubicBezTo>
                <a:lnTo>
                  <a:pt x="14721" y="14231"/>
                </a:lnTo>
                <a:cubicBezTo>
                  <a:pt x="14718" y="15602"/>
                  <a:pt x="14407" y="16958"/>
                  <a:pt x="13806" y="18193"/>
                </a:cubicBezTo>
                <a:lnTo>
                  <a:pt x="5448" y="18193"/>
                </a:lnTo>
                <a:cubicBezTo>
                  <a:pt x="4844" y="16958"/>
                  <a:pt x="4533" y="15602"/>
                  <a:pt x="4530" y="14231"/>
                </a:cubicBezTo>
                <a:lnTo>
                  <a:pt x="4530" y="13060"/>
                </a:lnTo>
                <a:cubicBezTo>
                  <a:pt x="4530" y="12341"/>
                  <a:pt x="4983" y="11698"/>
                  <a:pt x="5662" y="11460"/>
                </a:cubicBezTo>
                <a:lnTo>
                  <a:pt x="5662" y="14231"/>
                </a:lnTo>
                <a:cubicBezTo>
                  <a:pt x="5662" y="14542"/>
                  <a:pt x="5916" y="14796"/>
                  <a:pt x="6230" y="14796"/>
                </a:cubicBezTo>
                <a:cubicBezTo>
                  <a:pt x="6541" y="14796"/>
                  <a:pt x="6795" y="14542"/>
                  <a:pt x="6795" y="14231"/>
                </a:cubicBezTo>
                <a:lnTo>
                  <a:pt x="6795" y="6230"/>
                </a:lnTo>
                <a:cubicBezTo>
                  <a:pt x="6795" y="5916"/>
                  <a:pt x="7048" y="5662"/>
                  <a:pt x="7362" y="5662"/>
                </a:cubicBezTo>
                <a:close/>
                <a:moveTo>
                  <a:pt x="1701" y="1"/>
                </a:moveTo>
                <a:cubicBezTo>
                  <a:pt x="762" y="1"/>
                  <a:pt x="1" y="762"/>
                  <a:pt x="1" y="1701"/>
                </a:cubicBezTo>
                <a:lnTo>
                  <a:pt x="1" y="16496"/>
                </a:lnTo>
                <a:cubicBezTo>
                  <a:pt x="1" y="17432"/>
                  <a:pt x="762" y="18193"/>
                  <a:pt x="1701" y="18193"/>
                </a:cubicBezTo>
                <a:lnTo>
                  <a:pt x="4204" y="18193"/>
                </a:lnTo>
                <a:cubicBezTo>
                  <a:pt x="4285" y="18389"/>
                  <a:pt x="4376" y="18582"/>
                  <a:pt x="4470" y="18773"/>
                </a:cubicBezTo>
                <a:lnTo>
                  <a:pt x="4590" y="19011"/>
                </a:lnTo>
                <a:cubicBezTo>
                  <a:pt x="4687" y="19204"/>
                  <a:pt x="4880" y="19325"/>
                  <a:pt x="5098" y="19325"/>
                </a:cubicBezTo>
                <a:lnTo>
                  <a:pt x="14156" y="19325"/>
                </a:lnTo>
                <a:cubicBezTo>
                  <a:pt x="14370" y="19325"/>
                  <a:pt x="14564" y="19204"/>
                  <a:pt x="14660" y="19011"/>
                </a:cubicBezTo>
                <a:lnTo>
                  <a:pt x="14781" y="18773"/>
                </a:lnTo>
                <a:cubicBezTo>
                  <a:pt x="15485" y="17363"/>
                  <a:pt x="15850" y="15808"/>
                  <a:pt x="15853" y="14231"/>
                </a:cubicBezTo>
                <a:lnTo>
                  <a:pt x="15853" y="11928"/>
                </a:lnTo>
                <a:cubicBezTo>
                  <a:pt x="15853" y="10953"/>
                  <a:pt x="15054" y="10228"/>
                  <a:pt x="14155" y="10228"/>
                </a:cubicBezTo>
                <a:cubicBezTo>
                  <a:pt x="13949" y="10228"/>
                  <a:pt x="13737" y="10266"/>
                  <a:pt x="13528" y="10348"/>
                </a:cubicBezTo>
                <a:cubicBezTo>
                  <a:pt x="13326" y="9609"/>
                  <a:pt x="12655" y="9098"/>
                  <a:pt x="11891" y="9098"/>
                </a:cubicBezTo>
                <a:cubicBezTo>
                  <a:pt x="11883" y="9098"/>
                  <a:pt x="11875" y="9098"/>
                  <a:pt x="11867" y="9098"/>
                </a:cubicBezTo>
                <a:cubicBezTo>
                  <a:pt x="11682" y="9098"/>
                  <a:pt x="11497" y="9131"/>
                  <a:pt x="11324" y="9195"/>
                </a:cubicBezTo>
                <a:lnTo>
                  <a:pt x="11324" y="1701"/>
                </a:lnTo>
                <a:cubicBezTo>
                  <a:pt x="11324" y="762"/>
                  <a:pt x="10563" y="1"/>
                  <a:pt x="962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363" name="Google Shape;363;p32"/>
          <p:cNvSpPr/>
          <p:nvPr/>
        </p:nvSpPr>
        <p:spPr>
          <a:xfrm>
            <a:off x="406521" y="4301005"/>
            <a:ext cx="373766" cy="340357"/>
          </a:xfrm>
          <a:custGeom>
            <a:rect b="b" l="l" r="r" t="t"/>
            <a:pathLst>
              <a:path extrusionOk="0" h="11563" w="12698">
                <a:moveTo>
                  <a:pt x="2490" y="820"/>
                </a:moveTo>
                <a:cubicBezTo>
                  <a:pt x="3529" y="914"/>
                  <a:pt x="4600" y="1292"/>
                  <a:pt x="5483" y="2017"/>
                </a:cubicBezTo>
                <a:lnTo>
                  <a:pt x="5798" y="2237"/>
                </a:lnTo>
                <a:lnTo>
                  <a:pt x="5798" y="10334"/>
                </a:lnTo>
                <a:lnTo>
                  <a:pt x="5766" y="10334"/>
                </a:lnTo>
                <a:cubicBezTo>
                  <a:pt x="4789" y="9609"/>
                  <a:pt x="3655" y="9168"/>
                  <a:pt x="2490" y="9105"/>
                </a:cubicBezTo>
                <a:lnTo>
                  <a:pt x="2490" y="820"/>
                </a:lnTo>
                <a:close/>
                <a:moveTo>
                  <a:pt x="9925" y="883"/>
                </a:moveTo>
                <a:lnTo>
                  <a:pt x="9925" y="9137"/>
                </a:lnTo>
                <a:cubicBezTo>
                  <a:pt x="8728" y="9200"/>
                  <a:pt x="7593" y="9609"/>
                  <a:pt x="6617" y="10334"/>
                </a:cubicBezTo>
                <a:lnTo>
                  <a:pt x="6617" y="2300"/>
                </a:lnTo>
                <a:lnTo>
                  <a:pt x="6932" y="2048"/>
                </a:lnTo>
                <a:cubicBezTo>
                  <a:pt x="7782" y="1355"/>
                  <a:pt x="8854" y="946"/>
                  <a:pt x="9925" y="883"/>
                </a:cubicBezTo>
                <a:close/>
                <a:moveTo>
                  <a:pt x="1702" y="2458"/>
                </a:moveTo>
                <a:lnTo>
                  <a:pt x="1702" y="9483"/>
                </a:lnTo>
                <a:cubicBezTo>
                  <a:pt x="1702" y="9735"/>
                  <a:pt x="1891" y="9924"/>
                  <a:pt x="2080" y="9924"/>
                </a:cubicBezTo>
                <a:cubicBezTo>
                  <a:pt x="3057" y="9924"/>
                  <a:pt x="4096" y="10208"/>
                  <a:pt x="4978" y="10744"/>
                </a:cubicBezTo>
                <a:lnTo>
                  <a:pt x="1261" y="10744"/>
                </a:lnTo>
                <a:cubicBezTo>
                  <a:pt x="1009" y="10744"/>
                  <a:pt x="851" y="10555"/>
                  <a:pt x="851" y="10334"/>
                </a:cubicBezTo>
                <a:lnTo>
                  <a:pt x="851" y="2867"/>
                </a:lnTo>
                <a:cubicBezTo>
                  <a:pt x="851" y="2647"/>
                  <a:pt x="1040" y="2489"/>
                  <a:pt x="1261" y="2458"/>
                </a:cubicBezTo>
                <a:close/>
                <a:moveTo>
                  <a:pt x="11406" y="2458"/>
                </a:moveTo>
                <a:cubicBezTo>
                  <a:pt x="11658" y="2458"/>
                  <a:pt x="11815" y="2647"/>
                  <a:pt x="11847" y="2867"/>
                </a:cubicBezTo>
                <a:lnTo>
                  <a:pt x="11847" y="10334"/>
                </a:lnTo>
                <a:cubicBezTo>
                  <a:pt x="11847" y="10555"/>
                  <a:pt x="11658" y="10712"/>
                  <a:pt x="11406" y="10744"/>
                </a:cubicBezTo>
                <a:lnTo>
                  <a:pt x="7436" y="10744"/>
                </a:lnTo>
                <a:cubicBezTo>
                  <a:pt x="8255" y="10239"/>
                  <a:pt x="9295" y="9924"/>
                  <a:pt x="10303" y="9924"/>
                </a:cubicBezTo>
                <a:cubicBezTo>
                  <a:pt x="10555" y="9924"/>
                  <a:pt x="10712" y="9735"/>
                  <a:pt x="10712" y="9483"/>
                </a:cubicBezTo>
                <a:lnTo>
                  <a:pt x="10712" y="2458"/>
                </a:lnTo>
                <a:close/>
                <a:moveTo>
                  <a:pt x="2080" y="0"/>
                </a:moveTo>
                <a:cubicBezTo>
                  <a:pt x="1828" y="0"/>
                  <a:pt x="1670" y="189"/>
                  <a:pt x="1670" y="410"/>
                </a:cubicBezTo>
                <a:lnTo>
                  <a:pt x="1670" y="1670"/>
                </a:lnTo>
                <a:lnTo>
                  <a:pt x="1261" y="1670"/>
                </a:lnTo>
                <a:cubicBezTo>
                  <a:pt x="568" y="1670"/>
                  <a:pt x="1" y="2206"/>
                  <a:pt x="32" y="2930"/>
                </a:cubicBezTo>
                <a:lnTo>
                  <a:pt x="32" y="10334"/>
                </a:lnTo>
                <a:cubicBezTo>
                  <a:pt x="32" y="10996"/>
                  <a:pt x="568" y="11563"/>
                  <a:pt x="1261" y="11563"/>
                </a:cubicBezTo>
                <a:lnTo>
                  <a:pt x="11437" y="11563"/>
                </a:lnTo>
                <a:cubicBezTo>
                  <a:pt x="12130" y="11563"/>
                  <a:pt x="12697" y="11027"/>
                  <a:pt x="12697" y="10334"/>
                </a:cubicBezTo>
                <a:lnTo>
                  <a:pt x="12697" y="2867"/>
                </a:lnTo>
                <a:cubicBezTo>
                  <a:pt x="12666" y="2206"/>
                  <a:pt x="12130" y="1670"/>
                  <a:pt x="11437" y="1670"/>
                </a:cubicBezTo>
                <a:lnTo>
                  <a:pt x="10744" y="1670"/>
                </a:lnTo>
                <a:lnTo>
                  <a:pt x="10744" y="410"/>
                </a:lnTo>
                <a:cubicBezTo>
                  <a:pt x="10744" y="158"/>
                  <a:pt x="10555" y="0"/>
                  <a:pt x="10334" y="0"/>
                </a:cubicBezTo>
                <a:cubicBezTo>
                  <a:pt x="8980" y="0"/>
                  <a:pt x="7562" y="473"/>
                  <a:pt x="6396" y="1387"/>
                </a:cubicBezTo>
                <a:lnTo>
                  <a:pt x="6207" y="1544"/>
                </a:lnTo>
                <a:lnTo>
                  <a:pt x="6018" y="1387"/>
                </a:lnTo>
                <a:cubicBezTo>
                  <a:pt x="4915" y="473"/>
                  <a:pt x="3498" y="0"/>
                  <a:pt x="208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32"/>
          <p:cNvSpPr/>
          <p:nvPr/>
        </p:nvSpPr>
        <p:spPr>
          <a:xfrm>
            <a:off x="5260124" y="1512541"/>
            <a:ext cx="348513" cy="349427"/>
          </a:xfrm>
          <a:custGeom>
            <a:rect b="b" l="l" r="r" t="t"/>
            <a:pathLst>
              <a:path extrusionOk="0" h="11846" w="11815">
                <a:moveTo>
                  <a:pt x="5829" y="693"/>
                </a:moveTo>
                <a:cubicBezTo>
                  <a:pt x="6238" y="693"/>
                  <a:pt x="6553" y="1008"/>
                  <a:pt x="6553" y="1418"/>
                </a:cubicBezTo>
                <a:cubicBezTo>
                  <a:pt x="6553" y="1796"/>
                  <a:pt x="6238" y="2111"/>
                  <a:pt x="5829" y="2111"/>
                </a:cubicBezTo>
                <a:cubicBezTo>
                  <a:pt x="5451" y="2111"/>
                  <a:pt x="5136" y="1796"/>
                  <a:pt x="5136" y="1418"/>
                </a:cubicBezTo>
                <a:cubicBezTo>
                  <a:pt x="5136" y="1008"/>
                  <a:pt x="5482" y="693"/>
                  <a:pt x="5829" y="693"/>
                </a:cubicBezTo>
                <a:close/>
                <a:moveTo>
                  <a:pt x="5829" y="2773"/>
                </a:moveTo>
                <a:cubicBezTo>
                  <a:pt x="6774" y="2773"/>
                  <a:pt x="7562" y="3560"/>
                  <a:pt x="7562" y="4568"/>
                </a:cubicBezTo>
                <a:lnTo>
                  <a:pt x="7562" y="4915"/>
                </a:lnTo>
                <a:lnTo>
                  <a:pt x="4096" y="4915"/>
                </a:lnTo>
                <a:lnTo>
                  <a:pt x="4096" y="4568"/>
                </a:lnTo>
                <a:cubicBezTo>
                  <a:pt x="4096" y="3560"/>
                  <a:pt x="4884" y="2773"/>
                  <a:pt x="5829" y="2773"/>
                </a:cubicBezTo>
                <a:close/>
                <a:moveTo>
                  <a:pt x="2363" y="6963"/>
                </a:moveTo>
                <a:cubicBezTo>
                  <a:pt x="2773" y="6963"/>
                  <a:pt x="3088" y="7278"/>
                  <a:pt x="3088" y="7656"/>
                </a:cubicBezTo>
                <a:cubicBezTo>
                  <a:pt x="3088" y="8065"/>
                  <a:pt x="2773" y="8380"/>
                  <a:pt x="2363" y="8380"/>
                </a:cubicBezTo>
                <a:cubicBezTo>
                  <a:pt x="1985" y="8380"/>
                  <a:pt x="1670" y="8065"/>
                  <a:pt x="1670" y="7656"/>
                </a:cubicBezTo>
                <a:cubicBezTo>
                  <a:pt x="1670" y="7278"/>
                  <a:pt x="1985" y="6963"/>
                  <a:pt x="2363" y="6963"/>
                </a:cubicBezTo>
                <a:close/>
                <a:moveTo>
                  <a:pt x="9357" y="6963"/>
                </a:moveTo>
                <a:cubicBezTo>
                  <a:pt x="9735" y="6963"/>
                  <a:pt x="10050" y="7278"/>
                  <a:pt x="10050" y="7656"/>
                </a:cubicBezTo>
                <a:cubicBezTo>
                  <a:pt x="10050" y="8065"/>
                  <a:pt x="9735" y="8380"/>
                  <a:pt x="9357" y="8380"/>
                </a:cubicBezTo>
                <a:cubicBezTo>
                  <a:pt x="8948" y="8380"/>
                  <a:pt x="8633" y="8065"/>
                  <a:pt x="8633" y="7656"/>
                </a:cubicBezTo>
                <a:cubicBezTo>
                  <a:pt x="8633" y="7278"/>
                  <a:pt x="8948" y="6963"/>
                  <a:pt x="9357" y="6963"/>
                </a:cubicBezTo>
                <a:close/>
                <a:moveTo>
                  <a:pt x="2363" y="9042"/>
                </a:moveTo>
                <a:cubicBezTo>
                  <a:pt x="3308" y="9042"/>
                  <a:pt x="4096" y="9830"/>
                  <a:pt x="4096" y="10806"/>
                </a:cubicBezTo>
                <a:lnTo>
                  <a:pt x="4096" y="11184"/>
                </a:lnTo>
                <a:lnTo>
                  <a:pt x="630" y="11184"/>
                </a:lnTo>
                <a:lnTo>
                  <a:pt x="630" y="10806"/>
                </a:lnTo>
                <a:cubicBezTo>
                  <a:pt x="630" y="9830"/>
                  <a:pt x="1418" y="9042"/>
                  <a:pt x="2363" y="9042"/>
                </a:cubicBezTo>
                <a:close/>
                <a:moveTo>
                  <a:pt x="9357" y="9042"/>
                </a:moveTo>
                <a:cubicBezTo>
                  <a:pt x="10302" y="9042"/>
                  <a:pt x="11090" y="9830"/>
                  <a:pt x="11090" y="10806"/>
                </a:cubicBezTo>
                <a:lnTo>
                  <a:pt x="11090" y="11184"/>
                </a:lnTo>
                <a:lnTo>
                  <a:pt x="7625" y="11184"/>
                </a:lnTo>
                <a:lnTo>
                  <a:pt x="7625" y="10806"/>
                </a:lnTo>
                <a:cubicBezTo>
                  <a:pt x="7625" y="9830"/>
                  <a:pt x="8412" y="9042"/>
                  <a:pt x="9357" y="9042"/>
                </a:cubicBezTo>
                <a:close/>
                <a:moveTo>
                  <a:pt x="5892" y="0"/>
                </a:moveTo>
                <a:cubicBezTo>
                  <a:pt x="5136" y="0"/>
                  <a:pt x="4506" y="630"/>
                  <a:pt x="4506" y="1355"/>
                </a:cubicBezTo>
                <a:cubicBezTo>
                  <a:pt x="4506" y="1733"/>
                  <a:pt x="4632" y="2016"/>
                  <a:pt x="4852" y="2300"/>
                </a:cubicBezTo>
                <a:cubicBezTo>
                  <a:pt x="4033" y="2710"/>
                  <a:pt x="3466" y="3529"/>
                  <a:pt x="3466" y="4505"/>
                </a:cubicBezTo>
                <a:lnTo>
                  <a:pt x="3466" y="5230"/>
                </a:lnTo>
                <a:cubicBezTo>
                  <a:pt x="3466" y="5419"/>
                  <a:pt x="3623" y="5577"/>
                  <a:pt x="3844" y="5577"/>
                </a:cubicBezTo>
                <a:lnTo>
                  <a:pt x="5577" y="5577"/>
                </a:lnTo>
                <a:lnTo>
                  <a:pt x="5577" y="7152"/>
                </a:lnTo>
                <a:lnTo>
                  <a:pt x="3875" y="8822"/>
                </a:lnTo>
                <a:cubicBezTo>
                  <a:pt x="3749" y="8696"/>
                  <a:pt x="3592" y="8601"/>
                  <a:pt x="3434" y="8569"/>
                </a:cubicBezTo>
                <a:cubicBezTo>
                  <a:pt x="3686" y="8349"/>
                  <a:pt x="3781" y="8034"/>
                  <a:pt x="3781" y="7624"/>
                </a:cubicBezTo>
                <a:cubicBezTo>
                  <a:pt x="3781" y="6868"/>
                  <a:pt x="3151" y="6238"/>
                  <a:pt x="2426" y="6238"/>
                </a:cubicBezTo>
                <a:cubicBezTo>
                  <a:pt x="1670" y="6238"/>
                  <a:pt x="1040" y="6868"/>
                  <a:pt x="1040" y="7624"/>
                </a:cubicBezTo>
                <a:cubicBezTo>
                  <a:pt x="1040" y="7971"/>
                  <a:pt x="1166" y="8286"/>
                  <a:pt x="1387" y="8569"/>
                </a:cubicBezTo>
                <a:cubicBezTo>
                  <a:pt x="567" y="8979"/>
                  <a:pt x="0" y="9798"/>
                  <a:pt x="0" y="10775"/>
                </a:cubicBezTo>
                <a:lnTo>
                  <a:pt x="0" y="11499"/>
                </a:lnTo>
                <a:cubicBezTo>
                  <a:pt x="0" y="11688"/>
                  <a:pt x="158" y="11846"/>
                  <a:pt x="378" y="11846"/>
                </a:cubicBezTo>
                <a:lnTo>
                  <a:pt x="4474" y="11846"/>
                </a:lnTo>
                <a:cubicBezTo>
                  <a:pt x="4663" y="11846"/>
                  <a:pt x="4821" y="11688"/>
                  <a:pt x="4821" y="11499"/>
                </a:cubicBezTo>
                <a:lnTo>
                  <a:pt x="4821" y="10775"/>
                </a:lnTo>
                <a:cubicBezTo>
                  <a:pt x="4821" y="10239"/>
                  <a:pt x="4632" y="9704"/>
                  <a:pt x="4348" y="9326"/>
                </a:cubicBezTo>
                <a:lnTo>
                  <a:pt x="5860" y="7782"/>
                </a:lnTo>
                <a:lnTo>
                  <a:pt x="7404" y="9326"/>
                </a:lnTo>
                <a:cubicBezTo>
                  <a:pt x="7089" y="9704"/>
                  <a:pt x="6931" y="10239"/>
                  <a:pt x="6931" y="10775"/>
                </a:cubicBezTo>
                <a:lnTo>
                  <a:pt x="6931" y="11499"/>
                </a:lnTo>
                <a:cubicBezTo>
                  <a:pt x="6931" y="11688"/>
                  <a:pt x="7089" y="11846"/>
                  <a:pt x="7309" y="11846"/>
                </a:cubicBezTo>
                <a:lnTo>
                  <a:pt x="11468" y="11846"/>
                </a:lnTo>
                <a:cubicBezTo>
                  <a:pt x="11657" y="11846"/>
                  <a:pt x="11815" y="11688"/>
                  <a:pt x="11815" y="11499"/>
                </a:cubicBezTo>
                <a:lnTo>
                  <a:pt x="11815" y="10775"/>
                </a:lnTo>
                <a:cubicBezTo>
                  <a:pt x="11783" y="9830"/>
                  <a:pt x="11185" y="8979"/>
                  <a:pt x="10365" y="8569"/>
                </a:cubicBezTo>
                <a:cubicBezTo>
                  <a:pt x="10586" y="8349"/>
                  <a:pt x="10712" y="8034"/>
                  <a:pt x="10712" y="7624"/>
                </a:cubicBezTo>
                <a:cubicBezTo>
                  <a:pt x="10712" y="6868"/>
                  <a:pt x="10082" y="6238"/>
                  <a:pt x="9357" y="6238"/>
                </a:cubicBezTo>
                <a:cubicBezTo>
                  <a:pt x="8601" y="6238"/>
                  <a:pt x="7971" y="6868"/>
                  <a:pt x="7971" y="7624"/>
                </a:cubicBezTo>
                <a:cubicBezTo>
                  <a:pt x="7971" y="7971"/>
                  <a:pt x="8097" y="8286"/>
                  <a:pt x="8318" y="8569"/>
                </a:cubicBezTo>
                <a:cubicBezTo>
                  <a:pt x="8160" y="8664"/>
                  <a:pt x="8034" y="8727"/>
                  <a:pt x="7877" y="8822"/>
                </a:cubicBezTo>
                <a:lnTo>
                  <a:pt x="6207" y="7152"/>
                </a:lnTo>
                <a:lnTo>
                  <a:pt x="6207" y="5577"/>
                </a:lnTo>
                <a:lnTo>
                  <a:pt x="7940" y="5577"/>
                </a:lnTo>
                <a:cubicBezTo>
                  <a:pt x="8129" y="5577"/>
                  <a:pt x="8286" y="5419"/>
                  <a:pt x="8286" y="5230"/>
                </a:cubicBezTo>
                <a:lnTo>
                  <a:pt x="8286" y="4505"/>
                </a:lnTo>
                <a:cubicBezTo>
                  <a:pt x="8286" y="3529"/>
                  <a:pt x="7688" y="2710"/>
                  <a:pt x="6900" y="2300"/>
                </a:cubicBezTo>
                <a:cubicBezTo>
                  <a:pt x="7152" y="2080"/>
                  <a:pt x="7246" y="1764"/>
                  <a:pt x="7246" y="1355"/>
                </a:cubicBezTo>
                <a:cubicBezTo>
                  <a:pt x="7246" y="630"/>
                  <a:pt x="6616" y="0"/>
                  <a:pt x="5892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5" name="Google Shape;365;p32"/>
          <p:cNvGrpSpPr/>
          <p:nvPr/>
        </p:nvGrpSpPr>
        <p:grpSpPr>
          <a:xfrm>
            <a:off x="5259501" y="2929628"/>
            <a:ext cx="348501" cy="369301"/>
            <a:chOff x="-27358650" y="1961575"/>
            <a:chExt cx="296950" cy="296175"/>
          </a:xfrm>
        </p:grpSpPr>
        <p:sp>
          <p:nvSpPr>
            <p:cNvPr id="366" name="Google Shape;366;p32"/>
            <p:cNvSpPr/>
            <p:nvPr/>
          </p:nvSpPr>
          <p:spPr>
            <a:xfrm>
              <a:off x="-27358650" y="1961575"/>
              <a:ext cx="296950" cy="296175"/>
            </a:xfrm>
            <a:custGeom>
              <a:rect b="b" l="l" r="r" t="t"/>
              <a:pathLst>
                <a:path extrusionOk="0" h="11847" w="11878">
                  <a:moveTo>
                    <a:pt x="7719" y="2080"/>
                  </a:moveTo>
                  <a:lnTo>
                    <a:pt x="7719" y="2836"/>
                  </a:lnTo>
                  <a:lnTo>
                    <a:pt x="4222" y="2836"/>
                  </a:lnTo>
                  <a:lnTo>
                    <a:pt x="4222" y="2080"/>
                  </a:lnTo>
                  <a:close/>
                  <a:moveTo>
                    <a:pt x="8034" y="693"/>
                  </a:moveTo>
                  <a:cubicBezTo>
                    <a:pt x="8633" y="693"/>
                    <a:pt x="9074" y="1166"/>
                    <a:pt x="9074" y="1733"/>
                  </a:cubicBezTo>
                  <a:lnTo>
                    <a:pt x="9074" y="2836"/>
                  </a:lnTo>
                  <a:lnTo>
                    <a:pt x="8349" y="2836"/>
                  </a:lnTo>
                  <a:lnTo>
                    <a:pt x="8349" y="1733"/>
                  </a:lnTo>
                  <a:cubicBezTo>
                    <a:pt x="8349" y="1513"/>
                    <a:pt x="8192" y="1355"/>
                    <a:pt x="8002" y="1355"/>
                  </a:cubicBezTo>
                  <a:lnTo>
                    <a:pt x="3781" y="1355"/>
                  </a:lnTo>
                  <a:cubicBezTo>
                    <a:pt x="3592" y="1355"/>
                    <a:pt x="3434" y="1513"/>
                    <a:pt x="3434" y="1733"/>
                  </a:cubicBezTo>
                  <a:lnTo>
                    <a:pt x="3434" y="2836"/>
                  </a:lnTo>
                  <a:lnTo>
                    <a:pt x="2741" y="2836"/>
                  </a:lnTo>
                  <a:lnTo>
                    <a:pt x="2741" y="1733"/>
                  </a:lnTo>
                  <a:lnTo>
                    <a:pt x="2804" y="1733"/>
                  </a:lnTo>
                  <a:cubicBezTo>
                    <a:pt x="2804" y="1134"/>
                    <a:pt x="3277" y="693"/>
                    <a:pt x="3844" y="693"/>
                  </a:cubicBezTo>
                  <a:close/>
                  <a:moveTo>
                    <a:pt x="10176" y="3497"/>
                  </a:moveTo>
                  <a:cubicBezTo>
                    <a:pt x="10617" y="3497"/>
                    <a:pt x="10995" y="3781"/>
                    <a:pt x="11153" y="4190"/>
                  </a:cubicBezTo>
                  <a:lnTo>
                    <a:pt x="851" y="4190"/>
                  </a:lnTo>
                  <a:cubicBezTo>
                    <a:pt x="914" y="3812"/>
                    <a:pt x="1323" y="3497"/>
                    <a:pt x="1796" y="3497"/>
                  </a:cubicBezTo>
                  <a:close/>
                  <a:moveTo>
                    <a:pt x="11153" y="4915"/>
                  </a:moveTo>
                  <a:lnTo>
                    <a:pt x="11153" y="6301"/>
                  </a:lnTo>
                  <a:lnTo>
                    <a:pt x="10460" y="6301"/>
                  </a:lnTo>
                  <a:lnTo>
                    <a:pt x="10460" y="5923"/>
                  </a:lnTo>
                  <a:cubicBezTo>
                    <a:pt x="10491" y="5734"/>
                    <a:pt x="10334" y="5577"/>
                    <a:pt x="10145" y="5577"/>
                  </a:cubicBezTo>
                  <a:lnTo>
                    <a:pt x="8759" y="5577"/>
                  </a:lnTo>
                  <a:cubicBezTo>
                    <a:pt x="8570" y="5577"/>
                    <a:pt x="8412" y="5734"/>
                    <a:pt x="8412" y="5923"/>
                  </a:cubicBezTo>
                  <a:lnTo>
                    <a:pt x="8412" y="6301"/>
                  </a:lnTo>
                  <a:lnTo>
                    <a:pt x="3529" y="6301"/>
                  </a:lnTo>
                  <a:lnTo>
                    <a:pt x="3529" y="5923"/>
                  </a:lnTo>
                  <a:cubicBezTo>
                    <a:pt x="3529" y="5734"/>
                    <a:pt x="3371" y="5577"/>
                    <a:pt x="3151" y="5577"/>
                  </a:cubicBezTo>
                  <a:lnTo>
                    <a:pt x="1796" y="5577"/>
                  </a:lnTo>
                  <a:cubicBezTo>
                    <a:pt x="1575" y="5577"/>
                    <a:pt x="1418" y="5734"/>
                    <a:pt x="1418" y="5923"/>
                  </a:cubicBezTo>
                  <a:lnTo>
                    <a:pt x="1418" y="6301"/>
                  </a:lnTo>
                  <a:lnTo>
                    <a:pt x="725" y="6301"/>
                  </a:lnTo>
                  <a:lnTo>
                    <a:pt x="725" y="4915"/>
                  </a:lnTo>
                  <a:close/>
                  <a:moveTo>
                    <a:pt x="2836" y="6301"/>
                  </a:moveTo>
                  <a:lnTo>
                    <a:pt x="2836" y="8034"/>
                  </a:lnTo>
                  <a:cubicBezTo>
                    <a:pt x="2836" y="8223"/>
                    <a:pt x="2678" y="8381"/>
                    <a:pt x="2489" y="8381"/>
                  </a:cubicBezTo>
                  <a:cubicBezTo>
                    <a:pt x="2300" y="8381"/>
                    <a:pt x="2143" y="8223"/>
                    <a:pt x="2143" y="8034"/>
                  </a:cubicBezTo>
                  <a:lnTo>
                    <a:pt x="2143" y="6301"/>
                  </a:lnTo>
                  <a:close/>
                  <a:moveTo>
                    <a:pt x="9830" y="6301"/>
                  </a:moveTo>
                  <a:lnTo>
                    <a:pt x="9830" y="8034"/>
                  </a:lnTo>
                  <a:cubicBezTo>
                    <a:pt x="9830" y="8223"/>
                    <a:pt x="9672" y="8381"/>
                    <a:pt x="9452" y="8381"/>
                  </a:cubicBezTo>
                  <a:cubicBezTo>
                    <a:pt x="9263" y="8381"/>
                    <a:pt x="9105" y="8223"/>
                    <a:pt x="9105" y="8034"/>
                  </a:cubicBezTo>
                  <a:lnTo>
                    <a:pt x="9105" y="6301"/>
                  </a:lnTo>
                  <a:close/>
                  <a:moveTo>
                    <a:pt x="11121" y="6994"/>
                  </a:moveTo>
                  <a:lnTo>
                    <a:pt x="11121" y="10113"/>
                  </a:lnTo>
                  <a:cubicBezTo>
                    <a:pt x="11184" y="10649"/>
                    <a:pt x="10712" y="11121"/>
                    <a:pt x="10145" y="11121"/>
                  </a:cubicBezTo>
                  <a:lnTo>
                    <a:pt x="1733" y="11121"/>
                  </a:lnTo>
                  <a:cubicBezTo>
                    <a:pt x="1166" y="11121"/>
                    <a:pt x="725" y="10649"/>
                    <a:pt x="725" y="10113"/>
                  </a:cubicBezTo>
                  <a:lnTo>
                    <a:pt x="725" y="6994"/>
                  </a:lnTo>
                  <a:lnTo>
                    <a:pt x="1418" y="6994"/>
                  </a:lnTo>
                  <a:lnTo>
                    <a:pt x="1418" y="8034"/>
                  </a:lnTo>
                  <a:cubicBezTo>
                    <a:pt x="1418" y="8601"/>
                    <a:pt x="1891" y="9042"/>
                    <a:pt x="2458" y="9042"/>
                  </a:cubicBezTo>
                  <a:cubicBezTo>
                    <a:pt x="2993" y="9042"/>
                    <a:pt x="3466" y="8570"/>
                    <a:pt x="3466" y="8034"/>
                  </a:cubicBezTo>
                  <a:lnTo>
                    <a:pt x="3466" y="6994"/>
                  </a:lnTo>
                  <a:lnTo>
                    <a:pt x="8349" y="6994"/>
                  </a:lnTo>
                  <a:lnTo>
                    <a:pt x="8349" y="8034"/>
                  </a:lnTo>
                  <a:cubicBezTo>
                    <a:pt x="8349" y="8601"/>
                    <a:pt x="8822" y="9042"/>
                    <a:pt x="9389" y="9042"/>
                  </a:cubicBezTo>
                  <a:cubicBezTo>
                    <a:pt x="9924" y="9042"/>
                    <a:pt x="10397" y="8570"/>
                    <a:pt x="10397" y="8034"/>
                  </a:cubicBezTo>
                  <a:lnTo>
                    <a:pt x="10397" y="6994"/>
                  </a:lnTo>
                  <a:close/>
                  <a:moveTo>
                    <a:pt x="3844" y="0"/>
                  </a:moveTo>
                  <a:cubicBezTo>
                    <a:pt x="2899" y="0"/>
                    <a:pt x="2111" y="788"/>
                    <a:pt x="2111" y="1733"/>
                  </a:cubicBezTo>
                  <a:lnTo>
                    <a:pt x="2111" y="2836"/>
                  </a:lnTo>
                  <a:lnTo>
                    <a:pt x="1733" y="2836"/>
                  </a:lnTo>
                  <a:cubicBezTo>
                    <a:pt x="788" y="2836"/>
                    <a:pt x="0" y="3623"/>
                    <a:pt x="0" y="4568"/>
                  </a:cubicBezTo>
                  <a:lnTo>
                    <a:pt x="0" y="10113"/>
                  </a:lnTo>
                  <a:cubicBezTo>
                    <a:pt x="0" y="11058"/>
                    <a:pt x="788" y="11846"/>
                    <a:pt x="1733" y="11846"/>
                  </a:cubicBezTo>
                  <a:lnTo>
                    <a:pt x="10145" y="11846"/>
                  </a:lnTo>
                  <a:cubicBezTo>
                    <a:pt x="11090" y="11846"/>
                    <a:pt x="11878" y="11058"/>
                    <a:pt x="11878" y="10113"/>
                  </a:cubicBezTo>
                  <a:lnTo>
                    <a:pt x="11878" y="4568"/>
                  </a:lnTo>
                  <a:cubicBezTo>
                    <a:pt x="11878" y="3623"/>
                    <a:pt x="11121" y="2836"/>
                    <a:pt x="10145" y="2836"/>
                  </a:cubicBezTo>
                  <a:lnTo>
                    <a:pt x="9767" y="2836"/>
                  </a:lnTo>
                  <a:lnTo>
                    <a:pt x="9767" y="1733"/>
                  </a:lnTo>
                  <a:cubicBezTo>
                    <a:pt x="9767" y="788"/>
                    <a:pt x="8979" y="0"/>
                    <a:pt x="80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32"/>
            <p:cNvSpPr/>
            <p:nvPr/>
          </p:nvSpPr>
          <p:spPr>
            <a:xfrm>
              <a:off x="-27246025" y="2152175"/>
              <a:ext cx="70900" cy="70900"/>
            </a:xfrm>
            <a:custGeom>
              <a:rect b="b" l="l" r="r" t="t"/>
              <a:pathLst>
                <a:path extrusionOk="0" h="2836" w="2836">
                  <a:moveTo>
                    <a:pt x="1418" y="0"/>
                  </a:moveTo>
                  <a:cubicBezTo>
                    <a:pt x="1229" y="0"/>
                    <a:pt x="1072" y="158"/>
                    <a:pt x="1072" y="347"/>
                  </a:cubicBezTo>
                  <a:lnTo>
                    <a:pt x="1072" y="1072"/>
                  </a:lnTo>
                  <a:lnTo>
                    <a:pt x="347" y="1072"/>
                  </a:lnTo>
                  <a:cubicBezTo>
                    <a:pt x="158" y="1072"/>
                    <a:pt x="0" y="1229"/>
                    <a:pt x="0" y="1418"/>
                  </a:cubicBezTo>
                  <a:cubicBezTo>
                    <a:pt x="0" y="1607"/>
                    <a:pt x="158" y="1765"/>
                    <a:pt x="347" y="1765"/>
                  </a:cubicBezTo>
                  <a:lnTo>
                    <a:pt x="1072" y="1765"/>
                  </a:lnTo>
                  <a:lnTo>
                    <a:pt x="1072" y="2489"/>
                  </a:lnTo>
                  <a:cubicBezTo>
                    <a:pt x="1072" y="2678"/>
                    <a:pt x="1229" y="2836"/>
                    <a:pt x="1418" y="2836"/>
                  </a:cubicBezTo>
                  <a:cubicBezTo>
                    <a:pt x="1607" y="2836"/>
                    <a:pt x="1765" y="2678"/>
                    <a:pt x="1765" y="2489"/>
                  </a:cubicBezTo>
                  <a:lnTo>
                    <a:pt x="1765" y="1765"/>
                  </a:lnTo>
                  <a:lnTo>
                    <a:pt x="2489" y="1765"/>
                  </a:lnTo>
                  <a:cubicBezTo>
                    <a:pt x="2678" y="1765"/>
                    <a:pt x="2836" y="1607"/>
                    <a:pt x="2836" y="1418"/>
                  </a:cubicBezTo>
                  <a:cubicBezTo>
                    <a:pt x="2836" y="1229"/>
                    <a:pt x="2678" y="1072"/>
                    <a:pt x="2489" y="1072"/>
                  </a:cubicBezTo>
                  <a:lnTo>
                    <a:pt x="1765" y="1072"/>
                  </a:lnTo>
                  <a:lnTo>
                    <a:pt x="1765" y="347"/>
                  </a:lnTo>
                  <a:cubicBezTo>
                    <a:pt x="1765" y="158"/>
                    <a:pt x="1607" y="0"/>
                    <a:pt x="14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8" name="Google Shape;368;p32"/>
          <p:cNvSpPr/>
          <p:nvPr/>
        </p:nvSpPr>
        <p:spPr>
          <a:xfrm>
            <a:off x="5187174" y="4366575"/>
            <a:ext cx="497764" cy="454838"/>
          </a:xfrm>
          <a:custGeom>
            <a:rect b="b" l="l" r="r" t="t"/>
            <a:pathLst>
              <a:path extrusionOk="0" h="11280" w="12067">
                <a:moveTo>
                  <a:pt x="5986" y="757"/>
                </a:moveTo>
                <a:cubicBezTo>
                  <a:pt x="7656" y="757"/>
                  <a:pt x="9011" y="2049"/>
                  <a:pt x="9137" y="3718"/>
                </a:cubicBezTo>
                <a:cubicBezTo>
                  <a:pt x="8822" y="3624"/>
                  <a:pt x="8475" y="3561"/>
                  <a:pt x="8066" y="3561"/>
                </a:cubicBezTo>
                <a:cubicBezTo>
                  <a:pt x="7278" y="3561"/>
                  <a:pt x="6585" y="3781"/>
                  <a:pt x="5955" y="4191"/>
                </a:cubicBezTo>
                <a:cubicBezTo>
                  <a:pt x="5356" y="3781"/>
                  <a:pt x="4632" y="3561"/>
                  <a:pt x="3844" y="3561"/>
                </a:cubicBezTo>
                <a:cubicBezTo>
                  <a:pt x="3466" y="3561"/>
                  <a:pt x="3119" y="3592"/>
                  <a:pt x="2773" y="3718"/>
                </a:cubicBezTo>
                <a:cubicBezTo>
                  <a:pt x="2930" y="2049"/>
                  <a:pt x="4285" y="757"/>
                  <a:pt x="5986" y="757"/>
                </a:cubicBezTo>
                <a:close/>
                <a:moveTo>
                  <a:pt x="3875" y="4254"/>
                </a:moveTo>
                <a:cubicBezTo>
                  <a:pt x="4411" y="4254"/>
                  <a:pt x="4915" y="4411"/>
                  <a:pt x="5388" y="4663"/>
                </a:cubicBezTo>
                <a:cubicBezTo>
                  <a:pt x="4852" y="5168"/>
                  <a:pt x="4505" y="5829"/>
                  <a:pt x="4285" y="6585"/>
                </a:cubicBezTo>
                <a:cubicBezTo>
                  <a:pt x="3560" y="6113"/>
                  <a:pt x="2993" y="5325"/>
                  <a:pt x="2836" y="4411"/>
                </a:cubicBezTo>
                <a:cubicBezTo>
                  <a:pt x="3151" y="4317"/>
                  <a:pt x="3497" y="4254"/>
                  <a:pt x="3875" y="4254"/>
                </a:cubicBezTo>
                <a:close/>
                <a:moveTo>
                  <a:pt x="8129" y="4254"/>
                </a:moveTo>
                <a:cubicBezTo>
                  <a:pt x="8475" y="4254"/>
                  <a:pt x="8822" y="4317"/>
                  <a:pt x="9137" y="4411"/>
                </a:cubicBezTo>
                <a:cubicBezTo>
                  <a:pt x="8979" y="5325"/>
                  <a:pt x="8444" y="6113"/>
                  <a:pt x="7687" y="6585"/>
                </a:cubicBezTo>
                <a:cubicBezTo>
                  <a:pt x="7498" y="5829"/>
                  <a:pt x="7089" y="5168"/>
                  <a:pt x="6585" y="4663"/>
                </a:cubicBezTo>
                <a:cubicBezTo>
                  <a:pt x="7026" y="4411"/>
                  <a:pt x="7561" y="4254"/>
                  <a:pt x="8129" y="4254"/>
                </a:cubicBezTo>
                <a:close/>
                <a:moveTo>
                  <a:pt x="5986" y="5042"/>
                </a:moveTo>
                <a:cubicBezTo>
                  <a:pt x="6490" y="5514"/>
                  <a:pt x="6900" y="6144"/>
                  <a:pt x="7026" y="6900"/>
                </a:cubicBezTo>
                <a:cubicBezTo>
                  <a:pt x="6648" y="7026"/>
                  <a:pt x="6364" y="7058"/>
                  <a:pt x="5986" y="7058"/>
                </a:cubicBezTo>
                <a:cubicBezTo>
                  <a:pt x="5640" y="7058"/>
                  <a:pt x="5293" y="7026"/>
                  <a:pt x="4978" y="6900"/>
                </a:cubicBezTo>
                <a:cubicBezTo>
                  <a:pt x="5073" y="6176"/>
                  <a:pt x="5451" y="5514"/>
                  <a:pt x="5986" y="5042"/>
                </a:cubicBezTo>
                <a:close/>
                <a:moveTo>
                  <a:pt x="4915" y="7625"/>
                </a:moveTo>
                <a:lnTo>
                  <a:pt x="4915" y="7625"/>
                </a:lnTo>
                <a:cubicBezTo>
                  <a:pt x="5230" y="7688"/>
                  <a:pt x="5608" y="7782"/>
                  <a:pt x="5986" y="7782"/>
                </a:cubicBezTo>
                <a:cubicBezTo>
                  <a:pt x="6333" y="7782"/>
                  <a:pt x="6711" y="7719"/>
                  <a:pt x="7057" y="7625"/>
                </a:cubicBezTo>
                <a:lnTo>
                  <a:pt x="7057" y="7625"/>
                </a:lnTo>
                <a:cubicBezTo>
                  <a:pt x="6963" y="8476"/>
                  <a:pt x="6585" y="9232"/>
                  <a:pt x="5986" y="9767"/>
                </a:cubicBezTo>
                <a:cubicBezTo>
                  <a:pt x="5388" y="9232"/>
                  <a:pt x="5010" y="8476"/>
                  <a:pt x="4915" y="7625"/>
                </a:cubicBezTo>
                <a:close/>
                <a:moveTo>
                  <a:pt x="2206" y="4726"/>
                </a:moveTo>
                <a:cubicBezTo>
                  <a:pt x="2458" y="5892"/>
                  <a:pt x="3245" y="6837"/>
                  <a:pt x="4222" y="7373"/>
                </a:cubicBezTo>
                <a:lnTo>
                  <a:pt x="4222" y="7467"/>
                </a:lnTo>
                <a:cubicBezTo>
                  <a:pt x="4222" y="8570"/>
                  <a:pt x="4663" y="9515"/>
                  <a:pt x="5388" y="10208"/>
                </a:cubicBezTo>
                <a:cubicBezTo>
                  <a:pt x="4915" y="10460"/>
                  <a:pt x="4411" y="10555"/>
                  <a:pt x="3875" y="10555"/>
                </a:cubicBezTo>
                <a:cubicBezTo>
                  <a:pt x="2080" y="10555"/>
                  <a:pt x="662" y="9137"/>
                  <a:pt x="662" y="7404"/>
                </a:cubicBezTo>
                <a:cubicBezTo>
                  <a:pt x="662" y="6270"/>
                  <a:pt x="1260" y="5294"/>
                  <a:pt x="2206" y="4726"/>
                </a:cubicBezTo>
                <a:close/>
                <a:moveTo>
                  <a:pt x="9735" y="4695"/>
                </a:moveTo>
                <a:cubicBezTo>
                  <a:pt x="10649" y="5262"/>
                  <a:pt x="11279" y="6239"/>
                  <a:pt x="11279" y="7373"/>
                </a:cubicBezTo>
                <a:cubicBezTo>
                  <a:pt x="11279" y="9137"/>
                  <a:pt x="9861" y="10555"/>
                  <a:pt x="8066" y="10555"/>
                </a:cubicBezTo>
                <a:cubicBezTo>
                  <a:pt x="7530" y="10555"/>
                  <a:pt x="7026" y="10397"/>
                  <a:pt x="6553" y="10177"/>
                </a:cubicBezTo>
                <a:cubicBezTo>
                  <a:pt x="7246" y="9452"/>
                  <a:pt x="7719" y="8476"/>
                  <a:pt x="7719" y="7404"/>
                </a:cubicBezTo>
                <a:lnTo>
                  <a:pt x="7719" y="7341"/>
                </a:lnTo>
                <a:cubicBezTo>
                  <a:pt x="8759" y="6837"/>
                  <a:pt x="9515" y="5892"/>
                  <a:pt x="9735" y="4695"/>
                </a:cubicBezTo>
                <a:close/>
                <a:moveTo>
                  <a:pt x="5986" y="1"/>
                </a:moveTo>
                <a:cubicBezTo>
                  <a:pt x="3875" y="1"/>
                  <a:pt x="2143" y="1734"/>
                  <a:pt x="2143" y="3876"/>
                </a:cubicBezTo>
                <a:lnTo>
                  <a:pt x="2143" y="3939"/>
                </a:lnTo>
                <a:cubicBezTo>
                  <a:pt x="882" y="4569"/>
                  <a:pt x="0" y="5892"/>
                  <a:pt x="0" y="7404"/>
                </a:cubicBezTo>
                <a:cubicBezTo>
                  <a:pt x="0" y="9547"/>
                  <a:pt x="1733" y="11279"/>
                  <a:pt x="3907" y="11279"/>
                </a:cubicBezTo>
                <a:cubicBezTo>
                  <a:pt x="4695" y="11279"/>
                  <a:pt x="5388" y="11027"/>
                  <a:pt x="6018" y="10649"/>
                </a:cubicBezTo>
                <a:cubicBezTo>
                  <a:pt x="6616" y="11027"/>
                  <a:pt x="7372" y="11279"/>
                  <a:pt x="8160" y="11279"/>
                </a:cubicBezTo>
                <a:cubicBezTo>
                  <a:pt x="10271" y="11279"/>
                  <a:pt x="12067" y="9547"/>
                  <a:pt x="12067" y="7404"/>
                </a:cubicBezTo>
                <a:cubicBezTo>
                  <a:pt x="11972" y="5924"/>
                  <a:pt x="11122" y="4632"/>
                  <a:pt x="9861" y="3939"/>
                </a:cubicBezTo>
                <a:lnTo>
                  <a:pt x="9861" y="3876"/>
                </a:lnTo>
                <a:cubicBezTo>
                  <a:pt x="9861" y="1734"/>
                  <a:pt x="8129" y="1"/>
                  <a:pt x="598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32"/>
          <p:cNvSpPr txBox="1"/>
          <p:nvPr/>
        </p:nvSpPr>
        <p:spPr>
          <a:xfrm>
            <a:off x="6118500" y="4776100"/>
            <a:ext cx="3052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rPr>
              <a:t>Slide by William Lopez</a:t>
            </a:r>
            <a:endParaRPr sz="1200">
              <a:solidFill>
                <a:schemeClr val="dk1"/>
              </a:solidFill>
              <a:latin typeface="Mulish Medium"/>
              <a:ea typeface="Mulish Medium"/>
              <a:cs typeface="Mulish Medium"/>
              <a:sym typeface="Mulish Medium"/>
            </a:endParaRPr>
          </a:p>
        </p:txBody>
      </p:sp>
      <p:sp>
        <p:nvSpPr>
          <p:cNvPr id="370" name="Google Shape;370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71" name="Google Shape;371;p32" title="Infrastructure .mp3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53700" y="326575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3"/>
          <p:cNvSpPr txBox="1"/>
          <p:nvPr>
            <p:ph type="ctrTitle"/>
          </p:nvPr>
        </p:nvSpPr>
        <p:spPr>
          <a:xfrm>
            <a:off x="237975" y="1542925"/>
            <a:ext cx="4238700" cy="1449300"/>
          </a:xfrm>
          <a:prstGeom prst="rect">
            <a:avLst/>
          </a:prstGeom>
          <a:solidFill>
            <a:srgbClr val="76A5AF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6"/>
                </a:solidFill>
              </a:rPr>
              <a:t>PROBLEM</a:t>
            </a:r>
            <a:r>
              <a:rPr lang="en" sz="2000">
                <a:solidFill>
                  <a:schemeClr val="accent6"/>
                </a:solidFill>
              </a:rPr>
              <a:t> </a:t>
            </a:r>
            <a:r>
              <a:rPr lang="en" sz="2100">
                <a:solidFill>
                  <a:schemeClr val="accent6"/>
                </a:solidFill>
              </a:rPr>
              <a:t>: Water Sanitation and Supply     </a:t>
            </a:r>
            <a:endParaRPr sz="2100">
              <a:solidFill>
                <a:schemeClr val="accent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accent6"/>
                </a:solidFill>
              </a:rPr>
              <a:t>                Management</a:t>
            </a:r>
            <a:endParaRPr sz="2900">
              <a:solidFill>
                <a:schemeClr val="accent6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Mulish"/>
              <a:buChar char="-"/>
            </a:pPr>
            <a:r>
              <a:rPr lang="en" sz="1500">
                <a:solidFill>
                  <a:schemeClr val="accent6"/>
                </a:solidFill>
                <a:latin typeface="Mulish"/>
                <a:ea typeface="Mulish"/>
                <a:cs typeface="Mulish"/>
                <a:sym typeface="Mulish"/>
              </a:rPr>
              <a:t>Contamination: aging infrastructure, human activities such as illegal dumping and sewage spills</a:t>
            </a:r>
            <a:endParaRPr sz="1600"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3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33"/>
          <p:cNvSpPr txBox="1"/>
          <p:nvPr/>
        </p:nvSpPr>
        <p:spPr>
          <a:xfrm>
            <a:off x="362825" y="3067150"/>
            <a:ext cx="2834700" cy="1835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Current Process and Technology</a:t>
            </a:r>
            <a:endParaRPr b="1" sz="13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300"/>
              <a:buFont typeface="Trebuchet MS"/>
              <a:buChar char="●"/>
            </a:pPr>
            <a:r>
              <a:rPr lang="en" sz="1300">
                <a:solidFill>
                  <a:srgbClr val="1B1B1B"/>
                </a:solidFill>
                <a:latin typeface="Trebuchet MS"/>
                <a:ea typeface="Trebuchet MS"/>
                <a:cs typeface="Trebuchet MS"/>
                <a:sym typeface="Trebuchet MS"/>
              </a:rPr>
              <a:t>EPA, the states, tribes, public water systems, and certified laboratories</a:t>
            </a:r>
            <a:endParaRPr sz="1300">
              <a:solidFill>
                <a:srgbClr val="1B1B1B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Trebuchet MS"/>
              <a:buChar char="●"/>
            </a:pPr>
            <a:r>
              <a:rPr lang="en" sz="1300">
                <a:latin typeface="Trebuchet MS"/>
                <a:ea typeface="Trebuchet MS"/>
                <a:cs typeface="Trebuchet MS"/>
                <a:sym typeface="Trebuchet MS"/>
              </a:rPr>
              <a:t>Samples are collected</a:t>
            </a:r>
            <a:endParaRPr sz="13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Trebuchet MS"/>
              <a:buChar char="●"/>
            </a:pPr>
            <a:r>
              <a:rPr lang="en" sz="1300">
                <a:latin typeface="Trebuchet MS"/>
                <a:ea typeface="Trebuchet MS"/>
                <a:cs typeface="Trebuchet MS"/>
                <a:sym typeface="Trebuchet MS"/>
              </a:rPr>
              <a:t>Steps are taken to remove or prevent contamination and consumers are notified</a:t>
            </a:r>
            <a:endParaRPr b="1" sz="13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78" name="Google Shape;378;p33"/>
          <p:cNvSpPr txBox="1"/>
          <p:nvPr/>
        </p:nvSpPr>
        <p:spPr>
          <a:xfrm>
            <a:off x="3396925" y="3067150"/>
            <a:ext cx="2445900" cy="1835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What is Missing and Current Technology</a:t>
            </a:r>
            <a:endParaRPr sz="10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Trebuchet MS"/>
              <a:buChar char="●"/>
            </a:pPr>
            <a:r>
              <a:rPr lang="en" sz="1300">
                <a:latin typeface="Trebuchet MS"/>
                <a:ea typeface="Trebuchet MS"/>
                <a:cs typeface="Trebuchet MS"/>
                <a:sym typeface="Trebuchet MS"/>
              </a:rPr>
              <a:t>Real-Time Monitoring</a:t>
            </a:r>
            <a:endParaRPr sz="13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Trebuchet MS"/>
              <a:buChar char="●"/>
            </a:pPr>
            <a:r>
              <a:rPr lang="en" sz="1300">
                <a:latin typeface="Trebuchet MS"/>
                <a:ea typeface="Trebuchet MS"/>
                <a:cs typeface="Trebuchet MS"/>
                <a:sym typeface="Trebuchet MS"/>
              </a:rPr>
              <a:t>Scalability</a:t>
            </a:r>
            <a:endParaRPr sz="13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Trebuchet MS"/>
              <a:buChar char="●"/>
            </a:pPr>
            <a:r>
              <a:rPr lang="en" sz="1300">
                <a:latin typeface="Trebuchet MS"/>
                <a:ea typeface="Trebuchet MS"/>
                <a:cs typeface="Trebuchet MS"/>
                <a:sym typeface="Trebuchet MS"/>
              </a:rPr>
              <a:t>Remote Monitoring</a:t>
            </a:r>
            <a:endParaRPr sz="13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Trebuchet MS"/>
              <a:buChar char="●"/>
            </a:pPr>
            <a:r>
              <a:rPr lang="en" sz="1300">
                <a:latin typeface="Trebuchet MS"/>
                <a:ea typeface="Trebuchet MS"/>
                <a:cs typeface="Trebuchet MS"/>
                <a:sym typeface="Trebuchet MS"/>
              </a:rPr>
              <a:t>Regulatory Structure</a:t>
            </a:r>
            <a:endParaRPr sz="13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6042225" y="3067150"/>
            <a:ext cx="2758200" cy="1900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How is Solution Game Changer</a:t>
            </a:r>
            <a:endParaRPr b="1" sz="13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Trebuchet MS"/>
                <a:ea typeface="Trebuchet MS"/>
                <a:cs typeface="Trebuchet MS"/>
                <a:sym typeface="Trebuchet MS"/>
              </a:rPr>
              <a:t>AquaChain will facilitate better decision-making, promote sustainable water usage, and improve access to clean water, making it a significant innovation in the water sector</a:t>
            </a:r>
            <a:endParaRPr sz="13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380" name="Google Shape;380;p33"/>
          <p:cNvSpPr txBox="1"/>
          <p:nvPr/>
        </p:nvSpPr>
        <p:spPr>
          <a:xfrm>
            <a:off x="2389700" y="253750"/>
            <a:ext cx="4069500" cy="11586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C2E3A"/>
                </a:solidFill>
                <a:latin typeface="Oswald"/>
                <a:ea typeface="Oswald"/>
                <a:cs typeface="Oswald"/>
                <a:sym typeface="Oswald"/>
              </a:rPr>
              <a:t>  Concept C</a:t>
            </a:r>
            <a:r>
              <a:rPr lang="en" sz="2800">
                <a:solidFill>
                  <a:srgbClr val="0C2E3A"/>
                </a:solidFill>
                <a:latin typeface="Oswald"/>
                <a:ea typeface="Oswald"/>
                <a:cs typeface="Oswald"/>
                <a:sym typeface="Oswald"/>
              </a:rPr>
              <a:t> : AquaChain</a:t>
            </a:r>
            <a:endParaRPr sz="2800">
              <a:solidFill>
                <a:srgbClr val="0C2E3A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700">
                <a:solidFill>
                  <a:srgbClr val="19191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Blockchain water sanitation and supply management</a:t>
            </a:r>
            <a:endParaRPr sz="2600">
              <a:solidFill>
                <a:srgbClr val="191919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381" name="Google Shape;381;p33"/>
          <p:cNvGrpSpPr/>
          <p:nvPr/>
        </p:nvGrpSpPr>
        <p:grpSpPr>
          <a:xfrm>
            <a:off x="362828" y="385184"/>
            <a:ext cx="447613" cy="447590"/>
            <a:chOff x="-27710725" y="1959200"/>
            <a:chExt cx="260725" cy="295400"/>
          </a:xfrm>
        </p:grpSpPr>
        <p:sp>
          <p:nvSpPr>
            <p:cNvPr id="382" name="Google Shape;382;p33"/>
            <p:cNvSpPr/>
            <p:nvPr/>
          </p:nvSpPr>
          <p:spPr>
            <a:xfrm>
              <a:off x="-27710725" y="1959200"/>
              <a:ext cx="260725" cy="295400"/>
            </a:xfrm>
            <a:custGeom>
              <a:rect b="b" l="l" r="r" t="t"/>
              <a:pathLst>
                <a:path extrusionOk="0" h="11816" w="10429">
                  <a:moveTo>
                    <a:pt x="1072" y="3561"/>
                  </a:moveTo>
                  <a:cubicBezTo>
                    <a:pt x="1261" y="3561"/>
                    <a:pt x="1418" y="3718"/>
                    <a:pt x="1418" y="3907"/>
                  </a:cubicBezTo>
                  <a:lnTo>
                    <a:pt x="1418" y="4916"/>
                  </a:lnTo>
                  <a:lnTo>
                    <a:pt x="694" y="4916"/>
                  </a:lnTo>
                  <a:lnTo>
                    <a:pt x="694" y="3907"/>
                  </a:lnTo>
                  <a:cubicBezTo>
                    <a:pt x="694" y="3718"/>
                    <a:pt x="851" y="3561"/>
                    <a:pt x="1072" y="3561"/>
                  </a:cubicBezTo>
                  <a:close/>
                  <a:moveTo>
                    <a:pt x="5230" y="3561"/>
                  </a:moveTo>
                  <a:cubicBezTo>
                    <a:pt x="5419" y="3561"/>
                    <a:pt x="5577" y="3718"/>
                    <a:pt x="5577" y="3907"/>
                  </a:cubicBezTo>
                  <a:lnTo>
                    <a:pt x="5577" y="4916"/>
                  </a:lnTo>
                  <a:lnTo>
                    <a:pt x="4884" y="4916"/>
                  </a:lnTo>
                  <a:lnTo>
                    <a:pt x="4884" y="3907"/>
                  </a:lnTo>
                  <a:cubicBezTo>
                    <a:pt x="4884" y="3718"/>
                    <a:pt x="5041" y="3561"/>
                    <a:pt x="5230" y="3561"/>
                  </a:cubicBezTo>
                  <a:close/>
                  <a:moveTo>
                    <a:pt x="8696" y="4348"/>
                  </a:moveTo>
                  <a:cubicBezTo>
                    <a:pt x="9294" y="4348"/>
                    <a:pt x="9736" y="4821"/>
                    <a:pt x="9736" y="5357"/>
                  </a:cubicBezTo>
                  <a:cubicBezTo>
                    <a:pt x="9736" y="5924"/>
                    <a:pt x="9263" y="6396"/>
                    <a:pt x="8696" y="6396"/>
                  </a:cubicBezTo>
                  <a:cubicBezTo>
                    <a:pt x="8097" y="6396"/>
                    <a:pt x="7688" y="5924"/>
                    <a:pt x="7688" y="5357"/>
                  </a:cubicBezTo>
                  <a:cubicBezTo>
                    <a:pt x="7688" y="4821"/>
                    <a:pt x="8160" y="4348"/>
                    <a:pt x="8696" y="4348"/>
                  </a:cubicBezTo>
                  <a:close/>
                  <a:moveTo>
                    <a:pt x="5482" y="5609"/>
                  </a:moveTo>
                  <a:cubicBezTo>
                    <a:pt x="5388" y="6176"/>
                    <a:pt x="5073" y="6774"/>
                    <a:pt x="4569" y="7121"/>
                  </a:cubicBezTo>
                  <a:cubicBezTo>
                    <a:pt x="4120" y="7475"/>
                    <a:pt x="3582" y="7653"/>
                    <a:pt x="3036" y="7653"/>
                  </a:cubicBezTo>
                  <a:cubicBezTo>
                    <a:pt x="2854" y="7653"/>
                    <a:pt x="2671" y="7633"/>
                    <a:pt x="2489" y="7593"/>
                  </a:cubicBezTo>
                  <a:cubicBezTo>
                    <a:pt x="1639" y="7404"/>
                    <a:pt x="946" y="6617"/>
                    <a:pt x="757" y="5640"/>
                  </a:cubicBezTo>
                  <a:lnTo>
                    <a:pt x="1418" y="5640"/>
                  </a:lnTo>
                  <a:cubicBezTo>
                    <a:pt x="1481" y="5955"/>
                    <a:pt x="1639" y="6270"/>
                    <a:pt x="1891" y="6491"/>
                  </a:cubicBezTo>
                  <a:cubicBezTo>
                    <a:pt x="2206" y="6806"/>
                    <a:pt x="2647" y="7026"/>
                    <a:pt x="3119" y="7026"/>
                  </a:cubicBezTo>
                  <a:cubicBezTo>
                    <a:pt x="3183" y="7026"/>
                    <a:pt x="3309" y="7026"/>
                    <a:pt x="3372" y="6963"/>
                  </a:cubicBezTo>
                  <a:cubicBezTo>
                    <a:pt x="4096" y="6837"/>
                    <a:pt x="4600" y="6302"/>
                    <a:pt x="4758" y="5609"/>
                  </a:cubicBezTo>
                  <a:close/>
                  <a:moveTo>
                    <a:pt x="2426" y="1"/>
                  </a:moveTo>
                  <a:cubicBezTo>
                    <a:pt x="2237" y="1"/>
                    <a:pt x="2080" y="158"/>
                    <a:pt x="2080" y="347"/>
                  </a:cubicBezTo>
                  <a:lnTo>
                    <a:pt x="2080" y="725"/>
                  </a:lnTo>
                  <a:lnTo>
                    <a:pt x="1733" y="725"/>
                  </a:lnTo>
                  <a:cubicBezTo>
                    <a:pt x="1135" y="725"/>
                    <a:pt x="694" y="1198"/>
                    <a:pt x="694" y="1734"/>
                  </a:cubicBezTo>
                  <a:lnTo>
                    <a:pt x="694" y="2836"/>
                  </a:lnTo>
                  <a:cubicBezTo>
                    <a:pt x="316" y="2994"/>
                    <a:pt x="1" y="3340"/>
                    <a:pt x="1" y="3813"/>
                  </a:cubicBezTo>
                  <a:lnTo>
                    <a:pt x="1" y="5073"/>
                  </a:lnTo>
                  <a:lnTo>
                    <a:pt x="1" y="5231"/>
                  </a:lnTo>
                  <a:cubicBezTo>
                    <a:pt x="32" y="5924"/>
                    <a:pt x="284" y="6554"/>
                    <a:pt x="662" y="7058"/>
                  </a:cubicBezTo>
                  <a:cubicBezTo>
                    <a:pt x="1103" y="7656"/>
                    <a:pt x="1702" y="8035"/>
                    <a:pt x="2395" y="8224"/>
                  </a:cubicBezTo>
                  <a:cubicBezTo>
                    <a:pt x="2521" y="8287"/>
                    <a:pt x="2678" y="8287"/>
                    <a:pt x="2804" y="8318"/>
                  </a:cubicBezTo>
                  <a:lnTo>
                    <a:pt x="2804" y="8696"/>
                  </a:lnTo>
                  <a:cubicBezTo>
                    <a:pt x="2804" y="10429"/>
                    <a:pt x="4222" y="11815"/>
                    <a:pt x="5892" y="11815"/>
                  </a:cubicBezTo>
                  <a:cubicBezTo>
                    <a:pt x="7625" y="11815"/>
                    <a:pt x="9011" y="10397"/>
                    <a:pt x="9011" y="8696"/>
                  </a:cubicBezTo>
                  <a:lnTo>
                    <a:pt x="9011" y="6932"/>
                  </a:lnTo>
                  <a:cubicBezTo>
                    <a:pt x="9830" y="6837"/>
                    <a:pt x="10429" y="6176"/>
                    <a:pt x="10429" y="5325"/>
                  </a:cubicBezTo>
                  <a:cubicBezTo>
                    <a:pt x="10429" y="4380"/>
                    <a:pt x="9641" y="3592"/>
                    <a:pt x="8696" y="3592"/>
                  </a:cubicBezTo>
                  <a:cubicBezTo>
                    <a:pt x="7751" y="3592"/>
                    <a:pt x="6963" y="4380"/>
                    <a:pt x="6963" y="5325"/>
                  </a:cubicBezTo>
                  <a:cubicBezTo>
                    <a:pt x="6963" y="6144"/>
                    <a:pt x="7562" y="6837"/>
                    <a:pt x="8349" y="7026"/>
                  </a:cubicBezTo>
                  <a:lnTo>
                    <a:pt x="8349" y="8791"/>
                  </a:lnTo>
                  <a:cubicBezTo>
                    <a:pt x="8349" y="10114"/>
                    <a:pt x="7247" y="11216"/>
                    <a:pt x="5892" y="11216"/>
                  </a:cubicBezTo>
                  <a:cubicBezTo>
                    <a:pt x="4569" y="11216"/>
                    <a:pt x="3466" y="10114"/>
                    <a:pt x="3466" y="8791"/>
                  </a:cubicBezTo>
                  <a:lnTo>
                    <a:pt x="3466" y="8350"/>
                  </a:lnTo>
                  <a:cubicBezTo>
                    <a:pt x="4065" y="8287"/>
                    <a:pt x="4600" y="8066"/>
                    <a:pt x="5073" y="7688"/>
                  </a:cubicBezTo>
                  <a:cubicBezTo>
                    <a:pt x="5829" y="7089"/>
                    <a:pt x="6270" y="6176"/>
                    <a:pt x="6270" y="5231"/>
                  </a:cubicBezTo>
                  <a:lnTo>
                    <a:pt x="6270" y="3876"/>
                  </a:lnTo>
                  <a:cubicBezTo>
                    <a:pt x="6270" y="3435"/>
                    <a:pt x="5986" y="3025"/>
                    <a:pt x="5545" y="2868"/>
                  </a:cubicBezTo>
                  <a:lnTo>
                    <a:pt x="5545" y="1765"/>
                  </a:lnTo>
                  <a:cubicBezTo>
                    <a:pt x="5545" y="1198"/>
                    <a:pt x="5073" y="757"/>
                    <a:pt x="4537" y="757"/>
                  </a:cubicBezTo>
                  <a:lnTo>
                    <a:pt x="4159" y="757"/>
                  </a:lnTo>
                  <a:lnTo>
                    <a:pt x="4159" y="410"/>
                  </a:lnTo>
                  <a:cubicBezTo>
                    <a:pt x="4159" y="190"/>
                    <a:pt x="4002" y="32"/>
                    <a:pt x="3813" y="32"/>
                  </a:cubicBezTo>
                  <a:cubicBezTo>
                    <a:pt x="3624" y="32"/>
                    <a:pt x="3466" y="190"/>
                    <a:pt x="3466" y="410"/>
                  </a:cubicBezTo>
                  <a:lnTo>
                    <a:pt x="3466" y="1765"/>
                  </a:lnTo>
                  <a:cubicBezTo>
                    <a:pt x="3466" y="1986"/>
                    <a:pt x="3624" y="2143"/>
                    <a:pt x="3813" y="2143"/>
                  </a:cubicBezTo>
                  <a:cubicBezTo>
                    <a:pt x="4002" y="2143"/>
                    <a:pt x="4159" y="1986"/>
                    <a:pt x="4159" y="1765"/>
                  </a:cubicBezTo>
                  <a:lnTo>
                    <a:pt x="4159" y="1418"/>
                  </a:lnTo>
                  <a:lnTo>
                    <a:pt x="4537" y="1418"/>
                  </a:lnTo>
                  <a:cubicBezTo>
                    <a:pt x="4726" y="1418"/>
                    <a:pt x="4884" y="1576"/>
                    <a:pt x="4884" y="1765"/>
                  </a:cubicBezTo>
                  <a:lnTo>
                    <a:pt x="4884" y="2868"/>
                  </a:lnTo>
                  <a:cubicBezTo>
                    <a:pt x="4474" y="3025"/>
                    <a:pt x="4159" y="3403"/>
                    <a:pt x="4159" y="3876"/>
                  </a:cubicBezTo>
                  <a:lnTo>
                    <a:pt x="4159" y="5168"/>
                  </a:lnTo>
                  <a:cubicBezTo>
                    <a:pt x="4159" y="5703"/>
                    <a:pt x="3813" y="6176"/>
                    <a:pt x="3309" y="6270"/>
                  </a:cubicBezTo>
                  <a:lnTo>
                    <a:pt x="3151" y="6270"/>
                  </a:lnTo>
                  <a:cubicBezTo>
                    <a:pt x="2867" y="6270"/>
                    <a:pt x="2584" y="6144"/>
                    <a:pt x="2395" y="5955"/>
                  </a:cubicBezTo>
                  <a:cubicBezTo>
                    <a:pt x="2206" y="5766"/>
                    <a:pt x="2080" y="5483"/>
                    <a:pt x="2080" y="5199"/>
                  </a:cubicBezTo>
                  <a:lnTo>
                    <a:pt x="2080" y="3813"/>
                  </a:lnTo>
                  <a:cubicBezTo>
                    <a:pt x="2080" y="3403"/>
                    <a:pt x="1796" y="2994"/>
                    <a:pt x="1387" y="2836"/>
                  </a:cubicBezTo>
                  <a:lnTo>
                    <a:pt x="1387" y="1734"/>
                  </a:lnTo>
                  <a:cubicBezTo>
                    <a:pt x="1387" y="1545"/>
                    <a:pt x="1544" y="1387"/>
                    <a:pt x="1733" y="1387"/>
                  </a:cubicBezTo>
                  <a:lnTo>
                    <a:pt x="2080" y="1387"/>
                  </a:lnTo>
                  <a:lnTo>
                    <a:pt x="2080" y="1734"/>
                  </a:lnTo>
                  <a:cubicBezTo>
                    <a:pt x="2080" y="1923"/>
                    <a:pt x="2237" y="2080"/>
                    <a:pt x="2426" y="2080"/>
                  </a:cubicBezTo>
                  <a:cubicBezTo>
                    <a:pt x="2647" y="2080"/>
                    <a:pt x="2804" y="1923"/>
                    <a:pt x="2804" y="1734"/>
                  </a:cubicBezTo>
                  <a:lnTo>
                    <a:pt x="2804" y="347"/>
                  </a:lnTo>
                  <a:cubicBezTo>
                    <a:pt x="2804" y="158"/>
                    <a:pt x="2647" y="1"/>
                    <a:pt x="242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33"/>
            <p:cNvSpPr/>
            <p:nvPr/>
          </p:nvSpPr>
          <p:spPr>
            <a:xfrm>
              <a:off x="-27502000" y="2084450"/>
              <a:ext cx="17350" cy="17350"/>
            </a:xfrm>
            <a:custGeom>
              <a:rect b="b" l="l" r="r" t="t"/>
              <a:pathLst>
                <a:path extrusionOk="0" h="694" w="694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4" name="Google Shape;384;p33"/>
          <p:cNvGrpSpPr/>
          <p:nvPr/>
        </p:nvGrpSpPr>
        <p:grpSpPr>
          <a:xfrm>
            <a:off x="296957" y="319466"/>
            <a:ext cx="397267" cy="447590"/>
            <a:chOff x="-27710725" y="1959200"/>
            <a:chExt cx="260725" cy="295400"/>
          </a:xfrm>
        </p:grpSpPr>
        <p:sp>
          <p:nvSpPr>
            <p:cNvPr id="385" name="Google Shape;385;p33"/>
            <p:cNvSpPr/>
            <p:nvPr/>
          </p:nvSpPr>
          <p:spPr>
            <a:xfrm>
              <a:off x="-27710725" y="1959200"/>
              <a:ext cx="260725" cy="295400"/>
            </a:xfrm>
            <a:custGeom>
              <a:rect b="b" l="l" r="r" t="t"/>
              <a:pathLst>
                <a:path extrusionOk="0" h="11816" w="10429">
                  <a:moveTo>
                    <a:pt x="1072" y="3561"/>
                  </a:moveTo>
                  <a:cubicBezTo>
                    <a:pt x="1261" y="3561"/>
                    <a:pt x="1418" y="3718"/>
                    <a:pt x="1418" y="3907"/>
                  </a:cubicBezTo>
                  <a:lnTo>
                    <a:pt x="1418" y="4916"/>
                  </a:lnTo>
                  <a:lnTo>
                    <a:pt x="694" y="4916"/>
                  </a:lnTo>
                  <a:lnTo>
                    <a:pt x="694" y="3907"/>
                  </a:lnTo>
                  <a:cubicBezTo>
                    <a:pt x="694" y="3718"/>
                    <a:pt x="851" y="3561"/>
                    <a:pt x="1072" y="3561"/>
                  </a:cubicBezTo>
                  <a:close/>
                  <a:moveTo>
                    <a:pt x="5230" y="3561"/>
                  </a:moveTo>
                  <a:cubicBezTo>
                    <a:pt x="5419" y="3561"/>
                    <a:pt x="5577" y="3718"/>
                    <a:pt x="5577" y="3907"/>
                  </a:cubicBezTo>
                  <a:lnTo>
                    <a:pt x="5577" y="4916"/>
                  </a:lnTo>
                  <a:lnTo>
                    <a:pt x="4884" y="4916"/>
                  </a:lnTo>
                  <a:lnTo>
                    <a:pt x="4884" y="3907"/>
                  </a:lnTo>
                  <a:cubicBezTo>
                    <a:pt x="4884" y="3718"/>
                    <a:pt x="5041" y="3561"/>
                    <a:pt x="5230" y="3561"/>
                  </a:cubicBezTo>
                  <a:close/>
                  <a:moveTo>
                    <a:pt x="8696" y="4348"/>
                  </a:moveTo>
                  <a:cubicBezTo>
                    <a:pt x="9294" y="4348"/>
                    <a:pt x="9736" y="4821"/>
                    <a:pt x="9736" y="5357"/>
                  </a:cubicBezTo>
                  <a:cubicBezTo>
                    <a:pt x="9736" y="5924"/>
                    <a:pt x="9263" y="6396"/>
                    <a:pt x="8696" y="6396"/>
                  </a:cubicBezTo>
                  <a:cubicBezTo>
                    <a:pt x="8097" y="6396"/>
                    <a:pt x="7688" y="5924"/>
                    <a:pt x="7688" y="5357"/>
                  </a:cubicBezTo>
                  <a:cubicBezTo>
                    <a:pt x="7688" y="4821"/>
                    <a:pt x="8160" y="4348"/>
                    <a:pt x="8696" y="4348"/>
                  </a:cubicBezTo>
                  <a:close/>
                  <a:moveTo>
                    <a:pt x="5482" y="5609"/>
                  </a:moveTo>
                  <a:cubicBezTo>
                    <a:pt x="5388" y="6176"/>
                    <a:pt x="5073" y="6774"/>
                    <a:pt x="4569" y="7121"/>
                  </a:cubicBezTo>
                  <a:cubicBezTo>
                    <a:pt x="4120" y="7475"/>
                    <a:pt x="3582" y="7653"/>
                    <a:pt x="3036" y="7653"/>
                  </a:cubicBezTo>
                  <a:cubicBezTo>
                    <a:pt x="2854" y="7653"/>
                    <a:pt x="2671" y="7633"/>
                    <a:pt x="2489" y="7593"/>
                  </a:cubicBezTo>
                  <a:cubicBezTo>
                    <a:pt x="1639" y="7404"/>
                    <a:pt x="946" y="6617"/>
                    <a:pt x="757" y="5640"/>
                  </a:cubicBezTo>
                  <a:lnTo>
                    <a:pt x="1418" y="5640"/>
                  </a:lnTo>
                  <a:cubicBezTo>
                    <a:pt x="1481" y="5955"/>
                    <a:pt x="1639" y="6270"/>
                    <a:pt x="1891" y="6491"/>
                  </a:cubicBezTo>
                  <a:cubicBezTo>
                    <a:pt x="2206" y="6806"/>
                    <a:pt x="2647" y="7026"/>
                    <a:pt x="3119" y="7026"/>
                  </a:cubicBezTo>
                  <a:cubicBezTo>
                    <a:pt x="3183" y="7026"/>
                    <a:pt x="3309" y="7026"/>
                    <a:pt x="3372" y="6963"/>
                  </a:cubicBezTo>
                  <a:cubicBezTo>
                    <a:pt x="4096" y="6837"/>
                    <a:pt x="4600" y="6302"/>
                    <a:pt x="4758" y="5609"/>
                  </a:cubicBezTo>
                  <a:close/>
                  <a:moveTo>
                    <a:pt x="2426" y="1"/>
                  </a:moveTo>
                  <a:cubicBezTo>
                    <a:pt x="2237" y="1"/>
                    <a:pt x="2080" y="158"/>
                    <a:pt x="2080" y="347"/>
                  </a:cubicBezTo>
                  <a:lnTo>
                    <a:pt x="2080" y="725"/>
                  </a:lnTo>
                  <a:lnTo>
                    <a:pt x="1733" y="725"/>
                  </a:lnTo>
                  <a:cubicBezTo>
                    <a:pt x="1135" y="725"/>
                    <a:pt x="694" y="1198"/>
                    <a:pt x="694" y="1734"/>
                  </a:cubicBezTo>
                  <a:lnTo>
                    <a:pt x="694" y="2836"/>
                  </a:lnTo>
                  <a:cubicBezTo>
                    <a:pt x="316" y="2994"/>
                    <a:pt x="1" y="3340"/>
                    <a:pt x="1" y="3813"/>
                  </a:cubicBezTo>
                  <a:lnTo>
                    <a:pt x="1" y="5073"/>
                  </a:lnTo>
                  <a:lnTo>
                    <a:pt x="1" y="5231"/>
                  </a:lnTo>
                  <a:cubicBezTo>
                    <a:pt x="32" y="5924"/>
                    <a:pt x="284" y="6554"/>
                    <a:pt x="662" y="7058"/>
                  </a:cubicBezTo>
                  <a:cubicBezTo>
                    <a:pt x="1103" y="7656"/>
                    <a:pt x="1702" y="8035"/>
                    <a:pt x="2395" y="8224"/>
                  </a:cubicBezTo>
                  <a:cubicBezTo>
                    <a:pt x="2521" y="8287"/>
                    <a:pt x="2678" y="8287"/>
                    <a:pt x="2804" y="8318"/>
                  </a:cubicBezTo>
                  <a:lnTo>
                    <a:pt x="2804" y="8696"/>
                  </a:lnTo>
                  <a:cubicBezTo>
                    <a:pt x="2804" y="10429"/>
                    <a:pt x="4222" y="11815"/>
                    <a:pt x="5892" y="11815"/>
                  </a:cubicBezTo>
                  <a:cubicBezTo>
                    <a:pt x="7625" y="11815"/>
                    <a:pt x="9011" y="10397"/>
                    <a:pt x="9011" y="8696"/>
                  </a:cubicBezTo>
                  <a:lnTo>
                    <a:pt x="9011" y="6932"/>
                  </a:lnTo>
                  <a:cubicBezTo>
                    <a:pt x="9830" y="6837"/>
                    <a:pt x="10429" y="6176"/>
                    <a:pt x="10429" y="5325"/>
                  </a:cubicBezTo>
                  <a:cubicBezTo>
                    <a:pt x="10429" y="4380"/>
                    <a:pt x="9641" y="3592"/>
                    <a:pt x="8696" y="3592"/>
                  </a:cubicBezTo>
                  <a:cubicBezTo>
                    <a:pt x="7751" y="3592"/>
                    <a:pt x="6963" y="4380"/>
                    <a:pt x="6963" y="5325"/>
                  </a:cubicBezTo>
                  <a:cubicBezTo>
                    <a:pt x="6963" y="6144"/>
                    <a:pt x="7562" y="6837"/>
                    <a:pt x="8349" y="7026"/>
                  </a:cubicBezTo>
                  <a:lnTo>
                    <a:pt x="8349" y="8791"/>
                  </a:lnTo>
                  <a:cubicBezTo>
                    <a:pt x="8349" y="10114"/>
                    <a:pt x="7247" y="11216"/>
                    <a:pt x="5892" y="11216"/>
                  </a:cubicBezTo>
                  <a:cubicBezTo>
                    <a:pt x="4569" y="11216"/>
                    <a:pt x="3466" y="10114"/>
                    <a:pt x="3466" y="8791"/>
                  </a:cubicBezTo>
                  <a:lnTo>
                    <a:pt x="3466" y="8350"/>
                  </a:lnTo>
                  <a:cubicBezTo>
                    <a:pt x="4065" y="8287"/>
                    <a:pt x="4600" y="8066"/>
                    <a:pt x="5073" y="7688"/>
                  </a:cubicBezTo>
                  <a:cubicBezTo>
                    <a:pt x="5829" y="7089"/>
                    <a:pt x="6270" y="6176"/>
                    <a:pt x="6270" y="5231"/>
                  </a:cubicBezTo>
                  <a:lnTo>
                    <a:pt x="6270" y="3876"/>
                  </a:lnTo>
                  <a:cubicBezTo>
                    <a:pt x="6270" y="3435"/>
                    <a:pt x="5986" y="3025"/>
                    <a:pt x="5545" y="2868"/>
                  </a:cubicBezTo>
                  <a:lnTo>
                    <a:pt x="5545" y="1765"/>
                  </a:lnTo>
                  <a:cubicBezTo>
                    <a:pt x="5545" y="1198"/>
                    <a:pt x="5073" y="757"/>
                    <a:pt x="4537" y="757"/>
                  </a:cubicBezTo>
                  <a:lnTo>
                    <a:pt x="4159" y="757"/>
                  </a:lnTo>
                  <a:lnTo>
                    <a:pt x="4159" y="410"/>
                  </a:lnTo>
                  <a:cubicBezTo>
                    <a:pt x="4159" y="190"/>
                    <a:pt x="4002" y="32"/>
                    <a:pt x="3813" y="32"/>
                  </a:cubicBezTo>
                  <a:cubicBezTo>
                    <a:pt x="3624" y="32"/>
                    <a:pt x="3466" y="190"/>
                    <a:pt x="3466" y="410"/>
                  </a:cubicBezTo>
                  <a:lnTo>
                    <a:pt x="3466" y="1765"/>
                  </a:lnTo>
                  <a:cubicBezTo>
                    <a:pt x="3466" y="1986"/>
                    <a:pt x="3624" y="2143"/>
                    <a:pt x="3813" y="2143"/>
                  </a:cubicBezTo>
                  <a:cubicBezTo>
                    <a:pt x="4002" y="2143"/>
                    <a:pt x="4159" y="1986"/>
                    <a:pt x="4159" y="1765"/>
                  </a:cubicBezTo>
                  <a:lnTo>
                    <a:pt x="4159" y="1418"/>
                  </a:lnTo>
                  <a:lnTo>
                    <a:pt x="4537" y="1418"/>
                  </a:lnTo>
                  <a:cubicBezTo>
                    <a:pt x="4726" y="1418"/>
                    <a:pt x="4884" y="1576"/>
                    <a:pt x="4884" y="1765"/>
                  </a:cubicBezTo>
                  <a:lnTo>
                    <a:pt x="4884" y="2868"/>
                  </a:lnTo>
                  <a:cubicBezTo>
                    <a:pt x="4474" y="3025"/>
                    <a:pt x="4159" y="3403"/>
                    <a:pt x="4159" y="3876"/>
                  </a:cubicBezTo>
                  <a:lnTo>
                    <a:pt x="4159" y="5168"/>
                  </a:lnTo>
                  <a:cubicBezTo>
                    <a:pt x="4159" y="5703"/>
                    <a:pt x="3813" y="6176"/>
                    <a:pt x="3309" y="6270"/>
                  </a:cubicBezTo>
                  <a:lnTo>
                    <a:pt x="3151" y="6270"/>
                  </a:lnTo>
                  <a:cubicBezTo>
                    <a:pt x="2867" y="6270"/>
                    <a:pt x="2584" y="6144"/>
                    <a:pt x="2395" y="5955"/>
                  </a:cubicBezTo>
                  <a:cubicBezTo>
                    <a:pt x="2206" y="5766"/>
                    <a:pt x="2080" y="5483"/>
                    <a:pt x="2080" y="5199"/>
                  </a:cubicBezTo>
                  <a:lnTo>
                    <a:pt x="2080" y="3813"/>
                  </a:lnTo>
                  <a:cubicBezTo>
                    <a:pt x="2080" y="3403"/>
                    <a:pt x="1796" y="2994"/>
                    <a:pt x="1387" y="2836"/>
                  </a:cubicBezTo>
                  <a:lnTo>
                    <a:pt x="1387" y="1734"/>
                  </a:lnTo>
                  <a:cubicBezTo>
                    <a:pt x="1387" y="1545"/>
                    <a:pt x="1544" y="1387"/>
                    <a:pt x="1733" y="1387"/>
                  </a:cubicBezTo>
                  <a:lnTo>
                    <a:pt x="2080" y="1387"/>
                  </a:lnTo>
                  <a:lnTo>
                    <a:pt x="2080" y="1734"/>
                  </a:lnTo>
                  <a:cubicBezTo>
                    <a:pt x="2080" y="1923"/>
                    <a:pt x="2237" y="2080"/>
                    <a:pt x="2426" y="2080"/>
                  </a:cubicBezTo>
                  <a:cubicBezTo>
                    <a:pt x="2647" y="2080"/>
                    <a:pt x="2804" y="1923"/>
                    <a:pt x="2804" y="1734"/>
                  </a:cubicBezTo>
                  <a:lnTo>
                    <a:pt x="2804" y="347"/>
                  </a:lnTo>
                  <a:cubicBezTo>
                    <a:pt x="2804" y="158"/>
                    <a:pt x="2647" y="1"/>
                    <a:pt x="242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33"/>
            <p:cNvSpPr/>
            <p:nvPr/>
          </p:nvSpPr>
          <p:spPr>
            <a:xfrm>
              <a:off x="-27502000" y="2084450"/>
              <a:ext cx="17350" cy="17350"/>
            </a:xfrm>
            <a:custGeom>
              <a:rect b="b" l="l" r="r" t="t"/>
              <a:pathLst>
                <a:path extrusionOk="0" h="694" w="694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7" name="Google Shape;387;p33"/>
          <p:cNvSpPr txBox="1"/>
          <p:nvPr>
            <p:ph type="ctrTitle"/>
          </p:nvPr>
        </p:nvSpPr>
        <p:spPr>
          <a:xfrm>
            <a:off x="4632525" y="1542925"/>
            <a:ext cx="4238700" cy="1449300"/>
          </a:xfrm>
          <a:prstGeom prst="rect">
            <a:avLst/>
          </a:prstGeom>
          <a:solidFill>
            <a:srgbClr val="76A5AF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02124"/>
                </a:solidFill>
              </a:rPr>
              <a:t>  </a:t>
            </a:r>
            <a:r>
              <a:rPr lang="en" sz="2100">
                <a:solidFill>
                  <a:schemeClr val="accent6"/>
                </a:solidFill>
              </a:rPr>
              <a:t> </a:t>
            </a:r>
            <a:r>
              <a:rPr lang="en" sz="2300">
                <a:solidFill>
                  <a:schemeClr val="accent6"/>
                </a:solidFill>
              </a:rPr>
              <a:t> </a:t>
            </a:r>
            <a:r>
              <a:rPr b="1" lang="en" sz="2100">
                <a:solidFill>
                  <a:schemeClr val="accent6"/>
                </a:solidFill>
              </a:rPr>
              <a:t>PROBLEM  MAGNITUDE </a:t>
            </a:r>
            <a:endParaRPr b="1" sz="2100">
              <a:solidFill>
                <a:schemeClr val="accent6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Mulish"/>
              <a:buChar char="-"/>
            </a:pPr>
            <a:r>
              <a:rPr lang="en" sz="1500">
                <a:solidFill>
                  <a:schemeClr val="accent6"/>
                </a:solidFill>
                <a:latin typeface="Mulish"/>
                <a:ea typeface="Mulish"/>
                <a:cs typeface="Mulish"/>
                <a:sym typeface="Mulish"/>
              </a:rPr>
              <a:t>In 2021, reported violations involving water treatment rules were responsible for exceeding health-based standards for 15.6 million people</a:t>
            </a:r>
            <a:endParaRPr sz="2000">
              <a:solidFill>
                <a:schemeClr val="accent6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388" name="Google Shape;388;p33"/>
          <p:cNvSpPr txBox="1"/>
          <p:nvPr/>
        </p:nvSpPr>
        <p:spPr>
          <a:xfrm>
            <a:off x="1898600" y="1141750"/>
            <a:ext cx="2445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rPr>
              <a:t>6</a:t>
            </a:r>
            <a:endParaRPr sz="900">
              <a:solidFill>
                <a:schemeClr val="dk1"/>
              </a:solidFill>
              <a:latin typeface="Mulish Medium"/>
              <a:ea typeface="Mulish Medium"/>
              <a:cs typeface="Mulish Medium"/>
              <a:sym typeface="Mulish Medium"/>
            </a:endParaRPr>
          </a:p>
        </p:txBody>
      </p:sp>
      <p:sp>
        <p:nvSpPr>
          <p:cNvPr id="389" name="Google Shape;389;p33"/>
          <p:cNvSpPr txBox="1"/>
          <p:nvPr/>
        </p:nvSpPr>
        <p:spPr>
          <a:xfrm>
            <a:off x="8800325" y="1175350"/>
            <a:ext cx="2445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rPr>
              <a:t>7</a:t>
            </a:r>
            <a:endParaRPr sz="900">
              <a:solidFill>
                <a:schemeClr val="dk1"/>
              </a:solidFill>
              <a:latin typeface="Mulish Medium"/>
              <a:ea typeface="Mulish Medium"/>
              <a:cs typeface="Mulish Medium"/>
              <a:sym typeface="Mulish Medium"/>
            </a:endParaRPr>
          </a:p>
        </p:txBody>
      </p:sp>
      <p:pic>
        <p:nvPicPr>
          <p:cNvPr id="390" name="Google Shape;39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975" y="38775"/>
            <a:ext cx="2086811" cy="144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07750" y="126850"/>
            <a:ext cx="2263474" cy="1273201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33"/>
          <p:cNvSpPr txBox="1"/>
          <p:nvPr/>
        </p:nvSpPr>
        <p:spPr>
          <a:xfrm>
            <a:off x="6913175" y="4854700"/>
            <a:ext cx="3052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rPr>
              <a:t>Slide by Patrick Okimi</a:t>
            </a:r>
            <a:endParaRPr sz="1200">
              <a:solidFill>
                <a:schemeClr val="dk1"/>
              </a:solidFill>
              <a:latin typeface="Mulish Medium"/>
              <a:ea typeface="Mulish Medium"/>
              <a:cs typeface="Mulish Medium"/>
              <a:sym typeface="Mulish Medium"/>
            </a:endParaRPr>
          </a:p>
        </p:txBody>
      </p:sp>
      <p:sp>
        <p:nvSpPr>
          <p:cNvPr id="393" name="Google Shape;393;p33"/>
          <p:cNvSpPr txBox="1"/>
          <p:nvPr>
            <p:ph idx="12" type="sldNum"/>
          </p:nvPr>
        </p:nvSpPr>
        <p:spPr>
          <a:xfrm>
            <a:off x="8595309" y="474990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4"/>
          <p:cNvSpPr txBox="1"/>
          <p:nvPr>
            <p:ph type="ctrTitle"/>
          </p:nvPr>
        </p:nvSpPr>
        <p:spPr>
          <a:xfrm>
            <a:off x="2576950" y="64300"/>
            <a:ext cx="3809100" cy="187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Architecture</a:t>
            </a:r>
            <a:endParaRPr/>
          </a:p>
        </p:txBody>
      </p:sp>
      <p:graphicFrame>
        <p:nvGraphicFramePr>
          <p:cNvPr id="399" name="Google Shape;399;p34"/>
          <p:cNvGraphicFramePr/>
          <p:nvPr/>
        </p:nvGraphicFramePr>
        <p:xfrm>
          <a:off x="426538" y="1266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{1F92D6F9-52BE-45FE-B0F8-1D564A04111B}</a:tableStyleId>
              </a:tblPr>
              <a:tblGrid>
                <a:gridCol w="1535850"/>
                <a:gridCol w="6510075"/>
              </a:tblGrid>
              <a:tr h="396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0" marB="0" marR="63500" marL="635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Description</a:t>
                      </a:r>
                      <a:endParaRPr b="1" sz="2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0" marB="0" marR="63500" marL="635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2F3"/>
                    </a:solidFill>
                  </a:tcPr>
                </a:tc>
              </a:tr>
              <a:tr h="743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Form</a:t>
                      </a:r>
                      <a:endParaRPr b="1" sz="2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0" marB="0" marR="63500" marL="635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Blockchain network composed of smart sensors that feed into automated contracts </a:t>
                      </a:r>
                      <a:endParaRPr sz="15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0" marB="0" marR="63500" marL="635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3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Fit</a:t>
                      </a:r>
                      <a:endParaRPr b="1" sz="2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0" marB="0" marR="63500" marL="635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Sensors </a:t>
                      </a:r>
                      <a:r>
                        <a:rPr lang="en" sz="15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integrated</a:t>
                      </a:r>
                      <a:r>
                        <a:rPr lang="en" sz="15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 along process flows in community water supply systems. Computers hosted at data centers with d</a:t>
                      </a:r>
                      <a:r>
                        <a:rPr lang="en" sz="15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ata analytics module tools to analyze blockchain-stored data.</a:t>
                      </a:r>
                      <a:endParaRPr sz="15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0" marB="0" marR="63500" marL="635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3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Function </a:t>
                      </a:r>
                      <a:endParaRPr b="1" sz="2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0" marB="0" marR="63500" marL="635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IOT integrated sensors will monitor water </a:t>
                      </a:r>
                      <a:r>
                        <a:rPr lang="en" sz="15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supply</a:t>
                      </a:r>
                      <a:r>
                        <a:rPr lang="en" sz="15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 data such as quality, pipe </a:t>
                      </a:r>
                      <a:r>
                        <a:rPr lang="en" sz="15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pressure, and water usage on the blockchain network where the data is accessible to all stakeholders </a:t>
                      </a:r>
                      <a:endParaRPr sz="15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0" marB="0" marR="63500" marL="635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400" name="Google Shape;40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90788" y="-1212"/>
            <a:ext cx="1380200" cy="138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1250" y="64300"/>
            <a:ext cx="1249176" cy="1249176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34"/>
          <p:cNvSpPr txBox="1"/>
          <p:nvPr/>
        </p:nvSpPr>
        <p:spPr>
          <a:xfrm>
            <a:off x="6790800" y="4826750"/>
            <a:ext cx="3052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rPr>
              <a:t>Slide by Patrick Okimi</a:t>
            </a:r>
            <a:endParaRPr sz="1200">
              <a:solidFill>
                <a:schemeClr val="dk1"/>
              </a:solidFill>
              <a:latin typeface="Mulish Medium"/>
              <a:ea typeface="Mulish Medium"/>
              <a:cs typeface="Mulish Medium"/>
              <a:sym typeface="Mulish Medium"/>
            </a:endParaRPr>
          </a:p>
        </p:txBody>
      </p:sp>
      <p:sp>
        <p:nvSpPr>
          <p:cNvPr id="403" name="Google Shape;403;p34"/>
          <p:cNvSpPr txBox="1"/>
          <p:nvPr>
            <p:ph idx="12" type="sldNum"/>
          </p:nvPr>
        </p:nvSpPr>
        <p:spPr>
          <a:xfrm>
            <a:off x="8661559" y="474990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4" name="Google Shape;404;p34"/>
          <p:cNvSpPr txBox="1"/>
          <p:nvPr/>
        </p:nvSpPr>
        <p:spPr>
          <a:xfrm>
            <a:off x="474175" y="4091500"/>
            <a:ext cx="2034600" cy="8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  <a:latin typeface="Mulish"/>
                <a:ea typeface="Mulish"/>
                <a:cs typeface="Mulish"/>
                <a:sym typeface="Mulish"/>
              </a:rPr>
              <a:t>Input</a:t>
            </a:r>
            <a:endParaRPr b="1">
              <a:solidFill>
                <a:schemeClr val="accent1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Community water supply systems </a:t>
            </a:r>
            <a:endParaRPr b="1" sz="12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405" name="Google Shape;405;p34"/>
          <p:cNvSpPr txBox="1"/>
          <p:nvPr/>
        </p:nvSpPr>
        <p:spPr>
          <a:xfrm>
            <a:off x="3429375" y="4019950"/>
            <a:ext cx="2034600" cy="10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  <a:latin typeface="Mulish"/>
                <a:ea typeface="Mulish"/>
                <a:cs typeface="Mulish"/>
                <a:sym typeface="Mulish"/>
              </a:rPr>
              <a:t>Process</a:t>
            </a:r>
            <a:endParaRPr b="1" sz="12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Sensors collect water data and send data to be analyzed within blockchain network</a:t>
            </a:r>
            <a:endParaRPr b="1" sz="12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406" name="Google Shape;406;p34"/>
          <p:cNvSpPr txBox="1"/>
          <p:nvPr/>
        </p:nvSpPr>
        <p:spPr>
          <a:xfrm>
            <a:off x="6246975" y="4054000"/>
            <a:ext cx="2034600" cy="9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  <a:latin typeface="Mulish"/>
                <a:ea typeface="Mulish"/>
                <a:cs typeface="Mulish"/>
                <a:sym typeface="Mulish"/>
              </a:rPr>
              <a:t>Output</a:t>
            </a:r>
            <a:endParaRPr b="1" sz="12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Water quality and supply issue resolvements </a:t>
            </a:r>
            <a:endParaRPr b="1" sz="12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407" name="Google Shape;407;p34"/>
          <p:cNvSpPr/>
          <p:nvPr/>
        </p:nvSpPr>
        <p:spPr>
          <a:xfrm>
            <a:off x="2508775" y="4442050"/>
            <a:ext cx="783000" cy="195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ulish Medium"/>
              <a:ea typeface="Mulish Medium"/>
              <a:cs typeface="Mulish Medium"/>
              <a:sym typeface="Mulish Medium"/>
            </a:endParaRPr>
          </a:p>
        </p:txBody>
      </p:sp>
      <p:sp>
        <p:nvSpPr>
          <p:cNvPr id="408" name="Google Shape;408;p34"/>
          <p:cNvSpPr/>
          <p:nvPr/>
        </p:nvSpPr>
        <p:spPr>
          <a:xfrm>
            <a:off x="5463975" y="4442050"/>
            <a:ext cx="783000" cy="195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ulish Medium"/>
              <a:ea typeface="Mulish Medium"/>
              <a:cs typeface="Mulish Medium"/>
              <a:sym typeface="Mulish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3" name="Google Shape;413;p35"/>
          <p:cNvPicPr preferRelativeResize="0"/>
          <p:nvPr/>
        </p:nvPicPr>
        <p:blipFill rotWithShape="1">
          <a:blip r:embed="rId3">
            <a:alphaModFix amt="39000"/>
          </a:blip>
          <a:srcRect b="-623" l="13593" r="-617" t="0"/>
          <a:stretch/>
        </p:blipFill>
        <p:spPr>
          <a:xfrm>
            <a:off x="0" y="-31950"/>
            <a:ext cx="9274300" cy="5175450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35"/>
          <p:cNvSpPr txBox="1"/>
          <p:nvPr/>
        </p:nvSpPr>
        <p:spPr>
          <a:xfrm>
            <a:off x="513250" y="1620350"/>
            <a:ext cx="626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ulish Medium"/>
              <a:ea typeface="Mulish Medium"/>
              <a:cs typeface="Mulish Medium"/>
              <a:sym typeface="Mulish Medium"/>
            </a:endParaRPr>
          </a:p>
        </p:txBody>
      </p:sp>
      <p:sp>
        <p:nvSpPr>
          <p:cNvPr id="415" name="Google Shape;415;p35"/>
          <p:cNvSpPr txBox="1"/>
          <p:nvPr/>
        </p:nvSpPr>
        <p:spPr>
          <a:xfrm>
            <a:off x="337100" y="1250525"/>
            <a:ext cx="8147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416" name="Google Shape;416;p35"/>
          <p:cNvSpPr txBox="1"/>
          <p:nvPr/>
        </p:nvSpPr>
        <p:spPr>
          <a:xfrm>
            <a:off x="2078425" y="58700"/>
            <a:ext cx="4067100" cy="12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Infrastructure </a:t>
            </a:r>
            <a:endParaRPr sz="1200">
              <a:solidFill>
                <a:schemeClr val="dk1"/>
              </a:solidFill>
              <a:latin typeface="Mulish Medium"/>
              <a:ea typeface="Mulish Medium"/>
              <a:cs typeface="Mulish Medium"/>
              <a:sym typeface="Mulish Medium"/>
            </a:endParaRPr>
          </a:p>
        </p:txBody>
      </p:sp>
      <p:sp>
        <p:nvSpPr>
          <p:cNvPr id="417" name="Google Shape;417;p35"/>
          <p:cNvSpPr txBox="1"/>
          <p:nvPr/>
        </p:nvSpPr>
        <p:spPr>
          <a:xfrm>
            <a:off x="971550" y="941000"/>
            <a:ext cx="2895000" cy="15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325D79"/>
                </a:solidFill>
                <a:latin typeface="Oswald"/>
                <a:ea typeface="Oswald"/>
                <a:cs typeface="Oswald"/>
                <a:sym typeface="Oswald"/>
              </a:rPr>
              <a:t>Hardware </a:t>
            </a:r>
            <a:endParaRPr b="1" sz="1600">
              <a:solidFill>
                <a:srgbClr val="325D79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IOT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Sensors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Computers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 </a:t>
            </a:r>
            <a:endParaRPr sz="1600"/>
          </a:p>
        </p:txBody>
      </p:sp>
      <p:sp>
        <p:nvSpPr>
          <p:cNvPr id="418" name="Google Shape;418;p35"/>
          <p:cNvSpPr txBox="1"/>
          <p:nvPr/>
        </p:nvSpPr>
        <p:spPr>
          <a:xfrm>
            <a:off x="971550" y="2300900"/>
            <a:ext cx="2487600" cy="14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325D79"/>
                </a:solidFill>
                <a:latin typeface="Oswald"/>
                <a:ea typeface="Oswald"/>
                <a:cs typeface="Oswald"/>
                <a:sym typeface="Oswald"/>
              </a:rPr>
              <a:t>Software </a:t>
            </a:r>
            <a:endParaRPr b="1" sz="1100">
              <a:solidFill>
                <a:srgbClr val="325D7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Blockchain 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Platform data analytics 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User interface (UI)</a:t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 </a:t>
            </a:r>
            <a:endParaRPr sz="1600"/>
          </a:p>
        </p:txBody>
      </p:sp>
      <p:sp>
        <p:nvSpPr>
          <p:cNvPr id="419" name="Google Shape;419;p35"/>
          <p:cNvSpPr txBox="1"/>
          <p:nvPr/>
        </p:nvSpPr>
        <p:spPr>
          <a:xfrm>
            <a:off x="971550" y="3688500"/>
            <a:ext cx="2819700" cy="14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325D79"/>
                </a:solidFill>
                <a:latin typeface="Oswald"/>
                <a:ea typeface="Oswald"/>
                <a:cs typeface="Oswald"/>
                <a:sym typeface="Oswald"/>
              </a:rPr>
              <a:t>Documentation</a:t>
            </a:r>
            <a:endParaRPr b="1" sz="1600">
              <a:solidFill>
                <a:srgbClr val="869FB2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System set up guides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Stakeholder usage guides 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Smart contract definitions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Data interpretations 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 </a:t>
            </a:r>
            <a:endParaRPr sz="1600"/>
          </a:p>
        </p:txBody>
      </p:sp>
      <p:sp>
        <p:nvSpPr>
          <p:cNvPr id="420" name="Google Shape;420;p35"/>
          <p:cNvSpPr txBox="1"/>
          <p:nvPr/>
        </p:nvSpPr>
        <p:spPr>
          <a:xfrm>
            <a:off x="5996600" y="1087175"/>
            <a:ext cx="3093600" cy="10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325D79"/>
                </a:solidFill>
                <a:latin typeface="Oswald"/>
                <a:ea typeface="Oswald"/>
                <a:cs typeface="Oswald"/>
                <a:sym typeface="Oswald"/>
              </a:rPr>
              <a:t>People</a:t>
            </a:r>
            <a:endParaRPr b="1" sz="1600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Blockchain developers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Data Analysts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Project managers 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Water </a:t>
            </a:r>
            <a:r>
              <a:rPr lang="en" sz="1300"/>
              <a:t>management</a:t>
            </a:r>
            <a:r>
              <a:rPr lang="en" sz="1300"/>
              <a:t> </a:t>
            </a:r>
            <a:r>
              <a:rPr lang="en" sz="1300"/>
              <a:t>personnel</a:t>
            </a:r>
            <a:endParaRPr sz="1300"/>
          </a:p>
        </p:txBody>
      </p:sp>
      <p:sp>
        <p:nvSpPr>
          <p:cNvPr id="421" name="Google Shape;421;p35"/>
          <p:cNvSpPr txBox="1"/>
          <p:nvPr/>
        </p:nvSpPr>
        <p:spPr>
          <a:xfrm>
            <a:off x="5917700" y="2211813"/>
            <a:ext cx="2895000" cy="16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325D79"/>
                </a:solidFill>
                <a:latin typeface="Oswald"/>
                <a:ea typeface="Oswald"/>
                <a:cs typeface="Oswald"/>
                <a:sym typeface="Oswald"/>
              </a:rPr>
              <a:t>Tooling</a:t>
            </a:r>
            <a:r>
              <a:rPr b="1" lang="en" sz="1600"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b="1" lang="en" sz="1600">
                <a:solidFill>
                  <a:srgbClr val="325D79"/>
                </a:solidFill>
                <a:latin typeface="Oswald"/>
                <a:ea typeface="Oswald"/>
                <a:cs typeface="Oswald"/>
                <a:sym typeface="Oswald"/>
              </a:rPr>
              <a:t>&amp;</a:t>
            </a:r>
            <a:r>
              <a:rPr b="1" lang="en" sz="1600"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b="1" lang="en" sz="1600">
                <a:solidFill>
                  <a:srgbClr val="325D79"/>
                </a:solidFill>
                <a:latin typeface="Oswald"/>
                <a:ea typeface="Oswald"/>
                <a:cs typeface="Oswald"/>
                <a:sym typeface="Oswald"/>
              </a:rPr>
              <a:t>Equipment</a:t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IOT device development kits 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Blockchain development environments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 </a:t>
            </a:r>
            <a:endParaRPr sz="1600"/>
          </a:p>
        </p:txBody>
      </p:sp>
      <p:sp>
        <p:nvSpPr>
          <p:cNvPr id="422" name="Google Shape;422;p35"/>
          <p:cNvSpPr txBox="1"/>
          <p:nvPr/>
        </p:nvSpPr>
        <p:spPr>
          <a:xfrm>
            <a:off x="5996600" y="3605175"/>
            <a:ext cx="2737200" cy="12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325D79"/>
                </a:solidFill>
                <a:latin typeface="Oswald"/>
                <a:ea typeface="Oswald"/>
                <a:cs typeface="Oswald"/>
                <a:sym typeface="Oswald"/>
              </a:rPr>
              <a:t>Facilities</a:t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Data hosting centers 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Management &amp; monitoring centers 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ulish Medium"/>
              <a:ea typeface="Mulish Medium"/>
              <a:cs typeface="Mulish Medium"/>
              <a:sym typeface="Mulish Medium"/>
            </a:endParaRPr>
          </a:p>
        </p:txBody>
      </p:sp>
      <p:sp>
        <p:nvSpPr>
          <p:cNvPr id="423" name="Google Shape;423;p35"/>
          <p:cNvSpPr/>
          <p:nvPr/>
        </p:nvSpPr>
        <p:spPr>
          <a:xfrm>
            <a:off x="215257" y="1455516"/>
            <a:ext cx="756300" cy="7563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ulish Medium"/>
              <a:ea typeface="Mulish Medium"/>
              <a:cs typeface="Mulish Medium"/>
              <a:sym typeface="Mulish Medium"/>
            </a:endParaRPr>
          </a:p>
        </p:txBody>
      </p:sp>
      <p:sp>
        <p:nvSpPr>
          <p:cNvPr id="424" name="Google Shape;424;p35"/>
          <p:cNvSpPr/>
          <p:nvPr/>
        </p:nvSpPr>
        <p:spPr>
          <a:xfrm>
            <a:off x="5056220" y="1309091"/>
            <a:ext cx="756300" cy="7563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ulish Medium"/>
              <a:ea typeface="Mulish Medium"/>
              <a:cs typeface="Mulish Medium"/>
              <a:sym typeface="Mulish Medium"/>
            </a:endParaRPr>
          </a:p>
        </p:txBody>
      </p:sp>
      <p:sp>
        <p:nvSpPr>
          <p:cNvPr id="425" name="Google Shape;425;p35"/>
          <p:cNvSpPr/>
          <p:nvPr/>
        </p:nvSpPr>
        <p:spPr>
          <a:xfrm>
            <a:off x="5056220" y="2752678"/>
            <a:ext cx="756300" cy="7563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ulish Medium"/>
              <a:ea typeface="Mulish Medium"/>
              <a:cs typeface="Mulish Medium"/>
              <a:sym typeface="Mulish Medium"/>
            </a:endParaRPr>
          </a:p>
        </p:txBody>
      </p:sp>
      <p:sp>
        <p:nvSpPr>
          <p:cNvPr id="426" name="Google Shape;426;p35"/>
          <p:cNvSpPr/>
          <p:nvPr/>
        </p:nvSpPr>
        <p:spPr>
          <a:xfrm>
            <a:off x="192923" y="2777815"/>
            <a:ext cx="756300" cy="7563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ulish Medium"/>
              <a:ea typeface="Mulish Medium"/>
              <a:cs typeface="Mulish Medium"/>
              <a:sym typeface="Mulish Medium"/>
            </a:endParaRPr>
          </a:p>
        </p:txBody>
      </p:sp>
      <p:sp>
        <p:nvSpPr>
          <p:cNvPr id="427" name="Google Shape;427;p35"/>
          <p:cNvSpPr/>
          <p:nvPr/>
        </p:nvSpPr>
        <p:spPr>
          <a:xfrm>
            <a:off x="215245" y="4100116"/>
            <a:ext cx="756300" cy="7563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ulish Medium"/>
              <a:ea typeface="Mulish Medium"/>
              <a:cs typeface="Mulish Medium"/>
              <a:sym typeface="Mulish Medium"/>
            </a:endParaRPr>
          </a:p>
        </p:txBody>
      </p:sp>
      <p:sp>
        <p:nvSpPr>
          <p:cNvPr id="428" name="Google Shape;428;p35"/>
          <p:cNvSpPr/>
          <p:nvPr/>
        </p:nvSpPr>
        <p:spPr>
          <a:xfrm>
            <a:off x="5056232" y="4196241"/>
            <a:ext cx="756300" cy="7563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ulish Medium"/>
              <a:ea typeface="Mulish Medium"/>
              <a:cs typeface="Mulish Medium"/>
              <a:sym typeface="Mulish Medium"/>
            </a:endParaRPr>
          </a:p>
        </p:txBody>
      </p:sp>
      <p:sp>
        <p:nvSpPr>
          <p:cNvPr id="429" name="Google Shape;429;p35"/>
          <p:cNvSpPr/>
          <p:nvPr/>
        </p:nvSpPr>
        <p:spPr>
          <a:xfrm>
            <a:off x="415179" y="1656412"/>
            <a:ext cx="356438" cy="354527"/>
          </a:xfrm>
          <a:custGeom>
            <a:rect b="b" l="l" r="r" t="t"/>
            <a:pathLst>
              <a:path extrusionOk="0" h="11689" w="11752">
                <a:moveTo>
                  <a:pt x="5860" y="662"/>
                </a:moveTo>
                <a:cubicBezTo>
                  <a:pt x="6427" y="662"/>
                  <a:pt x="6900" y="1135"/>
                  <a:pt x="6900" y="1670"/>
                </a:cubicBezTo>
                <a:cubicBezTo>
                  <a:pt x="6900" y="2238"/>
                  <a:pt x="6427" y="2710"/>
                  <a:pt x="5860" y="2710"/>
                </a:cubicBezTo>
                <a:cubicBezTo>
                  <a:pt x="5293" y="2710"/>
                  <a:pt x="4821" y="2238"/>
                  <a:pt x="4821" y="1670"/>
                </a:cubicBezTo>
                <a:cubicBezTo>
                  <a:pt x="4821" y="1135"/>
                  <a:pt x="5293" y="662"/>
                  <a:pt x="5860" y="662"/>
                </a:cubicBezTo>
                <a:close/>
                <a:moveTo>
                  <a:pt x="5860" y="3372"/>
                </a:moveTo>
                <a:cubicBezTo>
                  <a:pt x="7058" y="3403"/>
                  <a:pt x="8034" y="4317"/>
                  <a:pt x="8223" y="5451"/>
                </a:cubicBezTo>
                <a:lnTo>
                  <a:pt x="3466" y="5451"/>
                </a:lnTo>
                <a:cubicBezTo>
                  <a:pt x="3624" y="4285"/>
                  <a:pt x="4663" y="3372"/>
                  <a:pt x="5860" y="3372"/>
                </a:cubicBezTo>
                <a:close/>
                <a:moveTo>
                  <a:pt x="9420" y="7562"/>
                </a:moveTo>
                <a:cubicBezTo>
                  <a:pt x="9956" y="7562"/>
                  <a:pt x="10429" y="7814"/>
                  <a:pt x="10744" y="8223"/>
                </a:cubicBezTo>
                <a:lnTo>
                  <a:pt x="10082" y="8223"/>
                </a:lnTo>
                <a:cubicBezTo>
                  <a:pt x="9546" y="8223"/>
                  <a:pt x="9074" y="8696"/>
                  <a:pt x="9074" y="9232"/>
                </a:cubicBezTo>
                <a:cubicBezTo>
                  <a:pt x="9074" y="9799"/>
                  <a:pt x="9546" y="10271"/>
                  <a:pt x="10082" y="10271"/>
                </a:cubicBezTo>
                <a:lnTo>
                  <a:pt x="10744" y="10271"/>
                </a:lnTo>
                <a:cubicBezTo>
                  <a:pt x="10429" y="10712"/>
                  <a:pt x="9925" y="10933"/>
                  <a:pt x="9420" y="10933"/>
                </a:cubicBezTo>
                <a:cubicBezTo>
                  <a:pt x="8696" y="10933"/>
                  <a:pt x="8034" y="10460"/>
                  <a:pt x="7814" y="9799"/>
                </a:cubicBezTo>
                <a:cubicBezTo>
                  <a:pt x="7751" y="9673"/>
                  <a:pt x="7593" y="9547"/>
                  <a:pt x="7499" y="9547"/>
                </a:cubicBezTo>
                <a:lnTo>
                  <a:pt x="4222" y="9547"/>
                </a:lnTo>
                <a:cubicBezTo>
                  <a:pt x="4065" y="9547"/>
                  <a:pt x="3939" y="9641"/>
                  <a:pt x="3907" y="9799"/>
                </a:cubicBezTo>
                <a:cubicBezTo>
                  <a:pt x="3655" y="10460"/>
                  <a:pt x="2993" y="10933"/>
                  <a:pt x="2300" y="10933"/>
                </a:cubicBezTo>
                <a:cubicBezTo>
                  <a:pt x="1733" y="10933"/>
                  <a:pt x="1261" y="10649"/>
                  <a:pt x="914" y="10271"/>
                </a:cubicBezTo>
                <a:lnTo>
                  <a:pt x="1576" y="10271"/>
                </a:lnTo>
                <a:cubicBezTo>
                  <a:pt x="2143" y="10271"/>
                  <a:pt x="2615" y="9799"/>
                  <a:pt x="2615" y="9232"/>
                </a:cubicBezTo>
                <a:cubicBezTo>
                  <a:pt x="2615" y="8696"/>
                  <a:pt x="2143" y="8223"/>
                  <a:pt x="1576" y="8223"/>
                </a:cubicBezTo>
                <a:lnTo>
                  <a:pt x="914" y="8223"/>
                </a:lnTo>
                <a:cubicBezTo>
                  <a:pt x="1229" y="7782"/>
                  <a:pt x="1733" y="7562"/>
                  <a:pt x="2300" y="7562"/>
                </a:cubicBezTo>
                <a:cubicBezTo>
                  <a:pt x="2993" y="7562"/>
                  <a:pt x="3655" y="8034"/>
                  <a:pt x="3907" y="8696"/>
                </a:cubicBezTo>
                <a:cubicBezTo>
                  <a:pt x="3939" y="8822"/>
                  <a:pt x="4096" y="8917"/>
                  <a:pt x="4222" y="8917"/>
                </a:cubicBezTo>
                <a:lnTo>
                  <a:pt x="7499" y="8917"/>
                </a:lnTo>
                <a:cubicBezTo>
                  <a:pt x="7656" y="8917"/>
                  <a:pt x="7751" y="8854"/>
                  <a:pt x="7814" y="8696"/>
                </a:cubicBezTo>
                <a:cubicBezTo>
                  <a:pt x="8034" y="8034"/>
                  <a:pt x="8727" y="7562"/>
                  <a:pt x="9420" y="7562"/>
                </a:cubicBezTo>
                <a:close/>
                <a:moveTo>
                  <a:pt x="5860" y="1"/>
                </a:moveTo>
                <a:cubicBezTo>
                  <a:pt x="4915" y="1"/>
                  <a:pt x="4128" y="725"/>
                  <a:pt x="4128" y="1670"/>
                </a:cubicBezTo>
                <a:cubicBezTo>
                  <a:pt x="4128" y="2143"/>
                  <a:pt x="4348" y="2584"/>
                  <a:pt x="4663" y="2899"/>
                </a:cubicBezTo>
                <a:lnTo>
                  <a:pt x="4695" y="2931"/>
                </a:lnTo>
                <a:cubicBezTo>
                  <a:pt x="3592" y="3372"/>
                  <a:pt x="2773" y="4474"/>
                  <a:pt x="2773" y="5829"/>
                </a:cubicBezTo>
                <a:cubicBezTo>
                  <a:pt x="2773" y="6018"/>
                  <a:pt x="2930" y="6176"/>
                  <a:pt x="3119" y="6176"/>
                </a:cubicBezTo>
                <a:lnTo>
                  <a:pt x="5514" y="6176"/>
                </a:lnTo>
                <a:lnTo>
                  <a:pt x="5514" y="8255"/>
                </a:lnTo>
                <a:lnTo>
                  <a:pt x="4443" y="8255"/>
                </a:lnTo>
                <a:cubicBezTo>
                  <a:pt x="4065" y="7436"/>
                  <a:pt x="3245" y="6869"/>
                  <a:pt x="2300" y="6869"/>
                </a:cubicBezTo>
                <a:cubicBezTo>
                  <a:pt x="1261" y="6869"/>
                  <a:pt x="410" y="7499"/>
                  <a:pt x="32" y="8444"/>
                </a:cubicBezTo>
                <a:cubicBezTo>
                  <a:pt x="0" y="8570"/>
                  <a:pt x="0" y="8696"/>
                  <a:pt x="95" y="8759"/>
                </a:cubicBezTo>
                <a:cubicBezTo>
                  <a:pt x="158" y="8854"/>
                  <a:pt x="253" y="8917"/>
                  <a:pt x="347" y="8917"/>
                </a:cubicBezTo>
                <a:lnTo>
                  <a:pt x="1607" y="8917"/>
                </a:lnTo>
                <a:cubicBezTo>
                  <a:pt x="1828" y="8917"/>
                  <a:pt x="1985" y="9074"/>
                  <a:pt x="1985" y="9295"/>
                </a:cubicBezTo>
                <a:cubicBezTo>
                  <a:pt x="1985" y="9484"/>
                  <a:pt x="1828" y="9641"/>
                  <a:pt x="1607" y="9641"/>
                </a:cubicBezTo>
                <a:lnTo>
                  <a:pt x="347" y="9641"/>
                </a:lnTo>
                <a:cubicBezTo>
                  <a:pt x="253" y="9641"/>
                  <a:pt x="158" y="9673"/>
                  <a:pt x="95" y="9799"/>
                </a:cubicBezTo>
                <a:cubicBezTo>
                  <a:pt x="0" y="9862"/>
                  <a:pt x="0" y="9988"/>
                  <a:pt x="32" y="10114"/>
                </a:cubicBezTo>
                <a:cubicBezTo>
                  <a:pt x="410" y="11059"/>
                  <a:pt x="1292" y="11689"/>
                  <a:pt x="2300" y="11689"/>
                </a:cubicBezTo>
                <a:cubicBezTo>
                  <a:pt x="3182" y="11689"/>
                  <a:pt x="4065" y="11122"/>
                  <a:pt x="4443" y="10303"/>
                </a:cubicBezTo>
                <a:lnTo>
                  <a:pt x="7278" y="10303"/>
                </a:lnTo>
                <a:cubicBezTo>
                  <a:pt x="7688" y="11122"/>
                  <a:pt x="8507" y="11689"/>
                  <a:pt x="9452" y="11689"/>
                </a:cubicBezTo>
                <a:cubicBezTo>
                  <a:pt x="10492" y="11689"/>
                  <a:pt x="11342" y="11059"/>
                  <a:pt x="11689" y="10114"/>
                </a:cubicBezTo>
                <a:cubicBezTo>
                  <a:pt x="11752" y="9988"/>
                  <a:pt x="11752" y="9862"/>
                  <a:pt x="11657" y="9799"/>
                </a:cubicBezTo>
                <a:cubicBezTo>
                  <a:pt x="11594" y="9704"/>
                  <a:pt x="11500" y="9641"/>
                  <a:pt x="11374" y="9641"/>
                </a:cubicBezTo>
                <a:lnTo>
                  <a:pt x="10114" y="9641"/>
                </a:lnTo>
                <a:cubicBezTo>
                  <a:pt x="9925" y="9641"/>
                  <a:pt x="9767" y="9484"/>
                  <a:pt x="9767" y="9295"/>
                </a:cubicBezTo>
                <a:cubicBezTo>
                  <a:pt x="9767" y="9074"/>
                  <a:pt x="9925" y="8917"/>
                  <a:pt x="10114" y="8917"/>
                </a:cubicBezTo>
                <a:lnTo>
                  <a:pt x="11374" y="8917"/>
                </a:lnTo>
                <a:cubicBezTo>
                  <a:pt x="11500" y="8917"/>
                  <a:pt x="11594" y="8885"/>
                  <a:pt x="11657" y="8759"/>
                </a:cubicBezTo>
                <a:cubicBezTo>
                  <a:pt x="11752" y="8696"/>
                  <a:pt x="11752" y="8570"/>
                  <a:pt x="11689" y="8444"/>
                </a:cubicBezTo>
                <a:cubicBezTo>
                  <a:pt x="11342" y="7499"/>
                  <a:pt x="10429" y="6869"/>
                  <a:pt x="9452" y="6869"/>
                </a:cubicBezTo>
                <a:cubicBezTo>
                  <a:pt x="8538" y="6869"/>
                  <a:pt x="7688" y="7436"/>
                  <a:pt x="7278" y="8255"/>
                </a:cubicBezTo>
                <a:lnTo>
                  <a:pt x="6238" y="8255"/>
                </a:lnTo>
                <a:lnTo>
                  <a:pt x="6238" y="6176"/>
                </a:lnTo>
                <a:lnTo>
                  <a:pt x="8633" y="6176"/>
                </a:lnTo>
                <a:cubicBezTo>
                  <a:pt x="8822" y="6176"/>
                  <a:pt x="8979" y="6018"/>
                  <a:pt x="8979" y="5829"/>
                </a:cubicBezTo>
                <a:cubicBezTo>
                  <a:pt x="8979" y="4506"/>
                  <a:pt x="8192" y="3403"/>
                  <a:pt x="7058" y="2931"/>
                </a:cubicBezTo>
                <a:cubicBezTo>
                  <a:pt x="7341" y="2616"/>
                  <a:pt x="7562" y="2175"/>
                  <a:pt x="7562" y="1670"/>
                </a:cubicBezTo>
                <a:cubicBezTo>
                  <a:pt x="7562" y="725"/>
                  <a:pt x="6806" y="1"/>
                  <a:pt x="586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35"/>
          <p:cNvSpPr/>
          <p:nvPr/>
        </p:nvSpPr>
        <p:spPr>
          <a:xfrm>
            <a:off x="392850" y="2929500"/>
            <a:ext cx="356455" cy="454837"/>
          </a:xfrm>
          <a:custGeom>
            <a:rect b="b" l="l" r="r" t="t"/>
            <a:pathLst>
              <a:path extrusionOk="0" h="19326" w="15853">
                <a:moveTo>
                  <a:pt x="9627" y="1133"/>
                </a:moveTo>
                <a:cubicBezTo>
                  <a:pt x="9938" y="1133"/>
                  <a:pt x="10191" y="1387"/>
                  <a:pt x="10191" y="1701"/>
                </a:cubicBezTo>
                <a:lnTo>
                  <a:pt x="10191" y="2265"/>
                </a:lnTo>
                <a:lnTo>
                  <a:pt x="1133" y="2265"/>
                </a:lnTo>
                <a:lnTo>
                  <a:pt x="1133" y="1701"/>
                </a:lnTo>
                <a:cubicBezTo>
                  <a:pt x="1133" y="1387"/>
                  <a:pt x="1387" y="1133"/>
                  <a:pt x="1701" y="1133"/>
                </a:cubicBezTo>
                <a:close/>
                <a:moveTo>
                  <a:pt x="10191" y="3398"/>
                </a:moveTo>
                <a:lnTo>
                  <a:pt x="10191" y="8063"/>
                </a:lnTo>
                <a:cubicBezTo>
                  <a:pt x="10009" y="7998"/>
                  <a:pt x="9817" y="7965"/>
                  <a:pt x="9625" y="7965"/>
                </a:cubicBezTo>
                <a:cubicBezTo>
                  <a:pt x="9434" y="7965"/>
                  <a:pt x="9242" y="7998"/>
                  <a:pt x="9059" y="8063"/>
                </a:cubicBezTo>
                <a:lnTo>
                  <a:pt x="9059" y="6230"/>
                </a:lnTo>
                <a:cubicBezTo>
                  <a:pt x="9059" y="5291"/>
                  <a:pt x="8298" y="4530"/>
                  <a:pt x="7362" y="4530"/>
                </a:cubicBezTo>
                <a:cubicBezTo>
                  <a:pt x="6423" y="4530"/>
                  <a:pt x="5662" y="5291"/>
                  <a:pt x="5662" y="6230"/>
                </a:cubicBezTo>
                <a:lnTo>
                  <a:pt x="5662" y="10285"/>
                </a:lnTo>
                <a:cubicBezTo>
                  <a:pt x="4346" y="10557"/>
                  <a:pt x="3401" y="11716"/>
                  <a:pt x="3398" y="13060"/>
                </a:cubicBezTo>
                <a:lnTo>
                  <a:pt x="3398" y="14231"/>
                </a:lnTo>
                <a:cubicBezTo>
                  <a:pt x="3398" y="14419"/>
                  <a:pt x="3404" y="14609"/>
                  <a:pt x="3413" y="14796"/>
                </a:cubicBezTo>
                <a:lnTo>
                  <a:pt x="1133" y="14796"/>
                </a:lnTo>
                <a:lnTo>
                  <a:pt x="1133" y="3398"/>
                </a:lnTo>
                <a:close/>
                <a:moveTo>
                  <a:pt x="3543" y="15928"/>
                </a:moveTo>
                <a:cubicBezTo>
                  <a:pt x="3606" y="16312"/>
                  <a:pt x="3694" y="16689"/>
                  <a:pt x="3802" y="17061"/>
                </a:cubicBezTo>
                <a:lnTo>
                  <a:pt x="1701" y="17061"/>
                </a:lnTo>
                <a:cubicBezTo>
                  <a:pt x="1387" y="17061"/>
                  <a:pt x="1133" y="16807"/>
                  <a:pt x="1133" y="16496"/>
                </a:cubicBezTo>
                <a:lnTo>
                  <a:pt x="1133" y="15928"/>
                </a:lnTo>
                <a:close/>
                <a:moveTo>
                  <a:pt x="7362" y="5662"/>
                </a:moveTo>
                <a:cubicBezTo>
                  <a:pt x="7673" y="5662"/>
                  <a:pt x="7927" y="5916"/>
                  <a:pt x="7927" y="6230"/>
                </a:cubicBezTo>
                <a:lnTo>
                  <a:pt x="7927" y="11928"/>
                </a:lnTo>
                <a:cubicBezTo>
                  <a:pt x="7927" y="12242"/>
                  <a:pt x="8181" y="12492"/>
                  <a:pt x="8495" y="12492"/>
                </a:cubicBezTo>
                <a:cubicBezTo>
                  <a:pt x="8806" y="12492"/>
                  <a:pt x="9059" y="12242"/>
                  <a:pt x="9059" y="11928"/>
                </a:cubicBezTo>
                <a:lnTo>
                  <a:pt x="9059" y="9663"/>
                </a:lnTo>
                <a:cubicBezTo>
                  <a:pt x="9059" y="9349"/>
                  <a:pt x="9313" y="9098"/>
                  <a:pt x="9627" y="9098"/>
                </a:cubicBezTo>
                <a:cubicBezTo>
                  <a:pt x="9938" y="9098"/>
                  <a:pt x="10191" y="9349"/>
                  <a:pt x="10191" y="9663"/>
                </a:cubicBezTo>
                <a:lnTo>
                  <a:pt x="10191" y="11928"/>
                </a:lnTo>
                <a:cubicBezTo>
                  <a:pt x="10191" y="12242"/>
                  <a:pt x="10445" y="12492"/>
                  <a:pt x="10759" y="12492"/>
                </a:cubicBezTo>
                <a:cubicBezTo>
                  <a:pt x="11070" y="12492"/>
                  <a:pt x="11324" y="12242"/>
                  <a:pt x="11324" y="11928"/>
                </a:cubicBezTo>
                <a:lnTo>
                  <a:pt x="11324" y="10795"/>
                </a:lnTo>
                <a:cubicBezTo>
                  <a:pt x="11324" y="10481"/>
                  <a:pt x="11577" y="10231"/>
                  <a:pt x="11891" y="10231"/>
                </a:cubicBezTo>
                <a:cubicBezTo>
                  <a:pt x="12202" y="10231"/>
                  <a:pt x="12456" y="10481"/>
                  <a:pt x="12456" y="10795"/>
                </a:cubicBezTo>
                <a:lnTo>
                  <a:pt x="12456" y="13060"/>
                </a:lnTo>
                <a:cubicBezTo>
                  <a:pt x="12456" y="13374"/>
                  <a:pt x="12710" y="13625"/>
                  <a:pt x="13024" y="13625"/>
                </a:cubicBezTo>
                <a:cubicBezTo>
                  <a:pt x="13335" y="13625"/>
                  <a:pt x="13588" y="13374"/>
                  <a:pt x="13588" y="13060"/>
                </a:cubicBezTo>
                <a:lnTo>
                  <a:pt x="13588" y="11928"/>
                </a:lnTo>
                <a:cubicBezTo>
                  <a:pt x="13588" y="11614"/>
                  <a:pt x="13842" y="11363"/>
                  <a:pt x="14156" y="11363"/>
                </a:cubicBezTo>
                <a:cubicBezTo>
                  <a:pt x="14467" y="11363"/>
                  <a:pt x="14721" y="11614"/>
                  <a:pt x="14721" y="11928"/>
                </a:cubicBezTo>
                <a:lnTo>
                  <a:pt x="14721" y="14231"/>
                </a:lnTo>
                <a:cubicBezTo>
                  <a:pt x="14718" y="15602"/>
                  <a:pt x="14407" y="16958"/>
                  <a:pt x="13806" y="18193"/>
                </a:cubicBezTo>
                <a:lnTo>
                  <a:pt x="5448" y="18193"/>
                </a:lnTo>
                <a:cubicBezTo>
                  <a:pt x="4844" y="16958"/>
                  <a:pt x="4533" y="15602"/>
                  <a:pt x="4530" y="14231"/>
                </a:cubicBezTo>
                <a:lnTo>
                  <a:pt x="4530" y="13060"/>
                </a:lnTo>
                <a:cubicBezTo>
                  <a:pt x="4530" y="12341"/>
                  <a:pt x="4983" y="11698"/>
                  <a:pt x="5662" y="11460"/>
                </a:cubicBezTo>
                <a:lnTo>
                  <a:pt x="5662" y="14231"/>
                </a:lnTo>
                <a:cubicBezTo>
                  <a:pt x="5662" y="14542"/>
                  <a:pt x="5916" y="14796"/>
                  <a:pt x="6230" y="14796"/>
                </a:cubicBezTo>
                <a:cubicBezTo>
                  <a:pt x="6541" y="14796"/>
                  <a:pt x="6795" y="14542"/>
                  <a:pt x="6795" y="14231"/>
                </a:cubicBezTo>
                <a:lnTo>
                  <a:pt x="6795" y="6230"/>
                </a:lnTo>
                <a:cubicBezTo>
                  <a:pt x="6795" y="5916"/>
                  <a:pt x="7048" y="5662"/>
                  <a:pt x="7362" y="5662"/>
                </a:cubicBezTo>
                <a:close/>
                <a:moveTo>
                  <a:pt x="1701" y="1"/>
                </a:moveTo>
                <a:cubicBezTo>
                  <a:pt x="762" y="1"/>
                  <a:pt x="1" y="762"/>
                  <a:pt x="1" y="1701"/>
                </a:cubicBezTo>
                <a:lnTo>
                  <a:pt x="1" y="16496"/>
                </a:lnTo>
                <a:cubicBezTo>
                  <a:pt x="1" y="17432"/>
                  <a:pt x="762" y="18193"/>
                  <a:pt x="1701" y="18193"/>
                </a:cubicBezTo>
                <a:lnTo>
                  <a:pt x="4204" y="18193"/>
                </a:lnTo>
                <a:cubicBezTo>
                  <a:pt x="4285" y="18389"/>
                  <a:pt x="4376" y="18582"/>
                  <a:pt x="4470" y="18773"/>
                </a:cubicBezTo>
                <a:lnTo>
                  <a:pt x="4590" y="19011"/>
                </a:lnTo>
                <a:cubicBezTo>
                  <a:pt x="4687" y="19204"/>
                  <a:pt x="4880" y="19325"/>
                  <a:pt x="5098" y="19325"/>
                </a:cubicBezTo>
                <a:lnTo>
                  <a:pt x="14156" y="19325"/>
                </a:lnTo>
                <a:cubicBezTo>
                  <a:pt x="14370" y="19325"/>
                  <a:pt x="14564" y="19204"/>
                  <a:pt x="14660" y="19011"/>
                </a:cubicBezTo>
                <a:lnTo>
                  <a:pt x="14781" y="18773"/>
                </a:lnTo>
                <a:cubicBezTo>
                  <a:pt x="15485" y="17363"/>
                  <a:pt x="15850" y="15808"/>
                  <a:pt x="15853" y="14231"/>
                </a:cubicBezTo>
                <a:lnTo>
                  <a:pt x="15853" y="11928"/>
                </a:lnTo>
                <a:cubicBezTo>
                  <a:pt x="15853" y="10953"/>
                  <a:pt x="15054" y="10228"/>
                  <a:pt x="14155" y="10228"/>
                </a:cubicBezTo>
                <a:cubicBezTo>
                  <a:pt x="13949" y="10228"/>
                  <a:pt x="13737" y="10266"/>
                  <a:pt x="13528" y="10348"/>
                </a:cubicBezTo>
                <a:cubicBezTo>
                  <a:pt x="13326" y="9609"/>
                  <a:pt x="12655" y="9098"/>
                  <a:pt x="11891" y="9098"/>
                </a:cubicBezTo>
                <a:cubicBezTo>
                  <a:pt x="11883" y="9098"/>
                  <a:pt x="11875" y="9098"/>
                  <a:pt x="11867" y="9098"/>
                </a:cubicBezTo>
                <a:cubicBezTo>
                  <a:pt x="11682" y="9098"/>
                  <a:pt x="11497" y="9131"/>
                  <a:pt x="11324" y="9195"/>
                </a:cubicBezTo>
                <a:lnTo>
                  <a:pt x="11324" y="1701"/>
                </a:lnTo>
                <a:cubicBezTo>
                  <a:pt x="11324" y="762"/>
                  <a:pt x="10563" y="1"/>
                  <a:pt x="962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431" name="Google Shape;431;p35"/>
          <p:cNvSpPr/>
          <p:nvPr/>
        </p:nvSpPr>
        <p:spPr>
          <a:xfrm>
            <a:off x="406521" y="4301005"/>
            <a:ext cx="373766" cy="340357"/>
          </a:xfrm>
          <a:custGeom>
            <a:rect b="b" l="l" r="r" t="t"/>
            <a:pathLst>
              <a:path extrusionOk="0" h="11563" w="12698">
                <a:moveTo>
                  <a:pt x="2490" y="820"/>
                </a:moveTo>
                <a:cubicBezTo>
                  <a:pt x="3529" y="914"/>
                  <a:pt x="4600" y="1292"/>
                  <a:pt x="5483" y="2017"/>
                </a:cubicBezTo>
                <a:lnTo>
                  <a:pt x="5798" y="2237"/>
                </a:lnTo>
                <a:lnTo>
                  <a:pt x="5798" y="10334"/>
                </a:lnTo>
                <a:lnTo>
                  <a:pt x="5766" y="10334"/>
                </a:lnTo>
                <a:cubicBezTo>
                  <a:pt x="4789" y="9609"/>
                  <a:pt x="3655" y="9168"/>
                  <a:pt x="2490" y="9105"/>
                </a:cubicBezTo>
                <a:lnTo>
                  <a:pt x="2490" y="820"/>
                </a:lnTo>
                <a:close/>
                <a:moveTo>
                  <a:pt x="9925" y="883"/>
                </a:moveTo>
                <a:lnTo>
                  <a:pt x="9925" y="9137"/>
                </a:lnTo>
                <a:cubicBezTo>
                  <a:pt x="8728" y="9200"/>
                  <a:pt x="7593" y="9609"/>
                  <a:pt x="6617" y="10334"/>
                </a:cubicBezTo>
                <a:lnTo>
                  <a:pt x="6617" y="2300"/>
                </a:lnTo>
                <a:lnTo>
                  <a:pt x="6932" y="2048"/>
                </a:lnTo>
                <a:cubicBezTo>
                  <a:pt x="7782" y="1355"/>
                  <a:pt x="8854" y="946"/>
                  <a:pt x="9925" y="883"/>
                </a:cubicBezTo>
                <a:close/>
                <a:moveTo>
                  <a:pt x="1702" y="2458"/>
                </a:moveTo>
                <a:lnTo>
                  <a:pt x="1702" y="9483"/>
                </a:lnTo>
                <a:cubicBezTo>
                  <a:pt x="1702" y="9735"/>
                  <a:pt x="1891" y="9924"/>
                  <a:pt x="2080" y="9924"/>
                </a:cubicBezTo>
                <a:cubicBezTo>
                  <a:pt x="3057" y="9924"/>
                  <a:pt x="4096" y="10208"/>
                  <a:pt x="4978" y="10744"/>
                </a:cubicBezTo>
                <a:lnTo>
                  <a:pt x="1261" y="10744"/>
                </a:lnTo>
                <a:cubicBezTo>
                  <a:pt x="1009" y="10744"/>
                  <a:pt x="851" y="10555"/>
                  <a:pt x="851" y="10334"/>
                </a:cubicBezTo>
                <a:lnTo>
                  <a:pt x="851" y="2867"/>
                </a:lnTo>
                <a:cubicBezTo>
                  <a:pt x="851" y="2647"/>
                  <a:pt x="1040" y="2489"/>
                  <a:pt x="1261" y="2458"/>
                </a:cubicBezTo>
                <a:close/>
                <a:moveTo>
                  <a:pt x="11406" y="2458"/>
                </a:moveTo>
                <a:cubicBezTo>
                  <a:pt x="11658" y="2458"/>
                  <a:pt x="11815" y="2647"/>
                  <a:pt x="11847" y="2867"/>
                </a:cubicBezTo>
                <a:lnTo>
                  <a:pt x="11847" y="10334"/>
                </a:lnTo>
                <a:cubicBezTo>
                  <a:pt x="11847" y="10555"/>
                  <a:pt x="11658" y="10712"/>
                  <a:pt x="11406" y="10744"/>
                </a:cubicBezTo>
                <a:lnTo>
                  <a:pt x="7436" y="10744"/>
                </a:lnTo>
                <a:cubicBezTo>
                  <a:pt x="8255" y="10239"/>
                  <a:pt x="9295" y="9924"/>
                  <a:pt x="10303" y="9924"/>
                </a:cubicBezTo>
                <a:cubicBezTo>
                  <a:pt x="10555" y="9924"/>
                  <a:pt x="10712" y="9735"/>
                  <a:pt x="10712" y="9483"/>
                </a:cubicBezTo>
                <a:lnTo>
                  <a:pt x="10712" y="2458"/>
                </a:lnTo>
                <a:close/>
                <a:moveTo>
                  <a:pt x="2080" y="0"/>
                </a:moveTo>
                <a:cubicBezTo>
                  <a:pt x="1828" y="0"/>
                  <a:pt x="1670" y="189"/>
                  <a:pt x="1670" y="410"/>
                </a:cubicBezTo>
                <a:lnTo>
                  <a:pt x="1670" y="1670"/>
                </a:lnTo>
                <a:lnTo>
                  <a:pt x="1261" y="1670"/>
                </a:lnTo>
                <a:cubicBezTo>
                  <a:pt x="568" y="1670"/>
                  <a:pt x="1" y="2206"/>
                  <a:pt x="32" y="2930"/>
                </a:cubicBezTo>
                <a:lnTo>
                  <a:pt x="32" y="10334"/>
                </a:lnTo>
                <a:cubicBezTo>
                  <a:pt x="32" y="10996"/>
                  <a:pt x="568" y="11563"/>
                  <a:pt x="1261" y="11563"/>
                </a:cubicBezTo>
                <a:lnTo>
                  <a:pt x="11437" y="11563"/>
                </a:lnTo>
                <a:cubicBezTo>
                  <a:pt x="12130" y="11563"/>
                  <a:pt x="12697" y="11027"/>
                  <a:pt x="12697" y="10334"/>
                </a:cubicBezTo>
                <a:lnTo>
                  <a:pt x="12697" y="2867"/>
                </a:lnTo>
                <a:cubicBezTo>
                  <a:pt x="12666" y="2206"/>
                  <a:pt x="12130" y="1670"/>
                  <a:pt x="11437" y="1670"/>
                </a:cubicBezTo>
                <a:lnTo>
                  <a:pt x="10744" y="1670"/>
                </a:lnTo>
                <a:lnTo>
                  <a:pt x="10744" y="410"/>
                </a:lnTo>
                <a:cubicBezTo>
                  <a:pt x="10744" y="158"/>
                  <a:pt x="10555" y="0"/>
                  <a:pt x="10334" y="0"/>
                </a:cubicBezTo>
                <a:cubicBezTo>
                  <a:pt x="8980" y="0"/>
                  <a:pt x="7562" y="473"/>
                  <a:pt x="6396" y="1387"/>
                </a:cubicBezTo>
                <a:lnTo>
                  <a:pt x="6207" y="1544"/>
                </a:lnTo>
                <a:lnTo>
                  <a:pt x="6018" y="1387"/>
                </a:lnTo>
                <a:cubicBezTo>
                  <a:pt x="4915" y="473"/>
                  <a:pt x="3498" y="0"/>
                  <a:pt x="208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35"/>
          <p:cNvSpPr/>
          <p:nvPr/>
        </p:nvSpPr>
        <p:spPr>
          <a:xfrm>
            <a:off x="5260124" y="1512541"/>
            <a:ext cx="348513" cy="349427"/>
          </a:xfrm>
          <a:custGeom>
            <a:rect b="b" l="l" r="r" t="t"/>
            <a:pathLst>
              <a:path extrusionOk="0" h="11846" w="11815">
                <a:moveTo>
                  <a:pt x="5829" y="693"/>
                </a:moveTo>
                <a:cubicBezTo>
                  <a:pt x="6238" y="693"/>
                  <a:pt x="6553" y="1008"/>
                  <a:pt x="6553" y="1418"/>
                </a:cubicBezTo>
                <a:cubicBezTo>
                  <a:pt x="6553" y="1796"/>
                  <a:pt x="6238" y="2111"/>
                  <a:pt x="5829" y="2111"/>
                </a:cubicBezTo>
                <a:cubicBezTo>
                  <a:pt x="5451" y="2111"/>
                  <a:pt x="5136" y="1796"/>
                  <a:pt x="5136" y="1418"/>
                </a:cubicBezTo>
                <a:cubicBezTo>
                  <a:pt x="5136" y="1008"/>
                  <a:pt x="5482" y="693"/>
                  <a:pt x="5829" y="693"/>
                </a:cubicBezTo>
                <a:close/>
                <a:moveTo>
                  <a:pt x="5829" y="2773"/>
                </a:moveTo>
                <a:cubicBezTo>
                  <a:pt x="6774" y="2773"/>
                  <a:pt x="7562" y="3560"/>
                  <a:pt x="7562" y="4568"/>
                </a:cubicBezTo>
                <a:lnTo>
                  <a:pt x="7562" y="4915"/>
                </a:lnTo>
                <a:lnTo>
                  <a:pt x="4096" y="4915"/>
                </a:lnTo>
                <a:lnTo>
                  <a:pt x="4096" y="4568"/>
                </a:lnTo>
                <a:cubicBezTo>
                  <a:pt x="4096" y="3560"/>
                  <a:pt x="4884" y="2773"/>
                  <a:pt x="5829" y="2773"/>
                </a:cubicBezTo>
                <a:close/>
                <a:moveTo>
                  <a:pt x="2363" y="6963"/>
                </a:moveTo>
                <a:cubicBezTo>
                  <a:pt x="2773" y="6963"/>
                  <a:pt x="3088" y="7278"/>
                  <a:pt x="3088" y="7656"/>
                </a:cubicBezTo>
                <a:cubicBezTo>
                  <a:pt x="3088" y="8065"/>
                  <a:pt x="2773" y="8380"/>
                  <a:pt x="2363" y="8380"/>
                </a:cubicBezTo>
                <a:cubicBezTo>
                  <a:pt x="1985" y="8380"/>
                  <a:pt x="1670" y="8065"/>
                  <a:pt x="1670" y="7656"/>
                </a:cubicBezTo>
                <a:cubicBezTo>
                  <a:pt x="1670" y="7278"/>
                  <a:pt x="1985" y="6963"/>
                  <a:pt x="2363" y="6963"/>
                </a:cubicBezTo>
                <a:close/>
                <a:moveTo>
                  <a:pt x="9357" y="6963"/>
                </a:moveTo>
                <a:cubicBezTo>
                  <a:pt x="9735" y="6963"/>
                  <a:pt x="10050" y="7278"/>
                  <a:pt x="10050" y="7656"/>
                </a:cubicBezTo>
                <a:cubicBezTo>
                  <a:pt x="10050" y="8065"/>
                  <a:pt x="9735" y="8380"/>
                  <a:pt x="9357" y="8380"/>
                </a:cubicBezTo>
                <a:cubicBezTo>
                  <a:pt x="8948" y="8380"/>
                  <a:pt x="8633" y="8065"/>
                  <a:pt x="8633" y="7656"/>
                </a:cubicBezTo>
                <a:cubicBezTo>
                  <a:pt x="8633" y="7278"/>
                  <a:pt x="8948" y="6963"/>
                  <a:pt x="9357" y="6963"/>
                </a:cubicBezTo>
                <a:close/>
                <a:moveTo>
                  <a:pt x="2363" y="9042"/>
                </a:moveTo>
                <a:cubicBezTo>
                  <a:pt x="3308" y="9042"/>
                  <a:pt x="4096" y="9830"/>
                  <a:pt x="4096" y="10806"/>
                </a:cubicBezTo>
                <a:lnTo>
                  <a:pt x="4096" y="11184"/>
                </a:lnTo>
                <a:lnTo>
                  <a:pt x="630" y="11184"/>
                </a:lnTo>
                <a:lnTo>
                  <a:pt x="630" y="10806"/>
                </a:lnTo>
                <a:cubicBezTo>
                  <a:pt x="630" y="9830"/>
                  <a:pt x="1418" y="9042"/>
                  <a:pt x="2363" y="9042"/>
                </a:cubicBezTo>
                <a:close/>
                <a:moveTo>
                  <a:pt x="9357" y="9042"/>
                </a:moveTo>
                <a:cubicBezTo>
                  <a:pt x="10302" y="9042"/>
                  <a:pt x="11090" y="9830"/>
                  <a:pt x="11090" y="10806"/>
                </a:cubicBezTo>
                <a:lnTo>
                  <a:pt x="11090" y="11184"/>
                </a:lnTo>
                <a:lnTo>
                  <a:pt x="7625" y="11184"/>
                </a:lnTo>
                <a:lnTo>
                  <a:pt x="7625" y="10806"/>
                </a:lnTo>
                <a:cubicBezTo>
                  <a:pt x="7625" y="9830"/>
                  <a:pt x="8412" y="9042"/>
                  <a:pt x="9357" y="9042"/>
                </a:cubicBezTo>
                <a:close/>
                <a:moveTo>
                  <a:pt x="5892" y="0"/>
                </a:moveTo>
                <a:cubicBezTo>
                  <a:pt x="5136" y="0"/>
                  <a:pt x="4506" y="630"/>
                  <a:pt x="4506" y="1355"/>
                </a:cubicBezTo>
                <a:cubicBezTo>
                  <a:pt x="4506" y="1733"/>
                  <a:pt x="4632" y="2016"/>
                  <a:pt x="4852" y="2300"/>
                </a:cubicBezTo>
                <a:cubicBezTo>
                  <a:pt x="4033" y="2710"/>
                  <a:pt x="3466" y="3529"/>
                  <a:pt x="3466" y="4505"/>
                </a:cubicBezTo>
                <a:lnTo>
                  <a:pt x="3466" y="5230"/>
                </a:lnTo>
                <a:cubicBezTo>
                  <a:pt x="3466" y="5419"/>
                  <a:pt x="3623" y="5577"/>
                  <a:pt x="3844" y="5577"/>
                </a:cubicBezTo>
                <a:lnTo>
                  <a:pt x="5577" y="5577"/>
                </a:lnTo>
                <a:lnTo>
                  <a:pt x="5577" y="7152"/>
                </a:lnTo>
                <a:lnTo>
                  <a:pt x="3875" y="8822"/>
                </a:lnTo>
                <a:cubicBezTo>
                  <a:pt x="3749" y="8696"/>
                  <a:pt x="3592" y="8601"/>
                  <a:pt x="3434" y="8569"/>
                </a:cubicBezTo>
                <a:cubicBezTo>
                  <a:pt x="3686" y="8349"/>
                  <a:pt x="3781" y="8034"/>
                  <a:pt x="3781" y="7624"/>
                </a:cubicBezTo>
                <a:cubicBezTo>
                  <a:pt x="3781" y="6868"/>
                  <a:pt x="3151" y="6238"/>
                  <a:pt x="2426" y="6238"/>
                </a:cubicBezTo>
                <a:cubicBezTo>
                  <a:pt x="1670" y="6238"/>
                  <a:pt x="1040" y="6868"/>
                  <a:pt x="1040" y="7624"/>
                </a:cubicBezTo>
                <a:cubicBezTo>
                  <a:pt x="1040" y="7971"/>
                  <a:pt x="1166" y="8286"/>
                  <a:pt x="1387" y="8569"/>
                </a:cubicBezTo>
                <a:cubicBezTo>
                  <a:pt x="567" y="8979"/>
                  <a:pt x="0" y="9798"/>
                  <a:pt x="0" y="10775"/>
                </a:cubicBezTo>
                <a:lnTo>
                  <a:pt x="0" y="11499"/>
                </a:lnTo>
                <a:cubicBezTo>
                  <a:pt x="0" y="11688"/>
                  <a:pt x="158" y="11846"/>
                  <a:pt x="378" y="11846"/>
                </a:cubicBezTo>
                <a:lnTo>
                  <a:pt x="4474" y="11846"/>
                </a:lnTo>
                <a:cubicBezTo>
                  <a:pt x="4663" y="11846"/>
                  <a:pt x="4821" y="11688"/>
                  <a:pt x="4821" y="11499"/>
                </a:cubicBezTo>
                <a:lnTo>
                  <a:pt x="4821" y="10775"/>
                </a:lnTo>
                <a:cubicBezTo>
                  <a:pt x="4821" y="10239"/>
                  <a:pt x="4632" y="9704"/>
                  <a:pt x="4348" y="9326"/>
                </a:cubicBezTo>
                <a:lnTo>
                  <a:pt x="5860" y="7782"/>
                </a:lnTo>
                <a:lnTo>
                  <a:pt x="7404" y="9326"/>
                </a:lnTo>
                <a:cubicBezTo>
                  <a:pt x="7089" y="9704"/>
                  <a:pt x="6931" y="10239"/>
                  <a:pt x="6931" y="10775"/>
                </a:cubicBezTo>
                <a:lnTo>
                  <a:pt x="6931" y="11499"/>
                </a:lnTo>
                <a:cubicBezTo>
                  <a:pt x="6931" y="11688"/>
                  <a:pt x="7089" y="11846"/>
                  <a:pt x="7309" y="11846"/>
                </a:cubicBezTo>
                <a:lnTo>
                  <a:pt x="11468" y="11846"/>
                </a:lnTo>
                <a:cubicBezTo>
                  <a:pt x="11657" y="11846"/>
                  <a:pt x="11815" y="11688"/>
                  <a:pt x="11815" y="11499"/>
                </a:cubicBezTo>
                <a:lnTo>
                  <a:pt x="11815" y="10775"/>
                </a:lnTo>
                <a:cubicBezTo>
                  <a:pt x="11783" y="9830"/>
                  <a:pt x="11185" y="8979"/>
                  <a:pt x="10365" y="8569"/>
                </a:cubicBezTo>
                <a:cubicBezTo>
                  <a:pt x="10586" y="8349"/>
                  <a:pt x="10712" y="8034"/>
                  <a:pt x="10712" y="7624"/>
                </a:cubicBezTo>
                <a:cubicBezTo>
                  <a:pt x="10712" y="6868"/>
                  <a:pt x="10082" y="6238"/>
                  <a:pt x="9357" y="6238"/>
                </a:cubicBezTo>
                <a:cubicBezTo>
                  <a:pt x="8601" y="6238"/>
                  <a:pt x="7971" y="6868"/>
                  <a:pt x="7971" y="7624"/>
                </a:cubicBezTo>
                <a:cubicBezTo>
                  <a:pt x="7971" y="7971"/>
                  <a:pt x="8097" y="8286"/>
                  <a:pt x="8318" y="8569"/>
                </a:cubicBezTo>
                <a:cubicBezTo>
                  <a:pt x="8160" y="8664"/>
                  <a:pt x="8034" y="8727"/>
                  <a:pt x="7877" y="8822"/>
                </a:cubicBezTo>
                <a:lnTo>
                  <a:pt x="6207" y="7152"/>
                </a:lnTo>
                <a:lnTo>
                  <a:pt x="6207" y="5577"/>
                </a:lnTo>
                <a:lnTo>
                  <a:pt x="7940" y="5577"/>
                </a:lnTo>
                <a:cubicBezTo>
                  <a:pt x="8129" y="5577"/>
                  <a:pt x="8286" y="5419"/>
                  <a:pt x="8286" y="5230"/>
                </a:cubicBezTo>
                <a:lnTo>
                  <a:pt x="8286" y="4505"/>
                </a:lnTo>
                <a:cubicBezTo>
                  <a:pt x="8286" y="3529"/>
                  <a:pt x="7688" y="2710"/>
                  <a:pt x="6900" y="2300"/>
                </a:cubicBezTo>
                <a:cubicBezTo>
                  <a:pt x="7152" y="2080"/>
                  <a:pt x="7246" y="1764"/>
                  <a:pt x="7246" y="1355"/>
                </a:cubicBezTo>
                <a:cubicBezTo>
                  <a:pt x="7246" y="630"/>
                  <a:pt x="6616" y="0"/>
                  <a:pt x="5892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3" name="Google Shape;433;p35"/>
          <p:cNvGrpSpPr/>
          <p:nvPr/>
        </p:nvGrpSpPr>
        <p:grpSpPr>
          <a:xfrm>
            <a:off x="5259501" y="2929628"/>
            <a:ext cx="348501" cy="369301"/>
            <a:chOff x="-27358650" y="1961575"/>
            <a:chExt cx="296950" cy="296175"/>
          </a:xfrm>
        </p:grpSpPr>
        <p:sp>
          <p:nvSpPr>
            <p:cNvPr id="434" name="Google Shape;434;p35"/>
            <p:cNvSpPr/>
            <p:nvPr/>
          </p:nvSpPr>
          <p:spPr>
            <a:xfrm>
              <a:off x="-27358650" y="1961575"/>
              <a:ext cx="296950" cy="296175"/>
            </a:xfrm>
            <a:custGeom>
              <a:rect b="b" l="l" r="r" t="t"/>
              <a:pathLst>
                <a:path extrusionOk="0" h="11847" w="11878">
                  <a:moveTo>
                    <a:pt x="7719" y="2080"/>
                  </a:moveTo>
                  <a:lnTo>
                    <a:pt x="7719" y="2836"/>
                  </a:lnTo>
                  <a:lnTo>
                    <a:pt x="4222" y="2836"/>
                  </a:lnTo>
                  <a:lnTo>
                    <a:pt x="4222" y="2080"/>
                  </a:lnTo>
                  <a:close/>
                  <a:moveTo>
                    <a:pt x="8034" y="693"/>
                  </a:moveTo>
                  <a:cubicBezTo>
                    <a:pt x="8633" y="693"/>
                    <a:pt x="9074" y="1166"/>
                    <a:pt x="9074" y="1733"/>
                  </a:cubicBezTo>
                  <a:lnTo>
                    <a:pt x="9074" y="2836"/>
                  </a:lnTo>
                  <a:lnTo>
                    <a:pt x="8349" y="2836"/>
                  </a:lnTo>
                  <a:lnTo>
                    <a:pt x="8349" y="1733"/>
                  </a:lnTo>
                  <a:cubicBezTo>
                    <a:pt x="8349" y="1513"/>
                    <a:pt x="8192" y="1355"/>
                    <a:pt x="8002" y="1355"/>
                  </a:cubicBezTo>
                  <a:lnTo>
                    <a:pt x="3781" y="1355"/>
                  </a:lnTo>
                  <a:cubicBezTo>
                    <a:pt x="3592" y="1355"/>
                    <a:pt x="3434" y="1513"/>
                    <a:pt x="3434" y="1733"/>
                  </a:cubicBezTo>
                  <a:lnTo>
                    <a:pt x="3434" y="2836"/>
                  </a:lnTo>
                  <a:lnTo>
                    <a:pt x="2741" y="2836"/>
                  </a:lnTo>
                  <a:lnTo>
                    <a:pt x="2741" y="1733"/>
                  </a:lnTo>
                  <a:lnTo>
                    <a:pt x="2804" y="1733"/>
                  </a:lnTo>
                  <a:cubicBezTo>
                    <a:pt x="2804" y="1134"/>
                    <a:pt x="3277" y="693"/>
                    <a:pt x="3844" y="693"/>
                  </a:cubicBezTo>
                  <a:close/>
                  <a:moveTo>
                    <a:pt x="10176" y="3497"/>
                  </a:moveTo>
                  <a:cubicBezTo>
                    <a:pt x="10617" y="3497"/>
                    <a:pt x="10995" y="3781"/>
                    <a:pt x="11153" y="4190"/>
                  </a:cubicBezTo>
                  <a:lnTo>
                    <a:pt x="851" y="4190"/>
                  </a:lnTo>
                  <a:cubicBezTo>
                    <a:pt x="914" y="3812"/>
                    <a:pt x="1323" y="3497"/>
                    <a:pt x="1796" y="3497"/>
                  </a:cubicBezTo>
                  <a:close/>
                  <a:moveTo>
                    <a:pt x="11153" y="4915"/>
                  </a:moveTo>
                  <a:lnTo>
                    <a:pt x="11153" y="6301"/>
                  </a:lnTo>
                  <a:lnTo>
                    <a:pt x="10460" y="6301"/>
                  </a:lnTo>
                  <a:lnTo>
                    <a:pt x="10460" y="5923"/>
                  </a:lnTo>
                  <a:cubicBezTo>
                    <a:pt x="10491" y="5734"/>
                    <a:pt x="10334" y="5577"/>
                    <a:pt x="10145" y="5577"/>
                  </a:cubicBezTo>
                  <a:lnTo>
                    <a:pt x="8759" y="5577"/>
                  </a:lnTo>
                  <a:cubicBezTo>
                    <a:pt x="8570" y="5577"/>
                    <a:pt x="8412" y="5734"/>
                    <a:pt x="8412" y="5923"/>
                  </a:cubicBezTo>
                  <a:lnTo>
                    <a:pt x="8412" y="6301"/>
                  </a:lnTo>
                  <a:lnTo>
                    <a:pt x="3529" y="6301"/>
                  </a:lnTo>
                  <a:lnTo>
                    <a:pt x="3529" y="5923"/>
                  </a:lnTo>
                  <a:cubicBezTo>
                    <a:pt x="3529" y="5734"/>
                    <a:pt x="3371" y="5577"/>
                    <a:pt x="3151" y="5577"/>
                  </a:cubicBezTo>
                  <a:lnTo>
                    <a:pt x="1796" y="5577"/>
                  </a:lnTo>
                  <a:cubicBezTo>
                    <a:pt x="1575" y="5577"/>
                    <a:pt x="1418" y="5734"/>
                    <a:pt x="1418" y="5923"/>
                  </a:cubicBezTo>
                  <a:lnTo>
                    <a:pt x="1418" y="6301"/>
                  </a:lnTo>
                  <a:lnTo>
                    <a:pt x="725" y="6301"/>
                  </a:lnTo>
                  <a:lnTo>
                    <a:pt x="725" y="4915"/>
                  </a:lnTo>
                  <a:close/>
                  <a:moveTo>
                    <a:pt x="2836" y="6301"/>
                  </a:moveTo>
                  <a:lnTo>
                    <a:pt x="2836" y="8034"/>
                  </a:lnTo>
                  <a:cubicBezTo>
                    <a:pt x="2836" y="8223"/>
                    <a:pt x="2678" y="8381"/>
                    <a:pt x="2489" y="8381"/>
                  </a:cubicBezTo>
                  <a:cubicBezTo>
                    <a:pt x="2300" y="8381"/>
                    <a:pt x="2143" y="8223"/>
                    <a:pt x="2143" y="8034"/>
                  </a:cubicBezTo>
                  <a:lnTo>
                    <a:pt x="2143" y="6301"/>
                  </a:lnTo>
                  <a:close/>
                  <a:moveTo>
                    <a:pt x="9830" y="6301"/>
                  </a:moveTo>
                  <a:lnTo>
                    <a:pt x="9830" y="8034"/>
                  </a:lnTo>
                  <a:cubicBezTo>
                    <a:pt x="9830" y="8223"/>
                    <a:pt x="9672" y="8381"/>
                    <a:pt x="9452" y="8381"/>
                  </a:cubicBezTo>
                  <a:cubicBezTo>
                    <a:pt x="9263" y="8381"/>
                    <a:pt x="9105" y="8223"/>
                    <a:pt x="9105" y="8034"/>
                  </a:cubicBezTo>
                  <a:lnTo>
                    <a:pt x="9105" y="6301"/>
                  </a:lnTo>
                  <a:close/>
                  <a:moveTo>
                    <a:pt x="11121" y="6994"/>
                  </a:moveTo>
                  <a:lnTo>
                    <a:pt x="11121" y="10113"/>
                  </a:lnTo>
                  <a:cubicBezTo>
                    <a:pt x="11184" y="10649"/>
                    <a:pt x="10712" y="11121"/>
                    <a:pt x="10145" y="11121"/>
                  </a:cubicBezTo>
                  <a:lnTo>
                    <a:pt x="1733" y="11121"/>
                  </a:lnTo>
                  <a:cubicBezTo>
                    <a:pt x="1166" y="11121"/>
                    <a:pt x="725" y="10649"/>
                    <a:pt x="725" y="10113"/>
                  </a:cubicBezTo>
                  <a:lnTo>
                    <a:pt x="725" y="6994"/>
                  </a:lnTo>
                  <a:lnTo>
                    <a:pt x="1418" y="6994"/>
                  </a:lnTo>
                  <a:lnTo>
                    <a:pt x="1418" y="8034"/>
                  </a:lnTo>
                  <a:cubicBezTo>
                    <a:pt x="1418" y="8601"/>
                    <a:pt x="1891" y="9042"/>
                    <a:pt x="2458" y="9042"/>
                  </a:cubicBezTo>
                  <a:cubicBezTo>
                    <a:pt x="2993" y="9042"/>
                    <a:pt x="3466" y="8570"/>
                    <a:pt x="3466" y="8034"/>
                  </a:cubicBezTo>
                  <a:lnTo>
                    <a:pt x="3466" y="6994"/>
                  </a:lnTo>
                  <a:lnTo>
                    <a:pt x="8349" y="6994"/>
                  </a:lnTo>
                  <a:lnTo>
                    <a:pt x="8349" y="8034"/>
                  </a:lnTo>
                  <a:cubicBezTo>
                    <a:pt x="8349" y="8601"/>
                    <a:pt x="8822" y="9042"/>
                    <a:pt x="9389" y="9042"/>
                  </a:cubicBezTo>
                  <a:cubicBezTo>
                    <a:pt x="9924" y="9042"/>
                    <a:pt x="10397" y="8570"/>
                    <a:pt x="10397" y="8034"/>
                  </a:cubicBezTo>
                  <a:lnTo>
                    <a:pt x="10397" y="6994"/>
                  </a:lnTo>
                  <a:close/>
                  <a:moveTo>
                    <a:pt x="3844" y="0"/>
                  </a:moveTo>
                  <a:cubicBezTo>
                    <a:pt x="2899" y="0"/>
                    <a:pt x="2111" y="788"/>
                    <a:pt x="2111" y="1733"/>
                  </a:cubicBezTo>
                  <a:lnTo>
                    <a:pt x="2111" y="2836"/>
                  </a:lnTo>
                  <a:lnTo>
                    <a:pt x="1733" y="2836"/>
                  </a:lnTo>
                  <a:cubicBezTo>
                    <a:pt x="788" y="2836"/>
                    <a:pt x="0" y="3623"/>
                    <a:pt x="0" y="4568"/>
                  </a:cubicBezTo>
                  <a:lnTo>
                    <a:pt x="0" y="10113"/>
                  </a:lnTo>
                  <a:cubicBezTo>
                    <a:pt x="0" y="11058"/>
                    <a:pt x="788" y="11846"/>
                    <a:pt x="1733" y="11846"/>
                  </a:cubicBezTo>
                  <a:lnTo>
                    <a:pt x="10145" y="11846"/>
                  </a:lnTo>
                  <a:cubicBezTo>
                    <a:pt x="11090" y="11846"/>
                    <a:pt x="11878" y="11058"/>
                    <a:pt x="11878" y="10113"/>
                  </a:cubicBezTo>
                  <a:lnTo>
                    <a:pt x="11878" y="4568"/>
                  </a:lnTo>
                  <a:cubicBezTo>
                    <a:pt x="11878" y="3623"/>
                    <a:pt x="11121" y="2836"/>
                    <a:pt x="10145" y="2836"/>
                  </a:cubicBezTo>
                  <a:lnTo>
                    <a:pt x="9767" y="2836"/>
                  </a:lnTo>
                  <a:lnTo>
                    <a:pt x="9767" y="1733"/>
                  </a:lnTo>
                  <a:cubicBezTo>
                    <a:pt x="9767" y="788"/>
                    <a:pt x="8979" y="0"/>
                    <a:pt x="80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35"/>
            <p:cNvSpPr/>
            <p:nvPr/>
          </p:nvSpPr>
          <p:spPr>
            <a:xfrm>
              <a:off x="-27246025" y="2152175"/>
              <a:ext cx="70900" cy="70900"/>
            </a:xfrm>
            <a:custGeom>
              <a:rect b="b" l="l" r="r" t="t"/>
              <a:pathLst>
                <a:path extrusionOk="0" h="2836" w="2836">
                  <a:moveTo>
                    <a:pt x="1418" y="0"/>
                  </a:moveTo>
                  <a:cubicBezTo>
                    <a:pt x="1229" y="0"/>
                    <a:pt x="1072" y="158"/>
                    <a:pt x="1072" y="347"/>
                  </a:cubicBezTo>
                  <a:lnTo>
                    <a:pt x="1072" y="1072"/>
                  </a:lnTo>
                  <a:lnTo>
                    <a:pt x="347" y="1072"/>
                  </a:lnTo>
                  <a:cubicBezTo>
                    <a:pt x="158" y="1072"/>
                    <a:pt x="0" y="1229"/>
                    <a:pt x="0" y="1418"/>
                  </a:cubicBezTo>
                  <a:cubicBezTo>
                    <a:pt x="0" y="1607"/>
                    <a:pt x="158" y="1765"/>
                    <a:pt x="347" y="1765"/>
                  </a:cubicBezTo>
                  <a:lnTo>
                    <a:pt x="1072" y="1765"/>
                  </a:lnTo>
                  <a:lnTo>
                    <a:pt x="1072" y="2489"/>
                  </a:lnTo>
                  <a:cubicBezTo>
                    <a:pt x="1072" y="2678"/>
                    <a:pt x="1229" y="2836"/>
                    <a:pt x="1418" y="2836"/>
                  </a:cubicBezTo>
                  <a:cubicBezTo>
                    <a:pt x="1607" y="2836"/>
                    <a:pt x="1765" y="2678"/>
                    <a:pt x="1765" y="2489"/>
                  </a:cubicBezTo>
                  <a:lnTo>
                    <a:pt x="1765" y="1765"/>
                  </a:lnTo>
                  <a:lnTo>
                    <a:pt x="2489" y="1765"/>
                  </a:lnTo>
                  <a:cubicBezTo>
                    <a:pt x="2678" y="1765"/>
                    <a:pt x="2836" y="1607"/>
                    <a:pt x="2836" y="1418"/>
                  </a:cubicBezTo>
                  <a:cubicBezTo>
                    <a:pt x="2836" y="1229"/>
                    <a:pt x="2678" y="1072"/>
                    <a:pt x="2489" y="1072"/>
                  </a:cubicBezTo>
                  <a:lnTo>
                    <a:pt x="1765" y="1072"/>
                  </a:lnTo>
                  <a:lnTo>
                    <a:pt x="1765" y="347"/>
                  </a:lnTo>
                  <a:cubicBezTo>
                    <a:pt x="1765" y="158"/>
                    <a:pt x="1607" y="0"/>
                    <a:pt x="14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6" name="Google Shape;436;p35"/>
          <p:cNvSpPr/>
          <p:nvPr/>
        </p:nvSpPr>
        <p:spPr>
          <a:xfrm>
            <a:off x="5204050" y="4399675"/>
            <a:ext cx="459391" cy="454838"/>
          </a:xfrm>
          <a:custGeom>
            <a:rect b="b" l="l" r="r" t="t"/>
            <a:pathLst>
              <a:path extrusionOk="0" h="11280" w="12067">
                <a:moveTo>
                  <a:pt x="5986" y="757"/>
                </a:moveTo>
                <a:cubicBezTo>
                  <a:pt x="7656" y="757"/>
                  <a:pt x="9011" y="2049"/>
                  <a:pt x="9137" y="3718"/>
                </a:cubicBezTo>
                <a:cubicBezTo>
                  <a:pt x="8822" y="3624"/>
                  <a:pt x="8475" y="3561"/>
                  <a:pt x="8066" y="3561"/>
                </a:cubicBezTo>
                <a:cubicBezTo>
                  <a:pt x="7278" y="3561"/>
                  <a:pt x="6585" y="3781"/>
                  <a:pt x="5955" y="4191"/>
                </a:cubicBezTo>
                <a:cubicBezTo>
                  <a:pt x="5356" y="3781"/>
                  <a:pt x="4632" y="3561"/>
                  <a:pt x="3844" y="3561"/>
                </a:cubicBezTo>
                <a:cubicBezTo>
                  <a:pt x="3466" y="3561"/>
                  <a:pt x="3119" y="3592"/>
                  <a:pt x="2773" y="3718"/>
                </a:cubicBezTo>
                <a:cubicBezTo>
                  <a:pt x="2930" y="2049"/>
                  <a:pt x="4285" y="757"/>
                  <a:pt x="5986" y="757"/>
                </a:cubicBezTo>
                <a:close/>
                <a:moveTo>
                  <a:pt x="3875" y="4254"/>
                </a:moveTo>
                <a:cubicBezTo>
                  <a:pt x="4411" y="4254"/>
                  <a:pt x="4915" y="4411"/>
                  <a:pt x="5388" y="4663"/>
                </a:cubicBezTo>
                <a:cubicBezTo>
                  <a:pt x="4852" y="5168"/>
                  <a:pt x="4505" y="5829"/>
                  <a:pt x="4285" y="6585"/>
                </a:cubicBezTo>
                <a:cubicBezTo>
                  <a:pt x="3560" y="6113"/>
                  <a:pt x="2993" y="5325"/>
                  <a:pt x="2836" y="4411"/>
                </a:cubicBezTo>
                <a:cubicBezTo>
                  <a:pt x="3151" y="4317"/>
                  <a:pt x="3497" y="4254"/>
                  <a:pt x="3875" y="4254"/>
                </a:cubicBezTo>
                <a:close/>
                <a:moveTo>
                  <a:pt x="8129" y="4254"/>
                </a:moveTo>
                <a:cubicBezTo>
                  <a:pt x="8475" y="4254"/>
                  <a:pt x="8822" y="4317"/>
                  <a:pt x="9137" y="4411"/>
                </a:cubicBezTo>
                <a:cubicBezTo>
                  <a:pt x="8979" y="5325"/>
                  <a:pt x="8444" y="6113"/>
                  <a:pt x="7687" y="6585"/>
                </a:cubicBezTo>
                <a:cubicBezTo>
                  <a:pt x="7498" y="5829"/>
                  <a:pt x="7089" y="5168"/>
                  <a:pt x="6585" y="4663"/>
                </a:cubicBezTo>
                <a:cubicBezTo>
                  <a:pt x="7026" y="4411"/>
                  <a:pt x="7561" y="4254"/>
                  <a:pt x="8129" y="4254"/>
                </a:cubicBezTo>
                <a:close/>
                <a:moveTo>
                  <a:pt x="5986" y="5042"/>
                </a:moveTo>
                <a:cubicBezTo>
                  <a:pt x="6490" y="5514"/>
                  <a:pt x="6900" y="6144"/>
                  <a:pt x="7026" y="6900"/>
                </a:cubicBezTo>
                <a:cubicBezTo>
                  <a:pt x="6648" y="7026"/>
                  <a:pt x="6364" y="7058"/>
                  <a:pt x="5986" y="7058"/>
                </a:cubicBezTo>
                <a:cubicBezTo>
                  <a:pt x="5640" y="7058"/>
                  <a:pt x="5293" y="7026"/>
                  <a:pt x="4978" y="6900"/>
                </a:cubicBezTo>
                <a:cubicBezTo>
                  <a:pt x="5073" y="6176"/>
                  <a:pt x="5451" y="5514"/>
                  <a:pt x="5986" y="5042"/>
                </a:cubicBezTo>
                <a:close/>
                <a:moveTo>
                  <a:pt x="4915" y="7625"/>
                </a:moveTo>
                <a:lnTo>
                  <a:pt x="4915" y="7625"/>
                </a:lnTo>
                <a:cubicBezTo>
                  <a:pt x="5230" y="7688"/>
                  <a:pt x="5608" y="7782"/>
                  <a:pt x="5986" y="7782"/>
                </a:cubicBezTo>
                <a:cubicBezTo>
                  <a:pt x="6333" y="7782"/>
                  <a:pt x="6711" y="7719"/>
                  <a:pt x="7057" y="7625"/>
                </a:cubicBezTo>
                <a:lnTo>
                  <a:pt x="7057" y="7625"/>
                </a:lnTo>
                <a:cubicBezTo>
                  <a:pt x="6963" y="8476"/>
                  <a:pt x="6585" y="9232"/>
                  <a:pt x="5986" y="9767"/>
                </a:cubicBezTo>
                <a:cubicBezTo>
                  <a:pt x="5388" y="9232"/>
                  <a:pt x="5010" y="8476"/>
                  <a:pt x="4915" y="7625"/>
                </a:cubicBezTo>
                <a:close/>
                <a:moveTo>
                  <a:pt x="2206" y="4726"/>
                </a:moveTo>
                <a:cubicBezTo>
                  <a:pt x="2458" y="5892"/>
                  <a:pt x="3245" y="6837"/>
                  <a:pt x="4222" y="7373"/>
                </a:cubicBezTo>
                <a:lnTo>
                  <a:pt x="4222" y="7467"/>
                </a:lnTo>
                <a:cubicBezTo>
                  <a:pt x="4222" y="8570"/>
                  <a:pt x="4663" y="9515"/>
                  <a:pt x="5388" y="10208"/>
                </a:cubicBezTo>
                <a:cubicBezTo>
                  <a:pt x="4915" y="10460"/>
                  <a:pt x="4411" y="10555"/>
                  <a:pt x="3875" y="10555"/>
                </a:cubicBezTo>
                <a:cubicBezTo>
                  <a:pt x="2080" y="10555"/>
                  <a:pt x="662" y="9137"/>
                  <a:pt x="662" y="7404"/>
                </a:cubicBezTo>
                <a:cubicBezTo>
                  <a:pt x="662" y="6270"/>
                  <a:pt x="1260" y="5294"/>
                  <a:pt x="2206" y="4726"/>
                </a:cubicBezTo>
                <a:close/>
                <a:moveTo>
                  <a:pt x="9735" y="4695"/>
                </a:moveTo>
                <a:cubicBezTo>
                  <a:pt x="10649" y="5262"/>
                  <a:pt x="11279" y="6239"/>
                  <a:pt x="11279" y="7373"/>
                </a:cubicBezTo>
                <a:cubicBezTo>
                  <a:pt x="11279" y="9137"/>
                  <a:pt x="9861" y="10555"/>
                  <a:pt x="8066" y="10555"/>
                </a:cubicBezTo>
                <a:cubicBezTo>
                  <a:pt x="7530" y="10555"/>
                  <a:pt x="7026" y="10397"/>
                  <a:pt x="6553" y="10177"/>
                </a:cubicBezTo>
                <a:cubicBezTo>
                  <a:pt x="7246" y="9452"/>
                  <a:pt x="7719" y="8476"/>
                  <a:pt x="7719" y="7404"/>
                </a:cubicBezTo>
                <a:lnTo>
                  <a:pt x="7719" y="7341"/>
                </a:lnTo>
                <a:cubicBezTo>
                  <a:pt x="8759" y="6837"/>
                  <a:pt x="9515" y="5892"/>
                  <a:pt x="9735" y="4695"/>
                </a:cubicBezTo>
                <a:close/>
                <a:moveTo>
                  <a:pt x="5986" y="1"/>
                </a:moveTo>
                <a:cubicBezTo>
                  <a:pt x="3875" y="1"/>
                  <a:pt x="2143" y="1734"/>
                  <a:pt x="2143" y="3876"/>
                </a:cubicBezTo>
                <a:lnTo>
                  <a:pt x="2143" y="3939"/>
                </a:lnTo>
                <a:cubicBezTo>
                  <a:pt x="882" y="4569"/>
                  <a:pt x="0" y="5892"/>
                  <a:pt x="0" y="7404"/>
                </a:cubicBezTo>
                <a:cubicBezTo>
                  <a:pt x="0" y="9547"/>
                  <a:pt x="1733" y="11279"/>
                  <a:pt x="3907" y="11279"/>
                </a:cubicBezTo>
                <a:cubicBezTo>
                  <a:pt x="4695" y="11279"/>
                  <a:pt x="5388" y="11027"/>
                  <a:pt x="6018" y="10649"/>
                </a:cubicBezTo>
                <a:cubicBezTo>
                  <a:pt x="6616" y="11027"/>
                  <a:pt x="7372" y="11279"/>
                  <a:pt x="8160" y="11279"/>
                </a:cubicBezTo>
                <a:cubicBezTo>
                  <a:pt x="10271" y="11279"/>
                  <a:pt x="12067" y="9547"/>
                  <a:pt x="12067" y="7404"/>
                </a:cubicBezTo>
                <a:cubicBezTo>
                  <a:pt x="11972" y="5924"/>
                  <a:pt x="11122" y="4632"/>
                  <a:pt x="9861" y="3939"/>
                </a:cubicBezTo>
                <a:lnTo>
                  <a:pt x="9861" y="3876"/>
                </a:lnTo>
                <a:cubicBezTo>
                  <a:pt x="9861" y="1734"/>
                  <a:pt x="8129" y="1"/>
                  <a:pt x="598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5"/>
          <p:cNvSpPr txBox="1"/>
          <p:nvPr/>
        </p:nvSpPr>
        <p:spPr>
          <a:xfrm>
            <a:off x="6118500" y="4776100"/>
            <a:ext cx="3052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rPr>
              <a:t>Slide by Patrick Okimi</a:t>
            </a:r>
            <a:endParaRPr sz="1200">
              <a:solidFill>
                <a:schemeClr val="dk1"/>
              </a:solidFill>
              <a:latin typeface="Mulish Medium"/>
              <a:ea typeface="Mulish Medium"/>
              <a:cs typeface="Mulish Medium"/>
              <a:sym typeface="Mulish Medium"/>
            </a:endParaRPr>
          </a:p>
        </p:txBody>
      </p:sp>
      <p:sp>
        <p:nvSpPr>
          <p:cNvPr id="438" name="Google Shape;438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6"/>
          <p:cNvSpPr txBox="1"/>
          <p:nvPr/>
        </p:nvSpPr>
        <p:spPr>
          <a:xfrm>
            <a:off x="2808350" y="154750"/>
            <a:ext cx="4067100" cy="12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References</a:t>
            </a:r>
            <a:endParaRPr sz="3800">
              <a:solidFill>
                <a:schemeClr val="dk1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444" name="Google Shape;444;p36"/>
          <p:cNvSpPr txBox="1"/>
          <p:nvPr/>
        </p:nvSpPr>
        <p:spPr>
          <a:xfrm>
            <a:off x="227050" y="1100325"/>
            <a:ext cx="8732700" cy="3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swald Medium"/>
              <a:buAutoNum type="arabicPeriod"/>
            </a:pPr>
            <a:r>
              <a:rPr lang="en" sz="1100" u="sng">
                <a:solidFill>
                  <a:schemeClr val="hlink"/>
                </a:solidFill>
                <a:latin typeface="Oswald"/>
                <a:ea typeface="Oswald"/>
                <a:cs typeface="Oswald"/>
                <a:sym typeface="Oswald"/>
                <a:hlinkClick r:id="rId3"/>
              </a:rPr>
              <a:t>https://www.cartoonstock.com/cartoon?searchID=CS160860</a:t>
            </a:r>
            <a:endParaRPr sz="1100" u="sng">
              <a:solidFill>
                <a:schemeClr val="hlink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Oswald"/>
              <a:buAutoNum type="arabicPeriod"/>
            </a:pPr>
            <a:r>
              <a:rPr lang="en" sz="1100" u="sng">
                <a:solidFill>
                  <a:schemeClr val="hlink"/>
                </a:solidFill>
                <a:latin typeface="Oswald"/>
                <a:ea typeface="Oswald"/>
                <a:cs typeface="Oswald"/>
                <a:sym typeface="Oswald"/>
                <a:hlinkClick r:id="rId4"/>
              </a:rPr>
              <a:t>https://bmcanesthesiol.biomedcentral.com/articles/10.1186/s12871-019-0757-z</a:t>
            </a:r>
            <a:endParaRPr sz="1100">
              <a:solidFill>
                <a:schemeClr val="dk1"/>
              </a:solidFill>
              <a:latin typeface="Oswald Medium"/>
              <a:ea typeface="Oswald Medium"/>
              <a:cs typeface="Oswald Medium"/>
              <a:sym typeface="Oswald Medium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Oswald"/>
              <a:buAutoNum type="arabicPeriod"/>
            </a:pPr>
            <a:r>
              <a:rPr lang="en" sz="1100" u="sng">
                <a:solidFill>
                  <a:schemeClr val="hlink"/>
                </a:solidFill>
                <a:latin typeface="Oswald"/>
                <a:ea typeface="Oswald"/>
                <a:cs typeface="Oswald"/>
                <a:sym typeface="Oswald"/>
                <a:hlinkClick r:id="rId5"/>
              </a:rPr>
              <a:t>https://www.onthemosway.eu/rfid-technology-and-e-seal-facilitating-the-port-logistics-automation-and-cargo-tracking/</a:t>
            </a:r>
            <a:endParaRPr sz="1100" u="sng">
              <a:solidFill>
                <a:schemeClr val="hlink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Oswald"/>
              <a:buAutoNum type="arabicPeriod"/>
            </a:pPr>
            <a:r>
              <a:rPr lang="en" sz="1100" u="sng">
                <a:solidFill>
                  <a:schemeClr val="hlink"/>
                </a:solidFill>
                <a:latin typeface="Oswald"/>
                <a:ea typeface="Oswald"/>
                <a:cs typeface="Oswald"/>
                <a:sym typeface="Oswald"/>
                <a:hlinkClick r:id="rId6"/>
              </a:rPr>
              <a:t>https://simple.wikipedia.org/wiki/Sensor</a:t>
            </a:r>
            <a:endParaRPr sz="1100">
              <a:solidFill>
                <a:schemeClr val="dk1"/>
              </a:solidFill>
              <a:latin typeface="Oswald Medium"/>
              <a:ea typeface="Oswald Medium"/>
              <a:cs typeface="Oswald Medium"/>
              <a:sym typeface="Oswald Medium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Oswald"/>
              <a:buAutoNum type="arabicPeriod"/>
            </a:pPr>
            <a:r>
              <a:rPr lang="en" sz="1100" u="sng">
                <a:solidFill>
                  <a:schemeClr val="hlink"/>
                </a:solidFill>
                <a:latin typeface="Oswald"/>
                <a:ea typeface="Oswald"/>
                <a:cs typeface="Oswald"/>
                <a:sym typeface="Oswald"/>
                <a:hlinkClick r:id="rId7"/>
              </a:rPr>
              <a:t>https://www.optconnect.com/blog-post/whats-the-difference-between-wi-fi-and-cellular-connectivity</a:t>
            </a:r>
            <a:endParaRPr sz="1100" u="sng">
              <a:solidFill>
                <a:schemeClr val="hlink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Oswald"/>
              <a:buAutoNum type="arabicPeriod"/>
            </a:pPr>
            <a:r>
              <a:rPr lang="en" sz="1100" u="sng">
                <a:solidFill>
                  <a:schemeClr val="hlink"/>
                </a:solidFill>
                <a:latin typeface="Oswald"/>
                <a:ea typeface="Oswald"/>
                <a:cs typeface="Oswald"/>
                <a:sym typeface="Oswald"/>
                <a:hlinkClick r:id="rId8"/>
              </a:rPr>
              <a:t>https://carewater.solutions/en/waterborne-diseases/</a:t>
            </a:r>
            <a:endParaRPr sz="1100" u="sng">
              <a:solidFill>
                <a:schemeClr val="hlink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Oswald"/>
              <a:buAutoNum type="arabicPeriod"/>
            </a:pPr>
            <a:r>
              <a:rPr lang="en" sz="1100" u="sng">
                <a:solidFill>
                  <a:schemeClr val="hlink"/>
                </a:solidFill>
                <a:latin typeface="Oswald"/>
                <a:ea typeface="Oswald"/>
                <a:cs typeface="Oswald"/>
                <a:sym typeface="Oswald"/>
                <a:hlinkClick r:id="rId9"/>
              </a:rPr>
              <a:t>https://www.bv.com/perspectives/aging-infrastruc</a:t>
            </a:r>
            <a:r>
              <a:rPr lang="en" sz="1100" u="sng">
                <a:solidFill>
                  <a:schemeClr val="hlink"/>
                </a:solidFill>
                <a:latin typeface="Oswald"/>
                <a:ea typeface="Oswald"/>
                <a:cs typeface="Oswald"/>
                <a:sym typeface="Oswald"/>
                <a:hlinkClick r:id="rId10"/>
              </a:rPr>
              <a:t>ture-and-workforce-vexing-challenges-remain/</a:t>
            </a:r>
            <a:endParaRPr sz="1100" u="sng">
              <a:solidFill>
                <a:schemeClr val="hlink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Oswald"/>
              <a:buAutoNum type="arabicPeriod"/>
            </a:pPr>
            <a:r>
              <a:rPr lang="en" sz="1100" u="sng">
                <a:solidFill>
                  <a:schemeClr val="hlink"/>
                </a:solidFill>
                <a:latin typeface="Oswald"/>
                <a:ea typeface="Oswald"/>
                <a:cs typeface="Oswald"/>
                <a:sym typeface="Oswald"/>
                <a:hlinkClick r:id="rId11"/>
              </a:rPr>
              <a:t>https://www2.deloitte.com/us/en/insights/topics/emerging-technologies/augmented-shopping-3d-technology-retai</a:t>
            </a:r>
            <a:r>
              <a:rPr lang="en" sz="1100" u="sng">
                <a:solidFill>
                  <a:schemeClr val="hlink"/>
                </a:solidFill>
                <a:latin typeface="Oswald"/>
                <a:ea typeface="Oswald"/>
                <a:cs typeface="Oswald"/>
                <a:sym typeface="Oswald"/>
                <a:hlinkClick r:id="rId12"/>
              </a:rPr>
              <a:t>l.html</a:t>
            </a:r>
            <a:endParaRPr sz="1100" u="sng">
              <a:solidFill>
                <a:schemeClr val="hlink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Oswald"/>
              <a:buAutoNum type="arabicPeriod"/>
            </a:pPr>
            <a:r>
              <a:rPr lang="en" sz="1100" u="sng">
                <a:solidFill>
                  <a:schemeClr val="hlink"/>
                </a:solidFill>
                <a:latin typeface="Oswald"/>
                <a:ea typeface="Oswald"/>
                <a:cs typeface="Oswald"/>
                <a:sym typeface="Oswald"/>
              </a:rPr>
              <a:t>https://www.theguardian.com/global-development/2023/mar/31/what-happens-when-we-send-back-unwanted-clothes</a:t>
            </a:r>
            <a:endParaRPr sz="1100" u="sng">
              <a:solidFill>
                <a:schemeClr val="hlink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chemeClr val="hlink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ulish Medium"/>
              <a:ea typeface="Mulish Medium"/>
              <a:cs typeface="Mulish Medium"/>
              <a:sym typeface="Mulish Medium"/>
            </a:endParaRPr>
          </a:p>
        </p:txBody>
      </p:sp>
      <p:sp>
        <p:nvSpPr>
          <p:cNvPr id="445" name="Google Shape;445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usiness Innovation Plan by Slidesgo">
  <a:themeElements>
    <a:clrScheme name="Simple Light">
      <a:dk1>
        <a:srgbClr val="152F4D"/>
      </a:dk1>
      <a:lt1>
        <a:srgbClr val="F8F7F7"/>
      </a:lt1>
      <a:dk2>
        <a:srgbClr val="EC603C"/>
      </a:dk2>
      <a:lt2>
        <a:srgbClr val="FBC578"/>
      </a:lt2>
      <a:accent1>
        <a:srgbClr val="0A5781"/>
      </a:accent1>
      <a:accent2>
        <a:srgbClr val="274270"/>
      </a:accent2>
      <a:accent3>
        <a:srgbClr val="7A9AD0"/>
      </a:accent3>
      <a:accent4>
        <a:srgbClr val="D7DFEE"/>
      </a:accent4>
      <a:accent5>
        <a:srgbClr val="D9D9D9"/>
      </a:accent5>
      <a:accent6>
        <a:srgbClr val="FFFFFF"/>
      </a:accent6>
      <a:hlink>
        <a:srgbClr val="152F4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